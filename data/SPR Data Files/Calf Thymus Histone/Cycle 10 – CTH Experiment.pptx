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60B5-E608-4F9D-A780-9A6F15D90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435CE-BCD5-485C-A458-DEE10EE2C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0C19-7097-4645-80EB-702093A7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0236F-CD44-4EA3-B45E-738DD887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075E8-D5A0-4782-A581-983978DD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0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842D-6DB0-4955-839D-18E7A110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D5E1-01A0-4C9C-A96C-52C207FC2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85AFB-1622-4BD5-8CEE-45F0A65D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2009F-EEA9-4158-AD4A-B7D97CBA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B532-B7F4-4E39-B365-616A8CA8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0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1E7B-FF92-4C8A-A937-3CB43E6C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A9653-8E03-402D-A4DC-CEEBB0A6A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0BF8E-3F05-488F-9BE2-F0F2F179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25F60-7EB6-432A-8D18-BA32D7A5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3F90B-0579-4D38-B417-6255AEB4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6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1B4D-CB06-491F-A23A-4347A692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27101-EA65-4698-805E-DDECEBDB6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14A5D-72FA-47D0-9785-529B08251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93D35-6D34-49BA-A7EB-884906DC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AF185-C0A5-4810-91C5-57F773CC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AA407-EC5F-4324-81F1-2E9F61B0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2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D58B-691A-491A-9A37-BC1D5211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F9D95-D5D9-44B6-ABA2-96C743CA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01349-646F-470B-858E-CE862DB5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39388-1007-4691-AD31-79817FC3A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986E0-A486-478D-BE04-AB90CE550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66E6F8-110B-451D-89F0-B6D1EE0A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C0465-2C4D-4F35-875C-250D6077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5DB71-67B3-4509-85D2-1955CCD1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9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4E67-81A6-40D1-8B0F-40F43A1A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07BDD-74BF-4A0B-80E7-4FD3B78E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AF8A0-E6B6-4C96-A2F1-32323935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A70CA-1659-4BD0-9DEE-E07824C8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2B375-75AE-4142-B264-8B5D770B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41C9D-DEFD-484B-88E2-6E129235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3A8FE-0028-42A6-BBEE-5D55B650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4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9456-DC0C-4DD8-A158-08286D8F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49DA-95EA-492E-9C71-9E22F95F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B156C-913D-4499-A765-D0F1B63F6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39760-E842-4A82-A4E3-DDC75AAC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DA8FB-AA13-4BC3-B227-23883D6D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952F7-7B12-4DF1-ABF2-C6FE5D45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3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55E2-13F4-44A5-912B-33535C57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6A00C-8443-47C4-A43E-E1663C627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37F24-722D-46BE-AA80-8EC64D1D8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AB97A-EFAA-461C-A98E-212555D6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7AEC-FA65-44C9-82CE-D88A2946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380DF-EFAC-411B-AB84-7A8EB9C5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931C-009E-45A5-908E-D3B2AB87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0B809-D988-4D66-AA51-4F4203B9C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945F-7276-4708-8E64-DBC01671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D453-6434-4CAA-A016-9E58DB28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F5BE-0AF6-4A91-81EC-D24DDE36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3D5D64-08C3-42A9-88B9-54CA83D96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334A3-0FB0-4423-9704-C258D4AE3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ADBEB-4B13-408D-BF44-53ABC567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DAEA-BAF1-4EB6-A789-A9CE97F1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CCA0F-8920-4D3E-BACF-40E44179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7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9BED1-F24D-4A40-B3B9-1CA649A8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2E42E-9FC3-4EA5-81FE-3C2F853A2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6EAFC-3D70-4C64-AE65-01C145AD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B4477-F9C0-4282-800F-BDD8F13B9F0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3F629-4AB0-4845-9E55-DE6A535B6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A4EB5-F627-427E-854B-040BC98BB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8D89-7772-4174-951F-6BB3CD465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2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CDB31579-DBE3-4AC2-98B9-B938F7D18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4748" y="598854"/>
            <a:ext cx="8197252" cy="595300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ADE931-C673-4025-969F-900E471F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" y="185642"/>
            <a:ext cx="4085492" cy="1325563"/>
          </a:xfrm>
        </p:spPr>
        <p:txBody>
          <a:bodyPr/>
          <a:lstStyle/>
          <a:p>
            <a:r>
              <a:rPr lang="en-US" dirty="0"/>
              <a:t>Cycle 10 – CTH Experiment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21C075D-B848-4AEF-8070-7F946284D57D}"/>
              </a:ext>
            </a:extLst>
          </p:cNvPr>
          <p:cNvSpPr/>
          <p:nvPr/>
        </p:nvSpPr>
        <p:spPr>
          <a:xfrm>
            <a:off x="4945899" y="2281671"/>
            <a:ext cx="135466" cy="77046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A46FA-F463-4F55-BFAA-F8C8157B197F}"/>
              </a:ext>
            </a:extLst>
          </p:cNvPr>
          <p:cNvSpPr txBox="1"/>
          <p:nvPr/>
        </p:nvSpPr>
        <p:spPr>
          <a:xfrm>
            <a:off x="4667830" y="1758451"/>
            <a:ext cx="114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Injection of CTH starts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92DF0-8504-4BDE-A767-BFBAE7DD87DD}"/>
              </a:ext>
            </a:extLst>
          </p:cNvPr>
          <p:cNvCxnSpPr>
            <a:cxnSpLocks/>
          </p:cNvCxnSpPr>
          <p:nvPr/>
        </p:nvCxnSpPr>
        <p:spPr>
          <a:xfrm>
            <a:off x="5051221" y="3309622"/>
            <a:ext cx="884781" cy="0"/>
          </a:xfrm>
          <a:prstGeom prst="line">
            <a:avLst/>
          </a:prstGeom>
          <a:ln w="317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3C0B35-CC5C-4625-86F7-DA0EE1E44599}"/>
              </a:ext>
            </a:extLst>
          </p:cNvPr>
          <p:cNvSpPr txBox="1"/>
          <p:nvPr/>
        </p:nvSpPr>
        <p:spPr>
          <a:xfrm>
            <a:off x="4955254" y="2805546"/>
            <a:ext cx="11418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Association (180sec)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F3131-6893-4B86-88BE-0948BF73E85D}"/>
              </a:ext>
            </a:extLst>
          </p:cNvPr>
          <p:cNvCxnSpPr>
            <a:cxnSpLocks/>
          </p:cNvCxnSpPr>
          <p:nvPr/>
        </p:nvCxnSpPr>
        <p:spPr>
          <a:xfrm flipV="1">
            <a:off x="6008034" y="3309622"/>
            <a:ext cx="3383280" cy="0"/>
          </a:xfrm>
          <a:prstGeom prst="line">
            <a:avLst/>
          </a:prstGeom>
          <a:ln w="317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36D7B6-4AFB-4A48-A63C-5C33558D5EA5}"/>
              </a:ext>
            </a:extLst>
          </p:cNvPr>
          <p:cNvSpPr txBox="1"/>
          <p:nvPr/>
        </p:nvSpPr>
        <p:spPr>
          <a:xfrm>
            <a:off x="6807323" y="2805546"/>
            <a:ext cx="1858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Dissociation </a:t>
            </a:r>
            <a:br>
              <a:rPr lang="en-US" sz="1100" b="1" dirty="0"/>
            </a:br>
            <a:r>
              <a:rPr lang="en-US" sz="1100" b="1" dirty="0"/>
              <a:t>(600 sec)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BE5DBC-1086-43A5-89B9-22D33712FBBA}"/>
              </a:ext>
            </a:extLst>
          </p:cNvPr>
          <p:cNvCxnSpPr>
            <a:cxnSpLocks/>
          </p:cNvCxnSpPr>
          <p:nvPr/>
        </p:nvCxnSpPr>
        <p:spPr>
          <a:xfrm flipV="1">
            <a:off x="5966146" y="702265"/>
            <a:ext cx="0" cy="5247322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A3834DA-C32E-4DF8-86A7-B5B68CD54131}"/>
              </a:ext>
            </a:extLst>
          </p:cNvPr>
          <p:cNvSpPr/>
          <p:nvPr/>
        </p:nvSpPr>
        <p:spPr>
          <a:xfrm>
            <a:off x="9391314" y="1634828"/>
            <a:ext cx="135466" cy="77046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F64943-C101-43D1-8C45-AA89C88AAABF}"/>
              </a:ext>
            </a:extLst>
          </p:cNvPr>
          <p:cNvSpPr txBox="1"/>
          <p:nvPr/>
        </p:nvSpPr>
        <p:spPr>
          <a:xfrm>
            <a:off x="8755460" y="1357316"/>
            <a:ext cx="1444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Regeneration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B2CC546-FB30-491C-A35F-45515B0478C7}"/>
              </a:ext>
            </a:extLst>
          </p:cNvPr>
          <p:cNvSpPr/>
          <p:nvPr/>
        </p:nvSpPr>
        <p:spPr>
          <a:xfrm>
            <a:off x="5903364" y="1373218"/>
            <a:ext cx="135466" cy="77046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7B861-EC8B-4E2C-A852-6C31E8EE3EFD}"/>
              </a:ext>
            </a:extLst>
          </p:cNvPr>
          <p:cNvSpPr txBox="1"/>
          <p:nvPr/>
        </p:nvSpPr>
        <p:spPr>
          <a:xfrm>
            <a:off x="5966146" y="926942"/>
            <a:ext cx="114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Injection of CTH ends</a:t>
            </a:r>
          </a:p>
        </p:txBody>
      </p:sp>
    </p:spTree>
    <p:extLst>
      <p:ext uri="{BB962C8B-B14F-4D97-AF65-F5344CB8AC3E}">
        <p14:creationId xmlns:p14="http://schemas.microsoft.com/office/powerpoint/2010/main" val="386842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72B835-90FE-45EE-B485-2224E20F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40" y="451866"/>
            <a:ext cx="8199120" cy="595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8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Cycle 10 – CTH Experiment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 10 – CTH Experiment</dc:title>
  <dc:creator>Spyridon Pavlidis</dc:creator>
  <cp:lastModifiedBy>Spyridon Pavlidis</cp:lastModifiedBy>
  <cp:revision>4</cp:revision>
  <dcterms:created xsi:type="dcterms:W3CDTF">2021-06-06T18:47:48Z</dcterms:created>
  <dcterms:modified xsi:type="dcterms:W3CDTF">2021-06-08T00:57:10Z</dcterms:modified>
</cp:coreProperties>
</file>