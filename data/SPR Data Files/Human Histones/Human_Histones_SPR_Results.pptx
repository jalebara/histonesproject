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0521EC1-74A7-4990-AE84-D3445A6DB4BE}">
  <a:tblStyle styleId="{50521EC1-74A7-4990-AE84-D3445A6DB4BE}"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nvSpPr>
        <p:spPr>
          <a:xfrm>
            <a:off x="4949697" y="5332591"/>
            <a:ext cx="2292615"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chemeClr val="dk1"/>
                </a:solidFill>
                <a:latin typeface="Arial"/>
                <a:ea typeface="Arial"/>
                <a:cs typeface="Arial"/>
                <a:sym typeface="Arial"/>
              </a:rPr>
              <a:t>Brian Watts, Ph.D.</a:t>
            </a:r>
            <a:endParaRPr/>
          </a:p>
          <a:p>
            <a:pPr indent="0" lvl="0" marL="0" marR="0" rtl="0" algn="ctr">
              <a:spcBef>
                <a:spcPts val="0"/>
              </a:spcBef>
              <a:spcAft>
                <a:spcPts val="0"/>
              </a:spcAft>
              <a:buNone/>
            </a:pPr>
            <a:r>
              <a:rPr b="0" i="0" lang="en-US" sz="2000" u="none" cap="none" strike="noStrike">
                <a:solidFill>
                  <a:schemeClr val="dk1"/>
                </a:solidFill>
                <a:latin typeface="Arial"/>
                <a:ea typeface="Arial"/>
                <a:cs typeface="Arial"/>
                <a:sym typeface="Arial"/>
              </a:rPr>
              <a:t>BIA Core Facility</a:t>
            </a:r>
            <a:endParaRPr/>
          </a:p>
          <a:p>
            <a:pPr indent="0" lvl="0" marL="0" marR="0" rtl="0" algn="ctr">
              <a:spcBef>
                <a:spcPts val="0"/>
              </a:spcBef>
              <a:spcAft>
                <a:spcPts val="0"/>
              </a:spcAft>
              <a:buNone/>
            </a:pPr>
            <a:r>
              <a:rPr b="0" i="0" lang="en-US" sz="2000" u="none" cap="none" strike="noStrike">
                <a:solidFill>
                  <a:schemeClr val="dk1"/>
                </a:solidFill>
                <a:latin typeface="Arial"/>
                <a:ea typeface="Arial"/>
                <a:cs typeface="Arial"/>
                <a:sym typeface="Arial"/>
              </a:rPr>
              <a:t>December 3, 2020</a:t>
            </a:r>
            <a:endParaRPr b="0" i="0" sz="2000" u="none" cap="none" strike="noStrike">
              <a:solidFill>
                <a:schemeClr val="dk1"/>
              </a:solidFill>
              <a:latin typeface="Arial"/>
              <a:ea typeface="Arial"/>
              <a:cs typeface="Arial"/>
              <a:sym typeface="Arial"/>
            </a:endParaRPr>
          </a:p>
        </p:txBody>
      </p:sp>
      <p:grpSp>
        <p:nvGrpSpPr>
          <p:cNvPr id="85" name="Google Shape;85;p13"/>
          <p:cNvGrpSpPr/>
          <p:nvPr/>
        </p:nvGrpSpPr>
        <p:grpSpPr>
          <a:xfrm>
            <a:off x="2395725" y="509747"/>
            <a:ext cx="7400550" cy="1415772"/>
            <a:chOff x="871725" y="1359648"/>
            <a:chExt cx="7400550" cy="1415772"/>
          </a:xfrm>
        </p:grpSpPr>
        <p:sp>
          <p:nvSpPr>
            <p:cNvPr id="86" name="Google Shape;86;p13"/>
            <p:cNvSpPr txBox="1"/>
            <p:nvPr/>
          </p:nvSpPr>
          <p:spPr>
            <a:xfrm>
              <a:off x="871725" y="1359648"/>
              <a:ext cx="7400550"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chemeClr val="dk2"/>
                  </a:solidFill>
                  <a:latin typeface="Arial"/>
                  <a:ea typeface="Arial"/>
                  <a:cs typeface="Arial"/>
                  <a:sym typeface="Arial"/>
                </a:rPr>
                <a:t>BIA Core SPR Results</a:t>
              </a:r>
              <a:endParaRPr/>
            </a:p>
          </p:txBody>
        </p:sp>
        <p:sp>
          <p:nvSpPr>
            <p:cNvPr id="87" name="Google Shape;87;p13"/>
            <p:cNvSpPr txBox="1"/>
            <p:nvPr/>
          </p:nvSpPr>
          <p:spPr>
            <a:xfrm>
              <a:off x="871725" y="2129089"/>
              <a:ext cx="740055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600" u="none" cap="none" strike="noStrike">
                  <a:solidFill>
                    <a:schemeClr val="dk2"/>
                  </a:solidFill>
                  <a:latin typeface="Arial"/>
                  <a:ea typeface="Arial"/>
                  <a:cs typeface="Arial"/>
                  <a:sym typeface="Arial"/>
                </a:rPr>
                <a:t>Spyros Pavlidis</a:t>
              </a:r>
              <a:endParaRPr b="1" i="0" sz="3600" u="none" cap="none" strike="noStrike">
                <a:solidFill>
                  <a:schemeClr val="dk2"/>
                </a:solidFill>
                <a:latin typeface="Arial"/>
                <a:ea typeface="Arial"/>
                <a:cs typeface="Arial"/>
                <a:sym typeface="Arial"/>
              </a:endParaRPr>
            </a:p>
          </p:txBody>
        </p:sp>
      </p:grpSp>
      <p:sp>
        <p:nvSpPr>
          <p:cNvPr id="88" name="Google Shape;88;p13"/>
          <p:cNvSpPr txBox="1"/>
          <p:nvPr/>
        </p:nvSpPr>
        <p:spPr>
          <a:xfrm>
            <a:off x="4458761" y="2613391"/>
            <a:ext cx="3274478" cy="1631216"/>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000"/>
              <a:buFont typeface="Calibri"/>
              <a:buAutoNum type="arabicParenR"/>
            </a:pPr>
            <a:r>
              <a:rPr b="1" i="0" lang="en-US" sz="2000" u="none" cap="none" strike="noStrike">
                <a:solidFill>
                  <a:schemeClr val="dk1"/>
                </a:solidFill>
                <a:latin typeface="Arial"/>
                <a:ea typeface="Arial"/>
                <a:cs typeface="Arial"/>
                <a:sym typeface="Arial"/>
              </a:rPr>
              <a:t>RNA Aptamer</a:t>
            </a:r>
            <a:endParaRPr b="1" i="0" sz="2000" u="none" cap="none" strike="noStrike">
              <a:solidFill>
                <a:schemeClr val="dk1"/>
              </a:solidFill>
              <a:latin typeface="Arial"/>
              <a:ea typeface="Arial"/>
              <a:cs typeface="Arial"/>
              <a:sym typeface="Arial"/>
            </a:endParaRPr>
          </a:p>
          <a:p>
            <a:pPr indent="-457200" lvl="0" marL="457200" marR="0" rtl="0" algn="l">
              <a:spcBef>
                <a:spcPts val="0"/>
              </a:spcBef>
              <a:spcAft>
                <a:spcPts val="0"/>
              </a:spcAft>
              <a:buClr>
                <a:schemeClr val="dk1"/>
              </a:buClr>
              <a:buSzPts val="2000"/>
              <a:buFont typeface="Calibri"/>
              <a:buAutoNum type="arabicParenR"/>
            </a:pPr>
            <a:r>
              <a:rPr b="1" i="0" lang="en-US" sz="2000" u="none" cap="none" strike="noStrike">
                <a:solidFill>
                  <a:schemeClr val="dk1"/>
                </a:solidFill>
                <a:latin typeface="Arial"/>
                <a:ea typeface="Arial"/>
                <a:cs typeface="Arial"/>
                <a:sym typeface="Arial"/>
              </a:rPr>
              <a:t>BSA</a:t>
            </a:r>
            <a:endParaRPr/>
          </a:p>
          <a:p>
            <a:pPr indent="-457200" lvl="0" marL="457200" marR="0" rtl="0" algn="l">
              <a:spcBef>
                <a:spcPts val="0"/>
              </a:spcBef>
              <a:spcAft>
                <a:spcPts val="0"/>
              </a:spcAft>
              <a:buClr>
                <a:schemeClr val="dk1"/>
              </a:buClr>
              <a:buSzPts val="2000"/>
              <a:buFont typeface="Calibri"/>
              <a:buAutoNum type="arabicParenR"/>
            </a:pPr>
            <a:r>
              <a:rPr b="1" i="0" lang="en-US" sz="2000" u="none" cap="none" strike="noStrike">
                <a:solidFill>
                  <a:schemeClr val="dk1"/>
                </a:solidFill>
                <a:latin typeface="Arial"/>
                <a:ea typeface="Arial"/>
                <a:cs typeface="Arial"/>
                <a:sym typeface="Arial"/>
              </a:rPr>
              <a:t>Histone H3.2</a:t>
            </a:r>
            <a:endParaRPr/>
          </a:p>
          <a:p>
            <a:pPr indent="-457200" lvl="0" marL="457200" marR="0" rtl="0" algn="l">
              <a:spcBef>
                <a:spcPts val="0"/>
              </a:spcBef>
              <a:spcAft>
                <a:spcPts val="0"/>
              </a:spcAft>
              <a:buClr>
                <a:schemeClr val="dk1"/>
              </a:buClr>
              <a:buSzPts val="2000"/>
              <a:buFont typeface="Calibri"/>
              <a:buAutoNum type="arabicParenR"/>
            </a:pPr>
            <a:r>
              <a:rPr b="1" i="0" lang="en-US" sz="2000" u="none" cap="none" strike="noStrike">
                <a:solidFill>
                  <a:schemeClr val="dk1"/>
                </a:solidFill>
                <a:latin typeface="Arial"/>
                <a:ea typeface="Arial"/>
                <a:cs typeface="Arial"/>
                <a:sym typeface="Arial"/>
              </a:rPr>
              <a:t>Histone H4</a:t>
            </a:r>
            <a:endParaRPr b="1" i="0" sz="2000" u="none" cap="none" strike="noStrike">
              <a:solidFill>
                <a:schemeClr val="dk1"/>
              </a:solidFill>
              <a:latin typeface="Arial"/>
              <a:ea typeface="Arial"/>
              <a:cs typeface="Arial"/>
              <a:sym typeface="Arial"/>
            </a:endParaRPr>
          </a:p>
          <a:p>
            <a:pPr indent="-457200" lvl="0" marL="457200" marR="0" rtl="0" algn="l">
              <a:spcBef>
                <a:spcPts val="0"/>
              </a:spcBef>
              <a:spcAft>
                <a:spcPts val="0"/>
              </a:spcAft>
              <a:buClr>
                <a:schemeClr val="dk1"/>
              </a:buClr>
              <a:buSzPts val="2000"/>
              <a:buFont typeface="Calibri"/>
              <a:buAutoNum type="arabicParenR"/>
            </a:pPr>
            <a:r>
              <a:rPr b="1" i="0" lang="en-US" sz="2000" u="none" cap="none" strike="noStrike">
                <a:solidFill>
                  <a:schemeClr val="dk1"/>
                </a:solidFill>
                <a:latin typeface="Arial"/>
                <a:ea typeface="Arial"/>
                <a:cs typeface="Arial"/>
                <a:sym typeface="Arial"/>
              </a:rPr>
              <a:t>Histone, Calf Thymus</a:t>
            </a:r>
            <a:endParaRPr b="1" i="0" sz="20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nvSpPr>
        <p:spPr>
          <a:xfrm>
            <a:off x="251961" y="803556"/>
            <a:ext cx="11688075"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chemeClr val="dk1"/>
                </a:solidFill>
                <a:latin typeface="Arial"/>
                <a:ea typeface="Arial"/>
                <a:cs typeface="Arial"/>
                <a:sym typeface="Arial"/>
              </a:rPr>
              <a:t>RNA Aptamer Immobilization</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Immobilized thiolated RNA aptamer via incubation on a blank Au sensor chip.</a:t>
            </a:r>
            <a:endParaRPr/>
          </a:p>
          <a:p>
            <a:pPr indent="-285750" lvl="1" marL="742950" marR="0" rtl="0" algn="l">
              <a:spcBef>
                <a:spcPts val="0"/>
              </a:spcBef>
              <a:spcAft>
                <a:spcPts val="0"/>
              </a:spcAft>
              <a:buClr>
                <a:schemeClr val="dk1"/>
              </a:buClr>
              <a:buSzPts val="1600"/>
              <a:buFont typeface="Arial"/>
              <a:buChar char="•"/>
            </a:pPr>
            <a:r>
              <a:rPr b="0" i="0" lang="en-US" sz="1600" u="sng" cap="none" strike="noStrike">
                <a:solidFill>
                  <a:schemeClr val="dk1"/>
                </a:solidFill>
                <a:latin typeface="Arial"/>
                <a:ea typeface="Arial"/>
                <a:cs typeface="Arial"/>
                <a:sym typeface="Arial"/>
              </a:rPr>
              <a:t>RNA Immobilization</a:t>
            </a:r>
            <a:r>
              <a:rPr b="0" i="0" lang="en-US" sz="1600" u="none" cap="none" strike="noStrike">
                <a:solidFill>
                  <a:schemeClr val="dk1"/>
                </a:solidFill>
                <a:latin typeface="Arial"/>
                <a:ea typeface="Arial"/>
                <a:cs typeface="Arial"/>
                <a:sym typeface="Arial"/>
              </a:rPr>
              <a:t>: 1 µM RNA aptamer; 18,000 sec x 4 @ 1 µL/min on Fc3 (20 hr incubation)</a:t>
            </a:r>
            <a:endParaRPr/>
          </a:p>
          <a:p>
            <a:pPr indent="-285750" lvl="1" marL="742950" marR="0" rtl="0" algn="l">
              <a:spcBef>
                <a:spcPts val="0"/>
              </a:spcBef>
              <a:spcAft>
                <a:spcPts val="0"/>
              </a:spcAft>
              <a:buClr>
                <a:schemeClr val="dk1"/>
              </a:buClr>
              <a:buSzPts val="1600"/>
              <a:buFont typeface="Arial"/>
              <a:buChar char="•"/>
            </a:pPr>
            <a:r>
              <a:rPr b="0" i="0" lang="en-US" sz="1600" u="sng" cap="none" strike="noStrike">
                <a:solidFill>
                  <a:schemeClr val="dk1"/>
                </a:solidFill>
                <a:latin typeface="Arial"/>
                <a:ea typeface="Arial"/>
                <a:cs typeface="Arial"/>
                <a:sym typeface="Arial"/>
              </a:rPr>
              <a:t>Spacer Immobilization</a:t>
            </a:r>
            <a:r>
              <a:rPr b="0" i="0" lang="en-US" sz="1600" u="none" cap="none" strike="noStrike">
                <a:solidFill>
                  <a:schemeClr val="dk1"/>
                </a:solidFill>
                <a:latin typeface="Arial"/>
                <a:ea typeface="Arial"/>
                <a:cs typeface="Arial"/>
                <a:sym typeface="Arial"/>
              </a:rPr>
              <a:t>: 1 mM 6-Mercapto-1-hexanol (MCH); 18,000 sec @ 1 µL/min on Fc1,3 (5 hr incubation)</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b="1" lang="en-US" sz="1600">
                <a:solidFill>
                  <a:schemeClr val="dk1"/>
                </a:solidFill>
                <a:latin typeface="Arial"/>
                <a:ea typeface="Arial"/>
                <a:cs typeface="Arial"/>
                <a:sym typeface="Arial"/>
              </a:rPr>
              <a:t>Binding Screen</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Manually identified ideal regeneration condition via sequential injection.</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Set up method to screen BSA and CTH against MCH and RNA/MCH surfaces.</a:t>
            </a:r>
            <a:endParaRPr/>
          </a:p>
          <a:p>
            <a:pPr indent="-285750" lvl="1" marL="742950" marR="0" rtl="0" algn="l">
              <a:spcBef>
                <a:spcPts val="0"/>
              </a:spcBef>
              <a:spcAft>
                <a:spcPts val="0"/>
              </a:spcAft>
              <a:buClr>
                <a:schemeClr val="dk1"/>
              </a:buClr>
              <a:buSzPts val="1600"/>
              <a:buFont typeface="Arial"/>
              <a:buChar char="•"/>
            </a:pPr>
            <a:r>
              <a:rPr b="0" i="0" lang="en-US" sz="1600" u="sng" cap="none" strike="noStrike">
                <a:solidFill>
                  <a:schemeClr val="dk1"/>
                </a:solidFill>
                <a:latin typeface="Arial"/>
                <a:ea typeface="Arial"/>
                <a:cs typeface="Arial"/>
                <a:sym typeface="Arial"/>
              </a:rPr>
              <a:t>Flow Cells</a:t>
            </a:r>
            <a:r>
              <a:rPr b="0" i="0" lang="en-US" sz="1600" u="none" cap="none" strike="noStrike">
                <a:solidFill>
                  <a:schemeClr val="dk1"/>
                </a:solidFill>
                <a:latin typeface="Arial"/>
                <a:ea typeface="Arial"/>
                <a:cs typeface="Arial"/>
                <a:sym typeface="Arial"/>
              </a:rPr>
              <a:t>: 3,4 (Ref sub. 4-3)</a:t>
            </a:r>
            <a:endParaRPr b="0" i="0" sz="1600" u="none" cap="none" strike="noStrike">
              <a:solidFill>
                <a:schemeClr val="dk1"/>
              </a:solidFill>
              <a:latin typeface="Arial"/>
              <a:ea typeface="Arial"/>
              <a:cs typeface="Arial"/>
              <a:sym typeface="Arial"/>
            </a:endParaRPr>
          </a:p>
          <a:p>
            <a:pPr indent="-285750" lvl="1" marL="742950" marR="0" rtl="0" algn="l">
              <a:spcBef>
                <a:spcPts val="0"/>
              </a:spcBef>
              <a:spcAft>
                <a:spcPts val="0"/>
              </a:spcAft>
              <a:buClr>
                <a:schemeClr val="dk1"/>
              </a:buClr>
              <a:buSzPts val="1600"/>
              <a:buFont typeface="Arial"/>
              <a:buChar char="•"/>
            </a:pPr>
            <a:r>
              <a:rPr b="0" i="0" lang="en-US" sz="1600" u="sng" cap="none" strike="noStrike">
                <a:solidFill>
                  <a:schemeClr val="dk1"/>
                </a:solidFill>
                <a:latin typeface="Arial"/>
                <a:ea typeface="Arial"/>
                <a:cs typeface="Arial"/>
                <a:sym typeface="Arial"/>
              </a:rPr>
              <a:t>Binding</a:t>
            </a:r>
            <a:r>
              <a:rPr b="0" i="0" lang="en-US" sz="1600" u="none" cap="none" strike="noStrike">
                <a:solidFill>
                  <a:schemeClr val="dk1"/>
                </a:solidFill>
                <a:latin typeface="Arial"/>
                <a:ea typeface="Arial"/>
                <a:cs typeface="Arial"/>
                <a:sym typeface="Arial"/>
              </a:rPr>
              <a:t>: 180 sec association, 600 sec dissociation @ 30 µL/min</a:t>
            </a:r>
            <a:endParaRPr/>
          </a:p>
          <a:p>
            <a:pPr indent="-285750" lvl="1" marL="742950" marR="0" rtl="0" algn="l">
              <a:spcBef>
                <a:spcPts val="0"/>
              </a:spcBef>
              <a:spcAft>
                <a:spcPts val="0"/>
              </a:spcAft>
              <a:buClr>
                <a:schemeClr val="dk1"/>
              </a:buClr>
              <a:buSzPts val="1600"/>
              <a:buFont typeface="Arial"/>
              <a:buChar char="•"/>
            </a:pPr>
            <a:r>
              <a:rPr b="0" i="0" lang="en-US" sz="1600" u="sng" cap="none" strike="noStrike">
                <a:solidFill>
                  <a:schemeClr val="dk1"/>
                </a:solidFill>
                <a:latin typeface="Arial"/>
                <a:ea typeface="Arial"/>
                <a:cs typeface="Arial"/>
                <a:sym typeface="Arial"/>
              </a:rPr>
              <a:t>Regeneration</a:t>
            </a:r>
            <a:r>
              <a:rPr b="0" i="0" lang="en-US" sz="1600" u="none" cap="none" strike="noStrike">
                <a:solidFill>
                  <a:schemeClr val="dk1"/>
                </a:solidFill>
                <a:latin typeface="Arial"/>
                <a:ea typeface="Arial"/>
                <a:cs typeface="Arial"/>
                <a:sym typeface="Arial"/>
              </a:rPr>
              <a:t>: 10 mM HCl, 60 sec @ 30 µL/min (60 sec baseline stabilization)</a:t>
            </a:r>
            <a:endParaRPr/>
          </a:p>
          <a:p>
            <a:pPr indent="-285750" lvl="1" marL="742950" marR="0" rtl="0" algn="l">
              <a:spcBef>
                <a:spcPts val="0"/>
              </a:spcBef>
              <a:spcAft>
                <a:spcPts val="0"/>
              </a:spcAft>
              <a:buClr>
                <a:schemeClr val="dk1"/>
              </a:buClr>
              <a:buSzPts val="1600"/>
              <a:buFont typeface="Arial"/>
              <a:buChar char="•"/>
            </a:pPr>
            <a:r>
              <a:rPr b="0" i="0" lang="en-US" sz="1600" u="sng" cap="none" strike="noStrike">
                <a:solidFill>
                  <a:schemeClr val="dk1"/>
                </a:solidFill>
                <a:latin typeface="Arial"/>
                <a:ea typeface="Arial"/>
                <a:cs typeface="Arial"/>
                <a:sym typeface="Arial"/>
              </a:rPr>
              <a:t>Exp 1</a:t>
            </a:r>
            <a:r>
              <a:rPr b="0" i="0" lang="en-US" sz="1600" u="none" cap="none" strike="noStrike">
                <a:solidFill>
                  <a:schemeClr val="dk1"/>
                </a:solidFill>
                <a:latin typeface="Arial"/>
                <a:ea typeface="Arial"/>
                <a:cs typeface="Arial"/>
                <a:sym typeface="Arial"/>
              </a:rPr>
              <a:t>: 	0, 200, 400 nM BSA</a:t>
            </a:r>
            <a:endParaRPr/>
          </a:p>
          <a:p>
            <a:pPr indent="0" lvl="1" marL="457200" marR="0" rtl="0" algn="l">
              <a:spcBef>
                <a:spcPts val="0"/>
              </a:spcBef>
              <a:spcAft>
                <a:spcPts val="0"/>
              </a:spcAft>
              <a:buNone/>
            </a:pPr>
            <a:r>
              <a:rPr b="0" i="0" lang="en-US" sz="1600" u="none" cap="none" strike="noStrike">
                <a:solidFill>
                  <a:schemeClr val="dk1"/>
                </a:solidFill>
                <a:latin typeface="Arial"/>
                <a:ea typeface="Arial"/>
                <a:cs typeface="Arial"/>
                <a:sym typeface="Arial"/>
              </a:rPr>
              <a:t>						0, 200, 400 nM H3.2</a:t>
            </a:r>
            <a:endParaRPr/>
          </a:p>
          <a:p>
            <a:pPr indent="0" lvl="1" marL="457200" marR="0" rtl="0" algn="l">
              <a:spcBef>
                <a:spcPts val="0"/>
              </a:spcBef>
              <a:spcAft>
                <a:spcPts val="0"/>
              </a:spcAft>
              <a:buNone/>
            </a:pPr>
            <a:r>
              <a:rPr b="0" i="0" lang="en-US" sz="1600" u="none" cap="none" strike="noStrike">
                <a:solidFill>
                  <a:schemeClr val="dk1"/>
                </a:solidFill>
                <a:latin typeface="Arial"/>
                <a:ea typeface="Arial"/>
                <a:cs typeface="Arial"/>
                <a:sym typeface="Arial"/>
              </a:rPr>
              <a:t>						0, 100, 200 nM H4</a:t>
            </a:r>
            <a:endParaRPr/>
          </a:p>
          <a:p>
            <a:pPr indent="0" lvl="1" marL="457200" marR="0" rtl="0" algn="l">
              <a:spcBef>
                <a:spcPts val="0"/>
              </a:spcBef>
              <a:spcAft>
                <a:spcPts val="0"/>
              </a:spcAft>
              <a:buNone/>
            </a:pPr>
            <a:r>
              <a:rPr b="0" i="0" lang="en-US" sz="1600" u="none" cap="none" strike="noStrike">
                <a:solidFill>
                  <a:schemeClr val="dk1"/>
                </a:solidFill>
                <a:latin typeface="Arial"/>
                <a:ea typeface="Arial"/>
                <a:cs typeface="Arial"/>
                <a:sym typeface="Arial"/>
              </a:rPr>
              <a:t>						0, 100, 200 nM CTH</a:t>
            </a:r>
            <a:endParaRPr b="0" i="0" sz="1600" u="none" cap="none" strike="noStrike">
              <a:solidFill>
                <a:schemeClr val="dk1"/>
              </a:solidFill>
              <a:latin typeface="Arial"/>
              <a:ea typeface="Arial"/>
              <a:cs typeface="Arial"/>
              <a:sym typeface="Arial"/>
            </a:endParaRPr>
          </a:p>
        </p:txBody>
      </p:sp>
      <p:sp>
        <p:nvSpPr>
          <p:cNvPr id="94" name="Google Shape;94;p14"/>
          <p:cNvSpPr txBox="1"/>
          <p:nvPr/>
        </p:nvSpPr>
        <p:spPr>
          <a:xfrm>
            <a:off x="1704352" y="80914"/>
            <a:ext cx="8783297"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dk2"/>
                </a:solidFill>
                <a:latin typeface="Arial"/>
                <a:ea typeface="Arial"/>
                <a:cs typeface="Arial"/>
                <a:sym typeface="Arial"/>
              </a:rPr>
              <a:t>Experimental Details</a:t>
            </a:r>
            <a:endParaRPr/>
          </a:p>
          <a:p>
            <a:pPr indent="0" lvl="0" marL="0" marR="0" rtl="0" algn="ctr">
              <a:spcBef>
                <a:spcPts val="0"/>
              </a:spcBef>
              <a:spcAft>
                <a:spcPts val="0"/>
              </a:spcAft>
              <a:buNone/>
            </a:pPr>
            <a:r>
              <a:rPr b="1" lang="en-US" sz="1600">
                <a:solidFill>
                  <a:schemeClr val="dk2"/>
                </a:solidFill>
                <a:latin typeface="Arial"/>
                <a:ea typeface="Arial"/>
                <a:cs typeface="Arial"/>
                <a:sym typeface="Arial"/>
              </a:rPr>
              <a:t>(SPR – Biacore T200)</a:t>
            </a:r>
            <a:endParaRPr b="1" sz="1400">
              <a:solidFill>
                <a:schemeClr val="dk2"/>
              </a:solidFill>
              <a:latin typeface="Arial"/>
              <a:ea typeface="Arial"/>
              <a:cs typeface="Arial"/>
              <a:sym typeface="Arial"/>
            </a:endParaRPr>
          </a:p>
        </p:txBody>
      </p:sp>
      <p:sp>
        <p:nvSpPr>
          <p:cNvPr id="95" name="Google Shape;95;p14"/>
          <p:cNvSpPr txBox="1"/>
          <p:nvPr/>
        </p:nvSpPr>
        <p:spPr>
          <a:xfrm>
            <a:off x="104588" y="6541366"/>
            <a:ext cx="53572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BEW</a:t>
            </a:r>
            <a:endParaRPr sz="12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grpSp>
        <p:nvGrpSpPr>
          <p:cNvPr id="100" name="Google Shape;100;p15"/>
          <p:cNvGrpSpPr/>
          <p:nvPr/>
        </p:nvGrpSpPr>
        <p:grpSpPr>
          <a:xfrm>
            <a:off x="9659587" y="3875700"/>
            <a:ext cx="2185719" cy="935783"/>
            <a:chOff x="9763434" y="2624995"/>
            <a:chExt cx="2185719" cy="935783"/>
          </a:xfrm>
        </p:grpSpPr>
        <p:sp>
          <p:nvSpPr>
            <p:cNvPr id="101" name="Google Shape;101;p15"/>
            <p:cNvSpPr/>
            <p:nvPr/>
          </p:nvSpPr>
          <p:spPr>
            <a:xfrm>
              <a:off x="9763434" y="2624995"/>
              <a:ext cx="2185719" cy="935783"/>
            </a:xfrm>
            <a:prstGeom prst="rect">
              <a:avLst/>
            </a:prstGeom>
            <a:solidFill>
              <a:schemeClr val="lt1"/>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02" name="Google Shape;102;p15"/>
            <p:cNvGrpSpPr/>
            <p:nvPr/>
          </p:nvGrpSpPr>
          <p:grpSpPr>
            <a:xfrm>
              <a:off x="9909868" y="2738016"/>
              <a:ext cx="1892850" cy="709740"/>
              <a:chOff x="4612148" y="5335587"/>
              <a:chExt cx="1892850" cy="709740"/>
            </a:xfrm>
          </p:grpSpPr>
          <p:grpSp>
            <p:nvGrpSpPr>
              <p:cNvPr id="103" name="Google Shape;103;p15"/>
              <p:cNvGrpSpPr/>
              <p:nvPr/>
            </p:nvGrpSpPr>
            <p:grpSpPr>
              <a:xfrm>
                <a:off x="4612148" y="5829883"/>
                <a:ext cx="1623545" cy="215444"/>
                <a:chOff x="4612148" y="6012763"/>
                <a:chExt cx="1623545" cy="215444"/>
              </a:xfrm>
            </p:grpSpPr>
            <p:sp>
              <p:nvSpPr>
                <p:cNvPr id="104" name="Google Shape;104;p15"/>
                <p:cNvSpPr/>
                <p:nvPr/>
              </p:nvSpPr>
              <p:spPr>
                <a:xfrm>
                  <a:off x="4962909" y="6012763"/>
                  <a:ext cx="1272784" cy="2154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Ref Sub (Fc3-1)</a:t>
                  </a:r>
                  <a:endParaRPr b="0" i="0" sz="1400" u="none" cap="none" strike="noStrike">
                    <a:solidFill>
                      <a:schemeClr val="dk1"/>
                    </a:solidFill>
                    <a:latin typeface="Arial"/>
                    <a:ea typeface="Arial"/>
                    <a:cs typeface="Arial"/>
                    <a:sym typeface="Arial"/>
                  </a:endParaRPr>
                </a:p>
              </p:txBody>
            </p:sp>
            <p:cxnSp>
              <p:nvCxnSpPr>
                <p:cNvPr id="105" name="Google Shape;105;p15"/>
                <p:cNvCxnSpPr/>
                <p:nvPr/>
              </p:nvCxnSpPr>
              <p:spPr>
                <a:xfrm>
                  <a:off x="4612148" y="6120485"/>
                  <a:ext cx="274320" cy="0"/>
                </a:xfrm>
                <a:prstGeom prst="straightConnector1">
                  <a:avLst/>
                </a:prstGeom>
                <a:noFill/>
                <a:ln cap="flat" cmpd="sng" w="38100">
                  <a:solidFill>
                    <a:srgbClr val="0000FF"/>
                  </a:solidFill>
                  <a:prstDash val="solid"/>
                  <a:miter lim="800000"/>
                  <a:headEnd len="sm" w="sm" type="none"/>
                  <a:tailEnd len="sm" w="sm" type="none"/>
                </a:ln>
              </p:spPr>
            </p:cxnSp>
          </p:grpSp>
          <p:grpSp>
            <p:nvGrpSpPr>
              <p:cNvPr id="106" name="Google Shape;106;p15"/>
              <p:cNvGrpSpPr/>
              <p:nvPr/>
            </p:nvGrpSpPr>
            <p:grpSpPr>
              <a:xfrm>
                <a:off x="4612148" y="5582735"/>
                <a:ext cx="1892850" cy="215444"/>
                <a:chOff x="4612148" y="5689439"/>
                <a:chExt cx="1892850" cy="215444"/>
              </a:xfrm>
            </p:grpSpPr>
            <p:sp>
              <p:nvSpPr>
                <p:cNvPr id="107" name="Google Shape;107;p15"/>
                <p:cNvSpPr/>
                <p:nvPr/>
              </p:nvSpPr>
              <p:spPr>
                <a:xfrm>
                  <a:off x="4962909" y="5689439"/>
                  <a:ext cx="1542089" cy="2154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MCH Surface (Fc1)</a:t>
                  </a:r>
                  <a:endParaRPr b="0" i="0" sz="1400" u="none" cap="none" strike="noStrike">
                    <a:solidFill>
                      <a:schemeClr val="dk1"/>
                    </a:solidFill>
                    <a:latin typeface="Arial"/>
                    <a:ea typeface="Arial"/>
                    <a:cs typeface="Arial"/>
                    <a:sym typeface="Arial"/>
                  </a:endParaRPr>
                </a:p>
              </p:txBody>
            </p:sp>
            <p:cxnSp>
              <p:nvCxnSpPr>
                <p:cNvPr id="108" name="Google Shape;108;p15"/>
                <p:cNvCxnSpPr/>
                <p:nvPr/>
              </p:nvCxnSpPr>
              <p:spPr>
                <a:xfrm>
                  <a:off x="4612148" y="5797161"/>
                  <a:ext cx="274320" cy="0"/>
                </a:xfrm>
                <a:prstGeom prst="straightConnector1">
                  <a:avLst/>
                </a:prstGeom>
                <a:noFill/>
                <a:ln cap="flat" cmpd="sng" w="38100">
                  <a:solidFill>
                    <a:srgbClr val="FF0000"/>
                  </a:solidFill>
                  <a:prstDash val="solid"/>
                  <a:miter lim="800000"/>
                  <a:headEnd len="sm" w="sm" type="none"/>
                  <a:tailEnd len="sm" w="sm" type="none"/>
                </a:ln>
              </p:spPr>
            </p:cxnSp>
          </p:grpSp>
          <p:grpSp>
            <p:nvGrpSpPr>
              <p:cNvPr id="109" name="Google Shape;109;p15"/>
              <p:cNvGrpSpPr/>
              <p:nvPr/>
            </p:nvGrpSpPr>
            <p:grpSpPr>
              <a:xfrm>
                <a:off x="4616957" y="5335587"/>
                <a:ext cx="1854121" cy="215444"/>
                <a:chOff x="4616957" y="5335587"/>
                <a:chExt cx="1854121" cy="215444"/>
              </a:xfrm>
            </p:grpSpPr>
            <p:sp>
              <p:nvSpPr>
                <p:cNvPr id="110" name="Google Shape;110;p15"/>
                <p:cNvSpPr/>
                <p:nvPr/>
              </p:nvSpPr>
              <p:spPr>
                <a:xfrm>
                  <a:off x="4967718" y="5335587"/>
                  <a:ext cx="1503360" cy="2154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RNA Surface (Fc3)</a:t>
                  </a:r>
                  <a:endParaRPr b="0" i="0" sz="1400" u="none" cap="none" strike="noStrike">
                    <a:solidFill>
                      <a:schemeClr val="dk1"/>
                    </a:solidFill>
                    <a:latin typeface="Arial"/>
                    <a:ea typeface="Arial"/>
                    <a:cs typeface="Arial"/>
                    <a:sym typeface="Arial"/>
                  </a:endParaRPr>
                </a:p>
              </p:txBody>
            </p:sp>
            <p:cxnSp>
              <p:nvCxnSpPr>
                <p:cNvPr id="111" name="Google Shape;111;p15"/>
                <p:cNvCxnSpPr/>
                <p:nvPr/>
              </p:nvCxnSpPr>
              <p:spPr>
                <a:xfrm>
                  <a:off x="4616957" y="5443309"/>
                  <a:ext cx="274320" cy="0"/>
                </a:xfrm>
                <a:prstGeom prst="straightConnector1">
                  <a:avLst/>
                </a:prstGeom>
                <a:noFill/>
                <a:ln cap="flat" cmpd="sng" w="38100">
                  <a:solidFill>
                    <a:srgbClr val="228B22"/>
                  </a:solidFill>
                  <a:prstDash val="solid"/>
                  <a:miter lim="800000"/>
                  <a:headEnd len="sm" w="sm" type="none"/>
                  <a:tailEnd len="sm" w="sm" type="none"/>
                </a:ln>
              </p:spPr>
            </p:cxnSp>
          </p:grpSp>
        </p:grpSp>
      </p:grpSp>
      <p:sp>
        <p:nvSpPr>
          <p:cNvPr id="112" name="Google Shape;112;p15"/>
          <p:cNvSpPr txBox="1"/>
          <p:nvPr/>
        </p:nvSpPr>
        <p:spPr>
          <a:xfrm>
            <a:off x="1704352" y="80914"/>
            <a:ext cx="8783297"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dk2"/>
                </a:solidFill>
                <a:latin typeface="Arial"/>
                <a:ea typeface="Arial"/>
                <a:cs typeface="Arial"/>
                <a:sym typeface="Arial"/>
              </a:rPr>
              <a:t>Binding Results</a:t>
            </a:r>
            <a:endParaRPr b="1" sz="3200">
              <a:solidFill>
                <a:schemeClr val="dk2"/>
              </a:solidFill>
              <a:latin typeface="Arial"/>
              <a:ea typeface="Arial"/>
              <a:cs typeface="Arial"/>
              <a:sym typeface="Arial"/>
            </a:endParaRPr>
          </a:p>
        </p:txBody>
      </p:sp>
      <p:sp>
        <p:nvSpPr>
          <p:cNvPr id="113" name="Google Shape;113;p15"/>
          <p:cNvSpPr txBox="1"/>
          <p:nvPr/>
        </p:nvSpPr>
        <p:spPr>
          <a:xfrm>
            <a:off x="190748" y="3803651"/>
            <a:ext cx="11366668" cy="830997"/>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228B22"/>
              </a:buClr>
              <a:buSzPts val="1600"/>
              <a:buFont typeface="Arial"/>
              <a:buChar char="•"/>
            </a:pPr>
            <a:r>
              <a:rPr lang="en-US" sz="1600">
                <a:solidFill>
                  <a:srgbClr val="228B22"/>
                </a:solidFill>
                <a:latin typeface="Arial"/>
                <a:ea typeface="Arial"/>
                <a:cs typeface="Arial"/>
                <a:sym typeface="Arial"/>
              </a:rPr>
              <a:t>Green</a:t>
            </a:r>
            <a:r>
              <a:rPr lang="en-US" sz="1600">
                <a:solidFill>
                  <a:schemeClr val="dk1"/>
                </a:solidFill>
                <a:latin typeface="Arial"/>
                <a:ea typeface="Arial"/>
                <a:cs typeface="Arial"/>
                <a:sym typeface="Arial"/>
              </a:rPr>
              <a:t> curve is the raw sensorgram showing binding to the active, RNA surface.</a:t>
            </a:r>
            <a:endParaRPr/>
          </a:p>
          <a:p>
            <a:pPr indent="-285750" lvl="0" marL="285750" marR="0" rtl="0" algn="l">
              <a:spcBef>
                <a:spcPts val="0"/>
              </a:spcBef>
              <a:spcAft>
                <a:spcPts val="0"/>
              </a:spcAft>
              <a:buClr>
                <a:srgbClr val="FF0000"/>
              </a:buClr>
              <a:buSzPts val="1600"/>
              <a:buFont typeface="Arial"/>
              <a:buChar char="•"/>
            </a:pPr>
            <a:r>
              <a:rPr lang="en-US" sz="1600">
                <a:solidFill>
                  <a:srgbClr val="FF0000"/>
                </a:solidFill>
                <a:latin typeface="Arial"/>
                <a:ea typeface="Arial"/>
                <a:cs typeface="Arial"/>
                <a:sym typeface="Arial"/>
              </a:rPr>
              <a:t>Red</a:t>
            </a:r>
            <a:r>
              <a:rPr lang="en-US" sz="1600">
                <a:solidFill>
                  <a:schemeClr val="dk1"/>
                </a:solidFill>
                <a:latin typeface="Arial"/>
                <a:ea typeface="Arial"/>
                <a:cs typeface="Arial"/>
                <a:sym typeface="Arial"/>
              </a:rPr>
              <a:t> curve is the raw sensorgram showing non-specific binding to the control, MCH surface.</a:t>
            </a:r>
            <a:endParaRPr/>
          </a:p>
          <a:p>
            <a:pPr indent="-285750" lvl="0" marL="285750" marR="0" rtl="0" algn="l">
              <a:spcBef>
                <a:spcPts val="0"/>
              </a:spcBef>
              <a:spcAft>
                <a:spcPts val="0"/>
              </a:spcAft>
              <a:buClr>
                <a:srgbClr val="0000FF"/>
              </a:buClr>
              <a:buSzPts val="1600"/>
              <a:buFont typeface="Arial"/>
              <a:buChar char="•"/>
            </a:pPr>
            <a:r>
              <a:rPr lang="en-US" sz="1600">
                <a:solidFill>
                  <a:srgbClr val="0000FF"/>
                </a:solidFill>
                <a:latin typeface="Arial"/>
                <a:ea typeface="Arial"/>
                <a:cs typeface="Arial"/>
                <a:sym typeface="Arial"/>
              </a:rPr>
              <a:t>Blue</a:t>
            </a:r>
            <a:r>
              <a:rPr lang="en-US" sz="1600">
                <a:solidFill>
                  <a:schemeClr val="dk1"/>
                </a:solidFill>
                <a:latin typeface="Arial"/>
                <a:ea typeface="Arial"/>
                <a:cs typeface="Arial"/>
                <a:sym typeface="Arial"/>
              </a:rPr>
              <a:t> curve is the reference subtracted sensorgram showing specific binding to the RNA surface.</a:t>
            </a:r>
            <a:endParaRPr sz="1600">
              <a:solidFill>
                <a:schemeClr val="dk1"/>
              </a:solidFill>
              <a:latin typeface="Arial"/>
              <a:ea typeface="Arial"/>
              <a:cs typeface="Arial"/>
              <a:sym typeface="Arial"/>
            </a:endParaRPr>
          </a:p>
        </p:txBody>
      </p:sp>
      <p:grpSp>
        <p:nvGrpSpPr>
          <p:cNvPr id="114" name="Google Shape;114;p15"/>
          <p:cNvGrpSpPr/>
          <p:nvPr/>
        </p:nvGrpSpPr>
        <p:grpSpPr>
          <a:xfrm>
            <a:off x="300623" y="914400"/>
            <a:ext cx="11590755" cy="2944613"/>
            <a:chOff x="377896" y="943044"/>
            <a:chExt cx="11590755" cy="2944613"/>
          </a:xfrm>
        </p:grpSpPr>
        <p:grpSp>
          <p:nvGrpSpPr>
            <p:cNvPr id="115" name="Google Shape;115;p15"/>
            <p:cNvGrpSpPr/>
            <p:nvPr/>
          </p:nvGrpSpPr>
          <p:grpSpPr>
            <a:xfrm>
              <a:off x="10125547" y="1887403"/>
              <a:ext cx="1167054" cy="540345"/>
              <a:chOff x="4218976" y="2421999"/>
              <a:chExt cx="1167054" cy="540345"/>
            </a:xfrm>
          </p:grpSpPr>
          <p:sp>
            <p:nvSpPr>
              <p:cNvPr id="116" name="Google Shape;116;p15"/>
              <p:cNvSpPr/>
              <p:nvPr/>
            </p:nvSpPr>
            <p:spPr>
              <a:xfrm rot="5400000">
                <a:off x="4708716" y="2691392"/>
                <a:ext cx="187575" cy="354329"/>
              </a:xfrm>
              <a:prstGeom prst="leftBrace">
                <a:avLst>
                  <a:gd fmla="val 8333" name="adj1"/>
                  <a:gd fmla="val 50000" name="adj2"/>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15"/>
              <p:cNvSpPr txBox="1"/>
              <p:nvPr/>
            </p:nvSpPr>
            <p:spPr>
              <a:xfrm>
                <a:off x="4218976" y="2421999"/>
                <a:ext cx="116705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700">
                    <a:solidFill>
                      <a:schemeClr val="dk1"/>
                    </a:solidFill>
                    <a:latin typeface="Arial"/>
                    <a:ea typeface="Arial"/>
                    <a:cs typeface="Arial"/>
                    <a:sym typeface="Arial"/>
                  </a:rPr>
                  <a:t>Regeneration portion of curve removed for clarity</a:t>
                </a:r>
                <a:endParaRPr sz="700">
                  <a:solidFill>
                    <a:schemeClr val="dk1"/>
                  </a:solidFill>
                  <a:latin typeface="Arial"/>
                  <a:ea typeface="Arial"/>
                  <a:cs typeface="Arial"/>
                  <a:sym typeface="Arial"/>
                </a:endParaRPr>
              </a:p>
            </p:txBody>
          </p:sp>
        </p:grpSp>
        <p:grpSp>
          <p:nvGrpSpPr>
            <p:cNvPr id="118" name="Google Shape;118;p15"/>
            <p:cNvGrpSpPr/>
            <p:nvPr/>
          </p:nvGrpSpPr>
          <p:grpSpPr>
            <a:xfrm>
              <a:off x="4131997" y="1843188"/>
              <a:ext cx="1167054" cy="540345"/>
              <a:chOff x="4218976" y="2421999"/>
              <a:chExt cx="1167054" cy="540345"/>
            </a:xfrm>
          </p:grpSpPr>
          <p:sp>
            <p:nvSpPr>
              <p:cNvPr id="119" name="Google Shape;119;p15"/>
              <p:cNvSpPr/>
              <p:nvPr/>
            </p:nvSpPr>
            <p:spPr>
              <a:xfrm rot="5400000">
                <a:off x="4708716" y="2691392"/>
                <a:ext cx="187575" cy="354329"/>
              </a:xfrm>
              <a:prstGeom prst="leftBrace">
                <a:avLst>
                  <a:gd fmla="val 8333" name="adj1"/>
                  <a:gd fmla="val 50000" name="adj2"/>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0" name="Google Shape;120;p15"/>
              <p:cNvSpPr txBox="1"/>
              <p:nvPr/>
            </p:nvSpPr>
            <p:spPr>
              <a:xfrm>
                <a:off x="4218976" y="2421999"/>
                <a:ext cx="116705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700">
                    <a:solidFill>
                      <a:schemeClr val="dk1"/>
                    </a:solidFill>
                    <a:latin typeface="Arial"/>
                    <a:ea typeface="Arial"/>
                    <a:cs typeface="Arial"/>
                    <a:sym typeface="Arial"/>
                  </a:rPr>
                  <a:t>Regeneration portion of curve removed for clarity</a:t>
                </a:r>
                <a:endParaRPr sz="700">
                  <a:solidFill>
                    <a:schemeClr val="dk1"/>
                  </a:solidFill>
                  <a:latin typeface="Arial"/>
                  <a:ea typeface="Arial"/>
                  <a:cs typeface="Arial"/>
                  <a:sym typeface="Arial"/>
                </a:endParaRPr>
              </a:p>
            </p:txBody>
          </p:sp>
        </p:grpSp>
        <p:grpSp>
          <p:nvGrpSpPr>
            <p:cNvPr id="121" name="Google Shape;121;p15"/>
            <p:cNvGrpSpPr/>
            <p:nvPr/>
          </p:nvGrpSpPr>
          <p:grpSpPr>
            <a:xfrm>
              <a:off x="6375663" y="943044"/>
              <a:ext cx="5592988" cy="2944613"/>
              <a:chOff x="318417" y="1273175"/>
              <a:chExt cx="5592988" cy="2944613"/>
            </a:xfrm>
          </p:grpSpPr>
          <p:cxnSp>
            <p:nvCxnSpPr>
              <p:cNvPr id="122" name="Google Shape;122;p15"/>
              <p:cNvCxnSpPr/>
              <p:nvPr/>
            </p:nvCxnSpPr>
            <p:spPr>
              <a:xfrm rot="10800000">
                <a:off x="811213" y="1389063"/>
                <a:ext cx="0" cy="2471738"/>
              </a:xfrm>
              <a:prstGeom prst="straightConnector1">
                <a:avLst/>
              </a:prstGeom>
              <a:noFill/>
              <a:ln cap="flat" cmpd="sng" w="9525">
                <a:solidFill>
                  <a:srgbClr val="000000"/>
                </a:solidFill>
                <a:prstDash val="solid"/>
                <a:round/>
                <a:headEnd len="med" w="med" type="none"/>
                <a:tailEnd len="med" w="med" type="none"/>
              </a:ln>
            </p:spPr>
          </p:cxnSp>
          <p:cxnSp>
            <p:nvCxnSpPr>
              <p:cNvPr id="123" name="Google Shape;123;p15"/>
              <p:cNvCxnSpPr/>
              <p:nvPr/>
            </p:nvCxnSpPr>
            <p:spPr>
              <a:xfrm rot="10800000">
                <a:off x="803275" y="3860800"/>
                <a:ext cx="11113" cy="0"/>
              </a:xfrm>
              <a:prstGeom prst="straightConnector1">
                <a:avLst/>
              </a:prstGeom>
              <a:noFill/>
              <a:ln cap="flat" cmpd="sng" w="9525">
                <a:solidFill>
                  <a:srgbClr val="000000"/>
                </a:solidFill>
                <a:prstDash val="solid"/>
                <a:round/>
                <a:headEnd len="med" w="med" type="none"/>
                <a:tailEnd len="med" w="med" type="none"/>
              </a:ln>
            </p:spPr>
          </p:cxnSp>
          <p:cxnSp>
            <p:nvCxnSpPr>
              <p:cNvPr id="124" name="Google Shape;124;p15"/>
              <p:cNvCxnSpPr/>
              <p:nvPr/>
            </p:nvCxnSpPr>
            <p:spPr>
              <a:xfrm rot="10800000">
                <a:off x="803275" y="3552825"/>
                <a:ext cx="11113" cy="0"/>
              </a:xfrm>
              <a:prstGeom prst="straightConnector1">
                <a:avLst/>
              </a:prstGeom>
              <a:noFill/>
              <a:ln cap="flat" cmpd="sng" w="9525">
                <a:solidFill>
                  <a:srgbClr val="000000"/>
                </a:solidFill>
                <a:prstDash val="solid"/>
                <a:round/>
                <a:headEnd len="med" w="med" type="none"/>
                <a:tailEnd len="med" w="med" type="none"/>
              </a:ln>
            </p:spPr>
          </p:cxnSp>
          <p:cxnSp>
            <p:nvCxnSpPr>
              <p:cNvPr id="125" name="Google Shape;125;p15"/>
              <p:cNvCxnSpPr/>
              <p:nvPr/>
            </p:nvCxnSpPr>
            <p:spPr>
              <a:xfrm rot="10800000">
                <a:off x="803275" y="3243263"/>
                <a:ext cx="11113" cy="0"/>
              </a:xfrm>
              <a:prstGeom prst="straightConnector1">
                <a:avLst/>
              </a:prstGeom>
              <a:noFill/>
              <a:ln cap="flat" cmpd="sng" w="9525">
                <a:solidFill>
                  <a:srgbClr val="000000"/>
                </a:solidFill>
                <a:prstDash val="solid"/>
                <a:round/>
                <a:headEnd len="med" w="med" type="none"/>
                <a:tailEnd len="med" w="med" type="none"/>
              </a:ln>
            </p:spPr>
          </p:cxnSp>
          <p:cxnSp>
            <p:nvCxnSpPr>
              <p:cNvPr id="126" name="Google Shape;126;p15"/>
              <p:cNvCxnSpPr/>
              <p:nvPr/>
            </p:nvCxnSpPr>
            <p:spPr>
              <a:xfrm rot="10800000">
                <a:off x="803275" y="2935288"/>
                <a:ext cx="11113" cy="0"/>
              </a:xfrm>
              <a:prstGeom prst="straightConnector1">
                <a:avLst/>
              </a:prstGeom>
              <a:noFill/>
              <a:ln cap="flat" cmpd="sng" w="9525">
                <a:solidFill>
                  <a:srgbClr val="000000"/>
                </a:solidFill>
                <a:prstDash val="solid"/>
                <a:round/>
                <a:headEnd len="med" w="med" type="none"/>
                <a:tailEnd len="med" w="med" type="none"/>
              </a:ln>
            </p:spPr>
          </p:cxnSp>
          <p:cxnSp>
            <p:nvCxnSpPr>
              <p:cNvPr id="127" name="Google Shape;127;p15"/>
              <p:cNvCxnSpPr/>
              <p:nvPr/>
            </p:nvCxnSpPr>
            <p:spPr>
              <a:xfrm rot="10800000">
                <a:off x="803275" y="2625725"/>
                <a:ext cx="11113" cy="0"/>
              </a:xfrm>
              <a:prstGeom prst="straightConnector1">
                <a:avLst/>
              </a:prstGeom>
              <a:noFill/>
              <a:ln cap="flat" cmpd="sng" w="9525">
                <a:solidFill>
                  <a:srgbClr val="000000"/>
                </a:solidFill>
                <a:prstDash val="solid"/>
                <a:round/>
                <a:headEnd len="med" w="med" type="none"/>
                <a:tailEnd len="med" w="med" type="none"/>
              </a:ln>
            </p:spPr>
          </p:cxnSp>
          <p:cxnSp>
            <p:nvCxnSpPr>
              <p:cNvPr id="128" name="Google Shape;128;p15"/>
              <p:cNvCxnSpPr/>
              <p:nvPr/>
            </p:nvCxnSpPr>
            <p:spPr>
              <a:xfrm rot="10800000">
                <a:off x="803275" y="2317750"/>
                <a:ext cx="11113" cy="0"/>
              </a:xfrm>
              <a:prstGeom prst="straightConnector1">
                <a:avLst/>
              </a:prstGeom>
              <a:noFill/>
              <a:ln cap="flat" cmpd="sng" w="9525">
                <a:solidFill>
                  <a:srgbClr val="000000"/>
                </a:solidFill>
                <a:prstDash val="solid"/>
                <a:round/>
                <a:headEnd len="med" w="med" type="none"/>
                <a:tailEnd len="med" w="med" type="none"/>
              </a:ln>
            </p:spPr>
          </p:cxnSp>
          <p:cxnSp>
            <p:nvCxnSpPr>
              <p:cNvPr id="129" name="Google Shape;129;p15"/>
              <p:cNvCxnSpPr/>
              <p:nvPr/>
            </p:nvCxnSpPr>
            <p:spPr>
              <a:xfrm rot="10800000">
                <a:off x="803275" y="2009775"/>
                <a:ext cx="11113" cy="0"/>
              </a:xfrm>
              <a:prstGeom prst="straightConnector1">
                <a:avLst/>
              </a:prstGeom>
              <a:noFill/>
              <a:ln cap="flat" cmpd="sng" w="9525">
                <a:solidFill>
                  <a:srgbClr val="000000"/>
                </a:solidFill>
                <a:prstDash val="solid"/>
                <a:round/>
                <a:headEnd len="med" w="med" type="none"/>
                <a:tailEnd len="med" w="med" type="none"/>
              </a:ln>
            </p:spPr>
          </p:cxnSp>
          <p:cxnSp>
            <p:nvCxnSpPr>
              <p:cNvPr id="130" name="Google Shape;130;p15"/>
              <p:cNvCxnSpPr/>
              <p:nvPr/>
            </p:nvCxnSpPr>
            <p:spPr>
              <a:xfrm rot="10800000">
                <a:off x="803275" y="1700213"/>
                <a:ext cx="11113" cy="0"/>
              </a:xfrm>
              <a:prstGeom prst="straightConnector1">
                <a:avLst/>
              </a:prstGeom>
              <a:noFill/>
              <a:ln cap="flat" cmpd="sng" w="9525">
                <a:solidFill>
                  <a:srgbClr val="000000"/>
                </a:solidFill>
                <a:prstDash val="solid"/>
                <a:round/>
                <a:headEnd len="med" w="med" type="none"/>
                <a:tailEnd len="med" w="med" type="none"/>
              </a:ln>
            </p:spPr>
          </p:cxnSp>
          <p:cxnSp>
            <p:nvCxnSpPr>
              <p:cNvPr id="131" name="Google Shape;131;p15"/>
              <p:cNvCxnSpPr/>
              <p:nvPr/>
            </p:nvCxnSpPr>
            <p:spPr>
              <a:xfrm rot="10800000">
                <a:off x="803275" y="1390650"/>
                <a:ext cx="11113" cy="0"/>
              </a:xfrm>
              <a:prstGeom prst="straightConnector1">
                <a:avLst/>
              </a:prstGeom>
              <a:noFill/>
              <a:ln cap="flat" cmpd="sng" w="9525">
                <a:solidFill>
                  <a:srgbClr val="000000"/>
                </a:solidFill>
                <a:prstDash val="solid"/>
                <a:round/>
                <a:headEnd len="med" w="med" type="none"/>
                <a:tailEnd len="med" w="med" type="none"/>
              </a:ln>
            </p:spPr>
          </p:cxnSp>
          <p:cxnSp>
            <p:nvCxnSpPr>
              <p:cNvPr id="132" name="Google Shape;132;p15"/>
              <p:cNvCxnSpPr/>
              <p:nvPr/>
            </p:nvCxnSpPr>
            <p:spPr>
              <a:xfrm rot="10800000">
                <a:off x="790575" y="3860800"/>
                <a:ext cx="30163" cy="0"/>
              </a:xfrm>
              <a:prstGeom prst="straightConnector1">
                <a:avLst/>
              </a:prstGeom>
              <a:noFill/>
              <a:ln cap="flat" cmpd="sng" w="9525">
                <a:solidFill>
                  <a:srgbClr val="000000"/>
                </a:solidFill>
                <a:prstDash val="solid"/>
                <a:round/>
                <a:headEnd len="med" w="med" type="none"/>
                <a:tailEnd len="med" w="med" type="none"/>
              </a:ln>
            </p:spPr>
          </p:cxnSp>
          <p:cxnSp>
            <p:nvCxnSpPr>
              <p:cNvPr id="133" name="Google Shape;133;p15"/>
              <p:cNvCxnSpPr/>
              <p:nvPr/>
            </p:nvCxnSpPr>
            <p:spPr>
              <a:xfrm rot="10800000">
                <a:off x="790575" y="3243263"/>
                <a:ext cx="30163" cy="0"/>
              </a:xfrm>
              <a:prstGeom prst="straightConnector1">
                <a:avLst/>
              </a:prstGeom>
              <a:noFill/>
              <a:ln cap="flat" cmpd="sng" w="9525">
                <a:solidFill>
                  <a:srgbClr val="000000"/>
                </a:solidFill>
                <a:prstDash val="solid"/>
                <a:round/>
                <a:headEnd len="med" w="med" type="none"/>
                <a:tailEnd len="med" w="med" type="none"/>
              </a:ln>
            </p:spPr>
          </p:cxnSp>
          <p:cxnSp>
            <p:nvCxnSpPr>
              <p:cNvPr id="134" name="Google Shape;134;p15"/>
              <p:cNvCxnSpPr/>
              <p:nvPr/>
            </p:nvCxnSpPr>
            <p:spPr>
              <a:xfrm rot="10800000">
                <a:off x="790575" y="2625725"/>
                <a:ext cx="30163" cy="0"/>
              </a:xfrm>
              <a:prstGeom prst="straightConnector1">
                <a:avLst/>
              </a:prstGeom>
              <a:noFill/>
              <a:ln cap="flat" cmpd="sng" w="9525">
                <a:solidFill>
                  <a:srgbClr val="000000"/>
                </a:solidFill>
                <a:prstDash val="solid"/>
                <a:round/>
                <a:headEnd len="med" w="med" type="none"/>
                <a:tailEnd len="med" w="med" type="none"/>
              </a:ln>
            </p:spPr>
          </p:cxnSp>
          <p:cxnSp>
            <p:nvCxnSpPr>
              <p:cNvPr id="135" name="Google Shape;135;p15"/>
              <p:cNvCxnSpPr/>
              <p:nvPr/>
            </p:nvCxnSpPr>
            <p:spPr>
              <a:xfrm rot="10800000">
                <a:off x="790575" y="2009775"/>
                <a:ext cx="30163" cy="0"/>
              </a:xfrm>
              <a:prstGeom prst="straightConnector1">
                <a:avLst/>
              </a:prstGeom>
              <a:noFill/>
              <a:ln cap="flat" cmpd="sng" w="9525">
                <a:solidFill>
                  <a:srgbClr val="000000"/>
                </a:solidFill>
                <a:prstDash val="solid"/>
                <a:round/>
                <a:headEnd len="med" w="med" type="none"/>
                <a:tailEnd len="med" w="med" type="none"/>
              </a:ln>
            </p:spPr>
          </p:cxnSp>
          <p:cxnSp>
            <p:nvCxnSpPr>
              <p:cNvPr id="136" name="Google Shape;136;p15"/>
              <p:cNvCxnSpPr/>
              <p:nvPr/>
            </p:nvCxnSpPr>
            <p:spPr>
              <a:xfrm rot="10800000">
                <a:off x="790575" y="1390650"/>
                <a:ext cx="30163" cy="0"/>
              </a:xfrm>
              <a:prstGeom prst="straightConnector1">
                <a:avLst/>
              </a:prstGeom>
              <a:noFill/>
              <a:ln cap="flat" cmpd="sng" w="9525">
                <a:solidFill>
                  <a:srgbClr val="000000"/>
                </a:solidFill>
                <a:prstDash val="solid"/>
                <a:round/>
                <a:headEnd len="med" w="med" type="none"/>
                <a:tailEnd len="med" w="med" type="none"/>
              </a:ln>
            </p:spPr>
          </p:cxnSp>
          <p:sp>
            <p:nvSpPr>
              <p:cNvPr id="137" name="Google Shape;137;p15"/>
              <p:cNvSpPr/>
              <p:nvPr/>
            </p:nvSpPr>
            <p:spPr>
              <a:xfrm>
                <a:off x="562943" y="3794057"/>
                <a:ext cx="18434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-50</a:t>
                </a:r>
                <a:endParaRPr b="0" i="0" sz="1000" u="none" cap="none" strike="noStrike">
                  <a:solidFill>
                    <a:schemeClr val="dk1"/>
                  </a:solidFill>
                  <a:latin typeface="Arial"/>
                  <a:ea typeface="Arial"/>
                  <a:cs typeface="Arial"/>
                  <a:sym typeface="Arial"/>
                </a:endParaRPr>
              </a:p>
            </p:txBody>
          </p:sp>
          <p:sp>
            <p:nvSpPr>
              <p:cNvPr id="138" name="Google Shape;138;p15"/>
              <p:cNvSpPr/>
              <p:nvPr/>
            </p:nvSpPr>
            <p:spPr>
              <a:xfrm>
                <a:off x="602631" y="3176519"/>
                <a:ext cx="70532"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a:t>
                </a:r>
                <a:endParaRPr b="0" i="0" sz="1000" u="none" cap="none" strike="noStrike">
                  <a:solidFill>
                    <a:schemeClr val="dk1"/>
                  </a:solidFill>
                  <a:latin typeface="Arial"/>
                  <a:ea typeface="Arial"/>
                  <a:cs typeface="Arial"/>
                  <a:sym typeface="Arial"/>
                </a:endParaRPr>
              </a:p>
            </p:txBody>
          </p:sp>
          <p:sp>
            <p:nvSpPr>
              <p:cNvPr id="139" name="Google Shape;139;p15"/>
              <p:cNvSpPr/>
              <p:nvPr/>
            </p:nvSpPr>
            <p:spPr>
              <a:xfrm>
                <a:off x="577231" y="2560569"/>
                <a:ext cx="141064"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50</a:t>
                </a:r>
                <a:endParaRPr b="0" i="0" sz="1000" u="none" cap="none" strike="noStrike">
                  <a:solidFill>
                    <a:schemeClr val="dk1"/>
                  </a:solidFill>
                  <a:latin typeface="Arial"/>
                  <a:ea typeface="Arial"/>
                  <a:cs typeface="Arial"/>
                  <a:sym typeface="Arial"/>
                </a:endParaRPr>
              </a:p>
            </p:txBody>
          </p:sp>
          <p:sp>
            <p:nvSpPr>
              <p:cNvPr id="140" name="Google Shape;140;p15"/>
              <p:cNvSpPr/>
              <p:nvPr/>
            </p:nvSpPr>
            <p:spPr>
              <a:xfrm>
                <a:off x="550243" y="1943032"/>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100</a:t>
                </a:r>
                <a:endParaRPr b="0" i="0" sz="1000" u="none" cap="none" strike="noStrike">
                  <a:solidFill>
                    <a:schemeClr val="dk1"/>
                  </a:solidFill>
                  <a:latin typeface="Arial"/>
                  <a:ea typeface="Arial"/>
                  <a:cs typeface="Arial"/>
                  <a:sym typeface="Arial"/>
                </a:endParaRPr>
              </a:p>
            </p:txBody>
          </p:sp>
          <p:sp>
            <p:nvSpPr>
              <p:cNvPr id="141" name="Google Shape;141;p15"/>
              <p:cNvSpPr/>
              <p:nvPr/>
            </p:nvSpPr>
            <p:spPr>
              <a:xfrm>
                <a:off x="550243" y="1323907"/>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150</a:t>
                </a:r>
                <a:endParaRPr b="0" i="0" sz="1000" u="none" cap="none" strike="noStrike">
                  <a:solidFill>
                    <a:schemeClr val="dk1"/>
                  </a:solidFill>
                  <a:latin typeface="Arial"/>
                  <a:ea typeface="Arial"/>
                  <a:cs typeface="Arial"/>
                  <a:sym typeface="Arial"/>
                </a:endParaRPr>
              </a:p>
            </p:txBody>
          </p:sp>
          <p:cxnSp>
            <p:nvCxnSpPr>
              <p:cNvPr id="142" name="Google Shape;142;p15"/>
              <p:cNvCxnSpPr/>
              <p:nvPr/>
            </p:nvCxnSpPr>
            <p:spPr>
              <a:xfrm>
                <a:off x="811213" y="3860800"/>
                <a:ext cx="4865688" cy="0"/>
              </a:xfrm>
              <a:prstGeom prst="straightConnector1">
                <a:avLst/>
              </a:prstGeom>
              <a:noFill/>
              <a:ln cap="flat" cmpd="sng" w="9525">
                <a:solidFill>
                  <a:srgbClr val="000000"/>
                </a:solidFill>
                <a:prstDash val="solid"/>
                <a:round/>
                <a:headEnd len="med" w="med" type="none"/>
                <a:tailEnd len="med" w="med" type="none"/>
              </a:ln>
            </p:spPr>
          </p:cxnSp>
          <p:cxnSp>
            <p:nvCxnSpPr>
              <p:cNvPr id="143" name="Google Shape;143;p15"/>
              <p:cNvCxnSpPr/>
              <p:nvPr/>
            </p:nvCxnSpPr>
            <p:spPr>
              <a:xfrm>
                <a:off x="811213" y="38576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144" name="Google Shape;144;p15"/>
              <p:cNvCxnSpPr/>
              <p:nvPr/>
            </p:nvCxnSpPr>
            <p:spPr>
              <a:xfrm>
                <a:off x="1158875" y="38576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145" name="Google Shape;145;p15"/>
              <p:cNvCxnSpPr/>
              <p:nvPr/>
            </p:nvCxnSpPr>
            <p:spPr>
              <a:xfrm>
                <a:off x="1506538" y="38576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146" name="Google Shape;146;p15"/>
              <p:cNvCxnSpPr/>
              <p:nvPr/>
            </p:nvCxnSpPr>
            <p:spPr>
              <a:xfrm>
                <a:off x="1852613" y="38576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147" name="Google Shape;147;p15"/>
              <p:cNvCxnSpPr/>
              <p:nvPr/>
            </p:nvCxnSpPr>
            <p:spPr>
              <a:xfrm>
                <a:off x="2200275" y="38576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148" name="Google Shape;148;p15"/>
              <p:cNvCxnSpPr/>
              <p:nvPr/>
            </p:nvCxnSpPr>
            <p:spPr>
              <a:xfrm>
                <a:off x="2549525" y="38576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149" name="Google Shape;149;p15"/>
              <p:cNvCxnSpPr/>
              <p:nvPr/>
            </p:nvCxnSpPr>
            <p:spPr>
              <a:xfrm>
                <a:off x="2895600" y="38576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150" name="Google Shape;150;p15"/>
              <p:cNvCxnSpPr/>
              <p:nvPr/>
            </p:nvCxnSpPr>
            <p:spPr>
              <a:xfrm>
                <a:off x="3243263" y="38576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151" name="Google Shape;151;p15"/>
              <p:cNvCxnSpPr/>
              <p:nvPr/>
            </p:nvCxnSpPr>
            <p:spPr>
              <a:xfrm>
                <a:off x="3590925" y="38576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152" name="Google Shape;152;p15"/>
              <p:cNvCxnSpPr/>
              <p:nvPr/>
            </p:nvCxnSpPr>
            <p:spPr>
              <a:xfrm>
                <a:off x="3937000" y="38576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153" name="Google Shape;153;p15"/>
              <p:cNvCxnSpPr/>
              <p:nvPr/>
            </p:nvCxnSpPr>
            <p:spPr>
              <a:xfrm>
                <a:off x="4286250" y="38576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154" name="Google Shape;154;p15"/>
              <p:cNvCxnSpPr/>
              <p:nvPr/>
            </p:nvCxnSpPr>
            <p:spPr>
              <a:xfrm>
                <a:off x="4633913" y="38576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155" name="Google Shape;155;p15"/>
              <p:cNvCxnSpPr/>
              <p:nvPr/>
            </p:nvCxnSpPr>
            <p:spPr>
              <a:xfrm>
                <a:off x="4979988" y="38576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156" name="Google Shape;156;p15"/>
              <p:cNvCxnSpPr/>
              <p:nvPr/>
            </p:nvCxnSpPr>
            <p:spPr>
              <a:xfrm>
                <a:off x="5327650" y="38576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157" name="Google Shape;157;p15"/>
              <p:cNvCxnSpPr/>
              <p:nvPr/>
            </p:nvCxnSpPr>
            <p:spPr>
              <a:xfrm>
                <a:off x="5676900" y="38576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158" name="Google Shape;158;p15"/>
              <p:cNvCxnSpPr/>
              <p:nvPr/>
            </p:nvCxnSpPr>
            <p:spPr>
              <a:xfrm>
                <a:off x="811213" y="3851275"/>
                <a:ext cx="0" cy="30163"/>
              </a:xfrm>
              <a:prstGeom prst="straightConnector1">
                <a:avLst/>
              </a:prstGeom>
              <a:noFill/>
              <a:ln cap="flat" cmpd="sng" w="9525">
                <a:solidFill>
                  <a:srgbClr val="000000"/>
                </a:solidFill>
                <a:prstDash val="solid"/>
                <a:round/>
                <a:headEnd len="med" w="med" type="none"/>
                <a:tailEnd len="med" w="med" type="none"/>
              </a:ln>
            </p:spPr>
          </p:cxnSp>
          <p:cxnSp>
            <p:nvCxnSpPr>
              <p:cNvPr id="159" name="Google Shape;159;p15"/>
              <p:cNvCxnSpPr/>
              <p:nvPr/>
            </p:nvCxnSpPr>
            <p:spPr>
              <a:xfrm>
                <a:off x="1506538" y="3851275"/>
                <a:ext cx="0" cy="30163"/>
              </a:xfrm>
              <a:prstGeom prst="straightConnector1">
                <a:avLst/>
              </a:prstGeom>
              <a:noFill/>
              <a:ln cap="flat" cmpd="sng" w="9525">
                <a:solidFill>
                  <a:srgbClr val="000000"/>
                </a:solidFill>
                <a:prstDash val="solid"/>
                <a:round/>
                <a:headEnd len="med" w="med" type="none"/>
                <a:tailEnd len="med" w="med" type="none"/>
              </a:ln>
            </p:spPr>
          </p:cxnSp>
          <p:cxnSp>
            <p:nvCxnSpPr>
              <p:cNvPr id="160" name="Google Shape;160;p15"/>
              <p:cNvCxnSpPr/>
              <p:nvPr/>
            </p:nvCxnSpPr>
            <p:spPr>
              <a:xfrm>
                <a:off x="2200275" y="3851275"/>
                <a:ext cx="0" cy="30163"/>
              </a:xfrm>
              <a:prstGeom prst="straightConnector1">
                <a:avLst/>
              </a:prstGeom>
              <a:noFill/>
              <a:ln cap="flat" cmpd="sng" w="9525">
                <a:solidFill>
                  <a:srgbClr val="000000"/>
                </a:solidFill>
                <a:prstDash val="solid"/>
                <a:round/>
                <a:headEnd len="med" w="med" type="none"/>
                <a:tailEnd len="med" w="med" type="none"/>
              </a:ln>
            </p:spPr>
          </p:cxnSp>
          <p:cxnSp>
            <p:nvCxnSpPr>
              <p:cNvPr id="161" name="Google Shape;161;p15"/>
              <p:cNvCxnSpPr/>
              <p:nvPr/>
            </p:nvCxnSpPr>
            <p:spPr>
              <a:xfrm>
                <a:off x="2895600" y="3851275"/>
                <a:ext cx="0" cy="30163"/>
              </a:xfrm>
              <a:prstGeom prst="straightConnector1">
                <a:avLst/>
              </a:prstGeom>
              <a:noFill/>
              <a:ln cap="flat" cmpd="sng" w="9525">
                <a:solidFill>
                  <a:srgbClr val="000000"/>
                </a:solidFill>
                <a:prstDash val="solid"/>
                <a:round/>
                <a:headEnd len="med" w="med" type="none"/>
                <a:tailEnd len="med" w="med" type="none"/>
              </a:ln>
            </p:spPr>
          </p:cxnSp>
          <p:cxnSp>
            <p:nvCxnSpPr>
              <p:cNvPr id="162" name="Google Shape;162;p15"/>
              <p:cNvCxnSpPr/>
              <p:nvPr/>
            </p:nvCxnSpPr>
            <p:spPr>
              <a:xfrm>
                <a:off x="3590925" y="3851275"/>
                <a:ext cx="0" cy="30163"/>
              </a:xfrm>
              <a:prstGeom prst="straightConnector1">
                <a:avLst/>
              </a:prstGeom>
              <a:noFill/>
              <a:ln cap="flat" cmpd="sng" w="9525">
                <a:solidFill>
                  <a:srgbClr val="000000"/>
                </a:solidFill>
                <a:prstDash val="solid"/>
                <a:round/>
                <a:headEnd len="med" w="med" type="none"/>
                <a:tailEnd len="med" w="med" type="none"/>
              </a:ln>
            </p:spPr>
          </p:cxnSp>
          <p:cxnSp>
            <p:nvCxnSpPr>
              <p:cNvPr id="163" name="Google Shape;163;p15"/>
              <p:cNvCxnSpPr/>
              <p:nvPr/>
            </p:nvCxnSpPr>
            <p:spPr>
              <a:xfrm>
                <a:off x="4286250" y="3851275"/>
                <a:ext cx="0" cy="30163"/>
              </a:xfrm>
              <a:prstGeom prst="straightConnector1">
                <a:avLst/>
              </a:prstGeom>
              <a:noFill/>
              <a:ln cap="flat" cmpd="sng" w="9525">
                <a:solidFill>
                  <a:srgbClr val="000000"/>
                </a:solidFill>
                <a:prstDash val="solid"/>
                <a:round/>
                <a:headEnd len="med" w="med" type="none"/>
                <a:tailEnd len="med" w="med" type="none"/>
              </a:ln>
            </p:spPr>
          </p:cxnSp>
          <p:cxnSp>
            <p:nvCxnSpPr>
              <p:cNvPr id="164" name="Google Shape;164;p15"/>
              <p:cNvCxnSpPr/>
              <p:nvPr/>
            </p:nvCxnSpPr>
            <p:spPr>
              <a:xfrm>
                <a:off x="4979988" y="3851275"/>
                <a:ext cx="0" cy="30163"/>
              </a:xfrm>
              <a:prstGeom prst="straightConnector1">
                <a:avLst/>
              </a:prstGeom>
              <a:noFill/>
              <a:ln cap="flat" cmpd="sng" w="9525">
                <a:solidFill>
                  <a:srgbClr val="000000"/>
                </a:solidFill>
                <a:prstDash val="solid"/>
                <a:round/>
                <a:headEnd len="med" w="med" type="none"/>
                <a:tailEnd len="med" w="med" type="none"/>
              </a:ln>
            </p:spPr>
          </p:cxnSp>
          <p:cxnSp>
            <p:nvCxnSpPr>
              <p:cNvPr id="165" name="Google Shape;165;p15"/>
              <p:cNvCxnSpPr/>
              <p:nvPr/>
            </p:nvCxnSpPr>
            <p:spPr>
              <a:xfrm>
                <a:off x="5676900" y="3851275"/>
                <a:ext cx="0" cy="30163"/>
              </a:xfrm>
              <a:prstGeom prst="straightConnector1">
                <a:avLst/>
              </a:prstGeom>
              <a:noFill/>
              <a:ln cap="flat" cmpd="sng" w="9525">
                <a:solidFill>
                  <a:srgbClr val="000000"/>
                </a:solidFill>
                <a:prstDash val="solid"/>
                <a:round/>
                <a:headEnd len="med" w="med" type="none"/>
                <a:tailEnd len="med" w="med" type="none"/>
              </a:ln>
            </p:spPr>
          </p:cxnSp>
          <p:sp>
            <p:nvSpPr>
              <p:cNvPr id="166" name="Google Shape;166;p15"/>
              <p:cNvSpPr/>
              <p:nvPr/>
            </p:nvSpPr>
            <p:spPr>
              <a:xfrm>
                <a:off x="768350" y="3895725"/>
                <a:ext cx="254878"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167" name="Google Shape;167;p15"/>
              <p:cNvSpPr/>
              <p:nvPr/>
            </p:nvSpPr>
            <p:spPr>
              <a:xfrm>
                <a:off x="1493838" y="3895725"/>
                <a:ext cx="70532"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a:t>
                </a:r>
                <a:endParaRPr b="0" i="0" sz="1000" u="none" cap="none" strike="noStrike">
                  <a:solidFill>
                    <a:schemeClr val="dk1"/>
                  </a:solidFill>
                  <a:latin typeface="Arial"/>
                  <a:ea typeface="Arial"/>
                  <a:cs typeface="Arial"/>
                  <a:sym typeface="Arial"/>
                </a:endParaRPr>
              </a:p>
            </p:txBody>
          </p:sp>
          <p:sp>
            <p:nvSpPr>
              <p:cNvPr id="168" name="Google Shape;168;p15"/>
              <p:cNvSpPr/>
              <p:nvPr/>
            </p:nvSpPr>
            <p:spPr>
              <a:xfrm>
                <a:off x="2165350" y="3895725"/>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169" name="Google Shape;169;p15"/>
              <p:cNvSpPr/>
              <p:nvPr/>
            </p:nvSpPr>
            <p:spPr>
              <a:xfrm>
                <a:off x="2860675" y="3895725"/>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400</a:t>
                </a:r>
                <a:endParaRPr b="0" i="0" sz="1000" u="none" cap="none" strike="noStrike">
                  <a:solidFill>
                    <a:schemeClr val="dk1"/>
                  </a:solidFill>
                  <a:latin typeface="Arial"/>
                  <a:ea typeface="Arial"/>
                  <a:cs typeface="Arial"/>
                  <a:sym typeface="Arial"/>
                </a:endParaRPr>
              </a:p>
            </p:txBody>
          </p:sp>
          <p:sp>
            <p:nvSpPr>
              <p:cNvPr id="170" name="Google Shape;170;p15"/>
              <p:cNvSpPr/>
              <p:nvPr/>
            </p:nvSpPr>
            <p:spPr>
              <a:xfrm>
                <a:off x="3554413" y="3895725"/>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600</a:t>
                </a:r>
                <a:endParaRPr b="0" i="0" sz="1000" u="none" cap="none" strike="noStrike">
                  <a:solidFill>
                    <a:schemeClr val="dk1"/>
                  </a:solidFill>
                  <a:latin typeface="Arial"/>
                  <a:ea typeface="Arial"/>
                  <a:cs typeface="Arial"/>
                  <a:sym typeface="Arial"/>
                </a:endParaRPr>
              </a:p>
            </p:txBody>
          </p:sp>
          <p:sp>
            <p:nvSpPr>
              <p:cNvPr id="171" name="Google Shape;171;p15"/>
              <p:cNvSpPr/>
              <p:nvPr/>
            </p:nvSpPr>
            <p:spPr>
              <a:xfrm>
                <a:off x="4251325" y="3895725"/>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800</a:t>
                </a:r>
                <a:endParaRPr b="0" i="0" sz="1000" u="none" cap="none" strike="noStrike">
                  <a:solidFill>
                    <a:schemeClr val="dk1"/>
                  </a:solidFill>
                  <a:latin typeface="Arial"/>
                  <a:ea typeface="Arial"/>
                  <a:cs typeface="Arial"/>
                  <a:sym typeface="Arial"/>
                </a:endParaRPr>
              </a:p>
            </p:txBody>
          </p:sp>
          <p:sp>
            <p:nvSpPr>
              <p:cNvPr id="172" name="Google Shape;172;p15"/>
              <p:cNvSpPr/>
              <p:nvPr/>
            </p:nvSpPr>
            <p:spPr>
              <a:xfrm>
                <a:off x="4932363" y="3895725"/>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1000</a:t>
                </a:r>
                <a:endParaRPr b="0" i="0" sz="1000" u="none" cap="none" strike="noStrike">
                  <a:solidFill>
                    <a:schemeClr val="dk1"/>
                  </a:solidFill>
                  <a:latin typeface="Arial"/>
                  <a:ea typeface="Arial"/>
                  <a:cs typeface="Arial"/>
                  <a:sym typeface="Arial"/>
                </a:endParaRPr>
              </a:p>
            </p:txBody>
          </p:sp>
          <p:sp>
            <p:nvSpPr>
              <p:cNvPr id="173" name="Google Shape;173;p15"/>
              <p:cNvSpPr/>
              <p:nvPr/>
            </p:nvSpPr>
            <p:spPr>
              <a:xfrm>
                <a:off x="5629275" y="3895725"/>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1200</a:t>
                </a:r>
                <a:endParaRPr b="0" i="0" sz="1000" u="none" cap="none" strike="noStrike">
                  <a:solidFill>
                    <a:schemeClr val="dk1"/>
                  </a:solidFill>
                  <a:latin typeface="Arial"/>
                  <a:ea typeface="Arial"/>
                  <a:cs typeface="Arial"/>
                  <a:sym typeface="Arial"/>
                </a:endParaRPr>
              </a:p>
            </p:txBody>
          </p:sp>
          <p:sp>
            <p:nvSpPr>
              <p:cNvPr id="174" name="Google Shape;174;p15"/>
              <p:cNvSpPr/>
              <p:nvPr/>
            </p:nvSpPr>
            <p:spPr>
              <a:xfrm>
                <a:off x="2646363" y="1273175"/>
                <a:ext cx="1234697" cy="24622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BSA  400 nM</a:t>
                </a:r>
                <a:endParaRPr b="0" i="0" sz="1600" u="none" cap="none" strike="noStrike">
                  <a:solidFill>
                    <a:schemeClr val="dk1"/>
                  </a:solidFill>
                  <a:latin typeface="Arial"/>
                  <a:ea typeface="Arial"/>
                  <a:cs typeface="Arial"/>
                  <a:sym typeface="Arial"/>
                </a:endParaRPr>
              </a:p>
            </p:txBody>
          </p:sp>
          <p:sp>
            <p:nvSpPr>
              <p:cNvPr id="175" name="Google Shape;175;p15"/>
              <p:cNvSpPr/>
              <p:nvPr/>
            </p:nvSpPr>
            <p:spPr>
              <a:xfrm rot="-5400000">
                <a:off x="-63900" y="2489570"/>
                <a:ext cx="918521"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Response (RU)</a:t>
                </a:r>
                <a:endParaRPr b="0" i="0" sz="1000" u="none" cap="none" strike="noStrike">
                  <a:solidFill>
                    <a:schemeClr val="dk1"/>
                  </a:solidFill>
                  <a:latin typeface="Arial"/>
                  <a:ea typeface="Arial"/>
                  <a:cs typeface="Arial"/>
                  <a:sym typeface="Arial"/>
                </a:endParaRPr>
              </a:p>
            </p:txBody>
          </p:sp>
          <p:sp>
            <p:nvSpPr>
              <p:cNvPr id="176" name="Google Shape;176;p15"/>
              <p:cNvSpPr/>
              <p:nvPr/>
            </p:nvSpPr>
            <p:spPr>
              <a:xfrm>
                <a:off x="2917780" y="4063900"/>
                <a:ext cx="49051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Time (s)</a:t>
                </a:r>
                <a:endParaRPr b="0" i="0" sz="1000" u="none" cap="none" strike="noStrike">
                  <a:solidFill>
                    <a:schemeClr val="dk1"/>
                  </a:solidFill>
                  <a:latin typeface="Arial"/>
                  <a:ea typeface="Arial"/>
                  <a:cs typeface="Arial"/>
                  <a:sym typeface="Arial"/>
                </a:endParaRPr>
              </a:p>
            </p:txBody>
          </p:sp>
          <p:sp>
            <p:nvSpPr>
              <p:cNvPr id="177" name="Google Shape;177;p15"/>
              <p:cNvSpPr/>
              <p:nvPr/>
            </p:nvSpPr>
            <p:spPr>
              <a:xfrm flipH="1" rot="10800000">
                <a:off x="1301750" y="1758950"/>
                <a:ext cx="3208338" cy="1492250"/>
              </a:xfrm>
              <a:custGeom>
                <a:rect b="b" l="l" r="r" t="t"/>
                <a:pathLst>
                  <a:path extrusionOk="0" h="1008" w="2172">
                    <a:moveTo>
                      <a:pt x="0" y="1"/>
                    </a:moveTo>
                    <a:lnTo>
                      <a:pt x="1" y="1"/>
                    </a:lnTo>
                    <a:lnTo>
                      <a:pt x="2" y="2"/>
                    </a:lnTo>
                    <a:lnTo>
                      <a:pt x="4" y="2"/>
                    </a:lnTo>
                    <a:lnTo>
                      <a:pt x="5" y="2"/>
                    </a:lnTo>
                    <a:lnTo>
                      <a:pt x="7" y="2"/>
                    </a:lnTo>
                    <a:lnTo>
                      <a:pt x="8" y="2"/>
                    </a:lnTo>
                    <a:lnTo>
                      <a:pt x="10" y="2"/>
                    </a:lnTo>
                    <a:lnTo>
                      <a:pt x="11" y="2"/>
                    </a:lnTo>
                    <a:lnTo>
                      <a:pt x="12" y="2"/>
                    </a:lnTo>
                    <a:lnTo>
                      <a:pt x="14" y="2"/>
                    </a:lnTo>
                    <a:lnTo>
                      <a:pt x="15" y="2"/>
                    </a:lnTo>
                    <a:lnTo>
                      <a:pt x="17" y="2"/>
                    </a:lnTo>
                    <a:lnTo>
                      <a:pt x="18" y="2"/>
                    </a:lnTo>
                    <a:lnTo>
                      <a:pt x="19" y="2"/>
                    </a:lnTo>
                    <a:lnTo>
                      <a:pt x="21" y="2"/>
                    </a:lnTo>
                    <a:lnTo>
                      <a:pt x="22" y="0"/>
                    </a:lnTo>
                    <a:lnTo>
                      <a:pt x="24" y="7"/>
                    </a:lnTo>
                    <a:lnTo>
                      <a:pt x="25" y="4"/>
                    </a:lnTo>
                    <a:lnTo>
                      <a:pt x="26" y="3"/>
                    </a:lnTo>
                    <a:lnTo>
                      <a:pt x="28" y="3"/>
                    </a:lnTo>
                    <a:lnTo>
                      <a:pt x="29" y="3"/>
                    </a:lnTo>
                    <a:lnTo>
                      <a:pt x="31" y="2"/>
                    </a:lnTo>
                    <a:lnTo>
                      <a:pt x="32" y="2"/>
                    </a:lnTo>
                    <a:lnTo>
                      <a:pt x="33" y="2"/>
                    </a:lnTo>
                    <a:lnTo>
                      <a:pt x="35" y="2"/>
                    </a:lnTo>
                    <a:lnTo>
                      <a:pt x="36" y="2"/>
                    </a:lnTo>
                    <a:lnTo>
                      <a:pt x="38" y="2"/>
                    </a:lnTo>
                    <a:lnTo>
                      <a:pt x="39" y="2"/>
                    </a:lnTo>
                    <a:lnTo>
                      <a:pt x="41" y="2"/>
                    </a:lnTo>
                    <a:lnTo>
                      <a:pt x="42" y="2"/>
                    </a:lnTo>
                    <a:lnTo>
                      <a:pt x="43" y="2"/>
                    </a:lnTo>
                    <a:lnTo>
                      <a:pt x="45" y="3"/>
                    </a:lnTo>
                    <a:lnTo>
                      <a:pt x="46" y="2"/>
                    </a:lnTo>
                    <a:lnTo>
                      <a:pt x="48" y="2"/>
                    </a:lnTo>
                    <a:lnTo>
                      <a:pt x="49" y="2"/>
                    </a:lnTo>
                    <a:lnTo>
                      <a:pt x="50" y="2"/>
                    </a:lnTo>
                    <a:lnTo>
                      <a:pt x="52" y="2"/>
                    </a:lnTo>
                    <a:lnTo>
                      <a:pt x="53" y="2"/>
                    </a:lnTo>
                    <a:lnTo>
                      <a:pt x="55" y="2"/>
                    </a:lnTo>
                    <a:lnTo>
                      <a:pt x="56" y="2"/>
                    </a:lnTo>
                    <a:lnTo>
                      <a:pt x="57" y="2"/>
                    </a:lnTo>
                    <a:lnTo>
                      <a:pt x="59" y="2"/>
                    </a:lnTo>
                    <a:lnTo>
                      <a:pt x="60" y="2"/>
                    </a:lnTo>
                    <a:lnTo>
                      <a:pt x="62" y="2"/>
                    </a:lnTo>
                    <a:lnTo>
                      <a:pt x="63" y="2"/>
                    </a:lnTo>
                    <a:lnTo>
                      <a:pt x="65" y="2"/>
                    </a:lnTo>
                    <a:lnTo>
                      <a:pt x="66" y="2"/>
                    </a:lnTo>
                    <a:lnTo>
                      <a:pt x="67" y="2"/>
                    </a:lnTo>
                    <a:lnTo>
                      <a:pt x="69" y="2"/>
                    </a:lnTo>
                    <a:lnTo>
                      <a:pt x="70" y="2"/>
                    </a:lnTo>
                    <a:lnTo>
                      <a:pt x="72" y="2"/>
                    </a:lnTo>
                    <a:lnTo>
                      <a:pt x="73" y="2"/>
                    </a:lnTo>
                    <a:lnTo>
                      <a:pt x="74" y="2"/>
                    </a:lnTo>
                    <a:lnTo>
                      <a:pt x="76" y="3"/>
                    </a:lnTo>
                    <a:lnTo>
                      <a:pt x="77" y="3"/>
                    </a:lnTo>
                    <a:lnTo>
                      <a:pt x="79" y="3"/>
                    </a:lnTo>
                    <a:lnTo>
                      <a:pt x="80" y="3"/>
                    </a:lnTo>
                    <a:lnTo>
                      <a:pt x="81" y="3"/>
                    </a:lnTo>
                    <a:lnTo>
                      <a:pt x="83" y="3"/>
                    </a:lnTo>
                    <a:lnTo>
                      <a:pt x="84" y="3"/>
                    </a:lnTo>
                    <a:lnTo>
                      <a:pt x="86" y="3"/>
                    </a:lnTo>
                    <a:lnTo>
                      <a:pt x="87" y="3"/>
                    </a:lnTo>
                    <a:lnTo>
                      <a:pt x="89" y="3"/>
                    </a:lnTo>
                    <a:lnTo>
                      <a:pt x="90" y="3"/>
                    </a:lnTo>
                    <a:lnTo>
                      <a:pt x="91" y="3"/>
                    </a:lnTo>
                    <a:lnTo>
                      <a:pt x="93" y="3"/>
                    </a:lnTo>
                    <a:lnTo>
                      <a:pt x="94" y="3"/>
                    </a:lnTo>
                    <a:lnTo>
                      <a:pt x="96" y="3"/>
                    </a:lnTo>
                    <a:lnTo>
                      <a:pt x="97" y="3"/>
                    </a:lnTo>
                    <a:lnTo>
                      <a:pt x="98" y="3"/>
                    </a:lnTo>
                    <a:lnTo>
                      <a:pt x="100" y="3"/>
                    </a:lnTo>
                    <a:lnTo>
                      <a:pt x="101" y="3"/>
                    </a:lnTo>
                    <a:lnTo>
                      <a:pt x="103" y="3"/>
                    </a:lnTo>
                    <a:lnTo>
                      <a:pt x="104" y="3"/>
                    </a:lnTo>
                    <a:lnTo>
                      <a:pt x="105" y="3"/>
                    </a:lnTo>
                    <a:lnTo>
                      <a:pt x="107" y="3"/>
                    </a:lnTo>
                    <a:lnTo>
                      <a:pt x="108" y="3"/>
                    </a:lnTo>
                    <a:lnTo>
                      <a:pt x="110" y="3"/>
                    </a:lnTo>
                    <a:lnTo>
                      <a:pt x="111" y="3"/>
                    </a:lnTo>
                    <a:lnTo>
                      <a:pt x="113" y="3"/>
                    </a:lnTo>
                    <a:lnTo>
                      <a:pt x="114" y="3"/>
                    </a:lnTo>
                    <a:lnTo>
                      <a:pt x="115" y="3"/>
                    </a:lnTo>
                    <a:lnTo>
                      <a:pt x="117" y="4"/>
                    </a:lnTo>
                    <a:lnTo>
                      <a:pt x="118" y="3"/>
                    </a:lnTo>
                    <a:lnTo>
                      <a:pt x="120" y="4"/>
                    </a:lnTo>
                    <a:lnTo>
                      <a:pt x="121" y="4"/>
                    </a:lnTo>
                    <a:lnTo>
                      <a:pt x="122" y="4"/>
                    </a:lnTo>
                    <a:lnTo>
                      <a:pt x="124" y="5"/>
                    </a:lnTo>
                    <a:lnTo>
                      <a:pt x="125" y="5"/>
                    </a:lnTo>
                    <a:lnTo>
                      <a:pt x="127" y="5"/>
                    </a:lnTo>
                    <a:lnTo>
                      <a:pt x="128" y="5"/>
                    </a:lnTo>
                    <a:lnTo>
                      <a:pt x="129" y="5"/>
                    </a:lnTo>
                    <a:lnTo>
                      <a:pt x="131" y="5"/>
                    </a:lnTo>
                    <a:lnTo>
                      <a:pt x="132" y="5"/>
                    </a:lnTo>
                    <a:lnTo>
                      <a:pt x="134" y="5"/>
                    </a:lnTo>
                    <a:lnTo>
                      <a:pt x="135" y="5"/>
                    </a:lnTo>
                    <a:lnTo>
                      <a:pt x="137" y="5"/>
                    </a:lnTo>
                    <a:lnTo>
                      <a:pt x="138" y="5"/>
                    </a:lnTo>
                    <a:lnTo>
                      <a:pt x="139" y="5"/>
                    </a:lnTo>
                    <a:lnTo>
                      <a:pt x="141" y="5"/>
                    </a:lnTo>
                    <a:lnTo>
                      <a:pt x="142" y="5"/>
                    </a:lnTo>
                    <a:lnTo>
                      <a:pt x="144" y="5"/>
                    </a:lnTo>
                    <a:lnTo>
                      <a:pt x="145" y="5"/>
                    </a:lnTo>
                    <a:lnTo>
                      <a:pt x="146" y="5"/>
                    </a:lnTo>
                    <a:lnTo>
                      <a:pt x="148" y="5"/>
                    </a:lnTo>
                    <a:lnTo>
                      <a:pt x="149" y="5"/>
                    </a:lnTo>
                    <a:lnTo>
                      <a:pt x="151" y="5"/>
                    </a:lnTo>
                    <a:lnTo>
                      <a:pt x="152" y="5"/>
                    </a:lnTo>
                    <a:lnTo>
                      <a:pt x="153" y="5"/>
                    </a:lnTo>
                    <a:lnTo>
                      <a:pt x="155" y="5"/>
                    </a:lnTo>
                    <a:lnTo>
                      <a:pt x="156" y="6"/>
                    </a:lnTo>
                    <a:lnTo>
                      <a:pt x="158" y="7"/>
                    </a:lnTo>
                    <a:lnTo>
                      <a:pt x="159" y="4"/>
                    </a:lnTo>
                    <a:lnTo>
                      <a:pt x="161" y="3"/>
                    </a:lnTo>
                    <a:lnTo>
                      <a:pt x="162" y="6"/>
                    </a:lnTo>
                    <a:lnTo>
                      <a:pt x="163" y="583"/>
                    </a:lnTo>
                    <a:lnTo>
                      <a:pt x="165" y="691"/>
                    </a:lnTo>
                    <a:lnTo>
                      <a:pt x="166" y="707"/>
                    </a:lnTo>
                    <a:lnTo>
                      <a:pt x="168" y="712"/>
                    </a:lnTo>
                    <a:lnTo>
                      <a:pt x="169" y="715"/>
                    </a:lnTo>
                    <a:lnTo>
                      <a:pt x="170" y="717"/>
                    </a:lnTo>
                    <a:lnTo>
                      <a:pt x="172" y="718"/>
                    </a:lnTo>
                    <a:lnTo>
                      <a:pt x="173" y="720"/>
                    </a:lnTo>
                    <a:lnTo>
                      <a:pt x="175" y="722"/>
                    </a:lnTo>
                    <a:lnTo>
                      <a:pt x="176" y="724"/>
                    </a:lnTo>
                    <a:lnTo>
                      <a:pt x="177" y="725"/>
                    </a:lnTo>
                    <a:lnTo>
                      <a:pt x="179" y="727"/>
                    </a:lnTo>
                    <a:lnTo>
                      <a:pt x="180" y="729"/>
                    </a:lnTo>
                    <a:lnTo>
                      <a:pt x="182" y="731"/>
                    </a:lnTo>
                    <a:lnTo>
                      <a:pt x="183" y="733"/>
                    </a:lnTo>
                    <a:lnTo>
                      <a:pt x="185" y="734"/>
                    </a:lnTo>
                    <a:lnTo>
                      <a:pt x="186" y="736"/>
                    </a:lnTo>
                    <a:lnTo>
                      <a:pt x="187" y="738"/>
                    </a:lnTo>
                    <a:lnTo>
                      <a:pt x="189" y="739"/>
                    </a:lnTo>
                    <a:lnTo>
                      <a:pt x="190" y="741"/>
                    </a:lnTo>
                    <a:lnTo>
                      <a:pt x="192" y="742"/>
                    </a:lnTo>
                    <a:lnTo>
                      <a:pt x="193" y="744"/>
                    </a:lnTo>
                    <a:lnTo>
                      <a:pt x="194" y="746"/>
                    </a:lnTo>
                    <a:lnTo>
                      <a:pt x="196" y="747"/>
                    </a:lnTo>
                    <a:lnTo>
                      <a:pt x="197" y="749"/>
                    </a:lnTo>
                    <a:lnTo>
                      <a:pt x="199" y="751"/>
                    </a:lnTo>
                    <a:lnTo>
                      <a:pt x="200" y="752"/>
                    </a:lnTo>
                    <a:lnTo>
                      <a:pt x="201" y="754"/>
                    </a:lnTo>
                    <a:lnTo>
                      <a:pt x="203" y="755"/>
                    </a:lnTo>
                    <a:lnTo>
                      <a:pt x="204" y="757"/>
                    </a:lnTo>
                    <a:lnTo>
                      <a:pt x="206" y="759"/>
                    </a:lnTo>
                    <a:lnTo>
                      <a:pt x="207" y="760"/>
                    </a:lnTo>
                    <a:lnTo>
                      <a:pt x="208" y="762"/>
                    </a:lnTo>
                    <a:lnTo>
                      <a:pt x="210" y="763"/>
                    </a:lnTo>
                    <a:lnTo>
                      <a:pt x="211" y="765"/>
                    </a:lnTo>
                    <a:lnTo>
                      <a:pt x="213" y="767"/>
                    </a:lnTo>
                    <a:lnTo>
                      <a:pt x="214" y="768"/>
                    </a:lnTo>
                    <a:lnTo>
                      <a:pt x="216" y="770"/>
                    </a:lnTo>
                    <a:lnTo>
                      <a:pt x="217" y="771"/>
                    </a:lnTo>
                    <a:lnTo>
                      <a:pt x="218" y="773"/>
                    </a:lnTo>
                    <a:lnTo>
                      <a:pt x="220" y="774"/>
                    </a:lnTo>
                    <a:lnTo>
                      <a:pt x="221" y="776"/>
                    </a:lnTo>
                    <a:lnTo>
                      <a:pt x="223" y="777"/>
                    </a:lnTo>
                    <a:lnTo>
                      <a:pt x="224" y="779"/>
                    </a:lnTo>
                    <a:lnTo>
                      <a:pt x="225" y="780"/>
                    </a:lnTo>
                    <a:lnTo>
                      <a:pt x="227" y="782"/>
                    </a:lnTo>
                    <a:lnTo>
                      <a:pt x="228" y="783"/>
                    </a:lnTo>
                    <a:lnTo>
                      <a:pt x="230" y="784"/>
                    </a:lnTo>
                    <a:lnTo>
                      <a:pt x="231" y="785"/>
                    </a:lnTo>
                    <a:lnTo>
                      <a:pt x="232" y="787"/>
                    </a:lnTo>
                    <a:lnTo>
                      <a:pt x="234" y="788"/>
                    </a:lnTo>
                    <a:lnTo>
                      <a:pt x="235" y="789"/>
                    </a:lnTo>
                    <a:lnTo>
                      <a:pt x="237" y="791"/>
                    </a:lnTo>
                    <a:lnTo>
                      <a:pt x="238" y="792"/>
                    </a:lnTo>
                    <a:lnTo>
                      <a:pt x="240" y="794"/>
                    </a:lnTo>
                    <a:lnTo>
                      <a:pt x="241" y="795"/>
                    </a:lnTo>
                    <a:lnTo>
                      <a:pt x="242" y="796"/>
                    </a:lnTo>
                    <a:lnTo>
                      <a:pt x="244" y="798"/>
                    </a:lnTo>
                    <a:lnTo>
                      <a:pt x="245" y="799"/>
                    </a:lnTo>
                    <a:lnTo>
                      <a:pt x="247" y="801"/>
                    </a:lnTo>
                    <a:lnTo>
                      <a:pt x="248" y="802"/>
                    </a:lnTo>
                    <a:lnTo>
                      <a:pt x="249" y="803"/>
                    </a:lnTo>
                    <a:lnTo>
                      <a:pt x="251" y="805"/>
                    </a:lnTo>
                    <a:lnTo>
                      <a:pt x="252" y="806"/>
                    </a:lnTo>
                    <a:lnTo>
                      <a:pt x="254" y="808"/>
                    </a:lnTo>
                    <a:lnTo>
                      <a:pt x="255" y="809"/>
                    </a:lnTo>
                    <a:lnTo>
                      <a:pt x="256" y="810"/>
                    </a:lnTo>
                    <a:lnTo>
                      <a:pt x="258" y="812"/>
                    </a:lnTo>
                    <a:lnTo>
                      <a:pt x="259" y="813"/>
                    </a:lnTo>
                    <a:lnTo>
                      <a:pt x="261" y="814"/>
                    </a:lnTo>
                    <a:lnTo>
                      <a:pt x="262" y="816"/>
                    </a:lnTo>
                    <a:lnTo>
                      <a:pt x="264" y="817"/>
                    </a:lnTo>
                    <a:lnTo>
                      <a:pt x="265" y="819"/>
                    </a:lnTo>
                    <a:lnTo>
                      <a:pt x="266" y="820"/>
                    </a:lnTo>
                    <a:lnTo>
                      <a:pt x="268" y="821"/>
                    </a:lnTo>
                    <a:lnTo>
                      <a:pt x="269" y="822"/>
                    </a:lnTo>
                    <a:lnTo>
                      <a:pt x="271" y="824"/>
                    </a:lnTo>
                    <a:lnTo>
                      <a:pt x="272" y="825"/>
                    </a:lnTo>
                    <a:lnTo>
                      <a:pt x="273" y="826"/>
                    </a:lnTo>
                    <a:lnTo>
                      <a:pt x="275" y="827"/>
                    </a:lnTo>
                    <a:lnTo>
                      <a:pt x="276" y="829"/>
                    </a:lnTo>
                    <a:lnTo>
                      <a:pt x="278" y="830"/>
                    </a:lnTo>
                    <a:lnTo>
                      <a:pt x="279" y="831"/>
                    </a:lnTo>
                    <a:lnTo>
                      <a:pt x="280" y="832"/>
                    </a:lnTo>
                    <a:lnTo>
                      <a:pt x="282" y="834"/>
                    </a:lnTo>
                    <a:lnTo>
                      <a:pt x="283" y="835"/>
                    </a:lnTo>
                    <a:lnTo>
                      <a:pt x="285" y="836"/>
                    </a:lnTo>
                    <a:lnTo>
                      <a:pt x="286" y="838"/>
                    </a:lnTo>
                    <a:lnTo>
                      <a:pt x="288" y="839"/>
                    </a:lnTo>
                    <a:lnTo>
                      <a:pt x="289" y="840"/>
                    </a:lnTo>
                    <a:lnTo>
                      <a:pt x="290" y="841"/>
                    </a:lnTo>
                    <a:lnTo>
                      <a:pt x="292" y="843"/>
                    </a:lnTo>
                    <a:lnTo>
                      <a:pt x="293" y="844"/>
                    </a:lnTo>
                    <a:lnTo>
                      <a:pt x="295" y="845"/>
                    </a:lnTo>
                    <a:lnTo>
                      <a:pt x="296" y="846"/>
                    </a:lnTo>
                    <a:lnTo>
                      <a:pt x="297" y="847"/>
                    </a:lnTo>
                    <a:lnTo>
                      <a:pt x="299" y="848"/>
                    </a:lnTo>
                    <a:lnTo>
                      <a:pt x="300" y="850"/>
                    </a:lnTo>
                    <a:lnTo>
                      <a:pt x="302" y="851"/>
                    </a:lnTo>
                    <a:lnTo>
                      <a:pt x="303" y="852"/>
                    </a:lnTo>
                    <a:lnTo>
                      <a:pt x="304" y="854"/>
                    </a:lnTo>
                    <a:lnTo>
                      <a:pt x="306" y="855"/>
                    </a:lnTo>
                    <a:lnTo>
                      <a:pt x="307" y="856"/>
                    </a:lnTo>
                    <a:lnTo>
                      <a:pt x="309" y="857"/>
                    </a:lnTo>
                    <a:lnTo>
                      <a:pt x="310" y="859"/>
                    </a:lnTo>
                    <a:lnTo>
                      <a:pt x="312" y="860"/>
                    </a:lnTo>
                    <a:lnTo>
                      <a:pt x="313" y="861"/>
                    </a:lnTo>
                    <a:lnTo>
                      <a:pt x="314" y="862"/>
                    </a:lnTo>
                    <a:lnTo>
                      <a:pt x="316" y="864"/>
                    </a:lnTo>
                    <a:lnTo>
                      <a:pt x="317" y="865"/>
                    </a:lnTo>
                    <a:lnTo>
                      <a:pt x="319" y="866"/>
                    </a:lnTo>
                    <a:lnTo>
                      <a:pt x="320" y="867"/>
                    </a:lnTo>
                    <a:lnTo>
                      <a:pt x="321" y="868"/>
                    </a:lnTo>
                    <a:lnTo>
                      <a:pt x="323" y="869"/>
                    </a:lnTo>
                    <a:lnTo>
                      <a:pt x="324" y="871"/>
                    </a:lnTo>
                    <a:lnTo>
                      <a:pt x="326" y="872"/>
                    </a:lnTo>
                    <a:lnTo>
                      <a:pt x="327" y="873"/>
                    </a:lnTo>
                    <a:lnTo>
                      <a:pt x="328" y="874"/>
                    </a:lnTo>
                    <a:lnTo>
                      <a:pt x="330" y="875"/>
                    </a:lnTo>
                    <a:lnTo>
                      <a:pt x="331" y="877"/>
                    </a:lnTo>
                    <a:lnTo>
                      <a:pt x="333" y="878"/>
                    </a:lnTo>
                    <a:lnTo>
                      <a:pt x="334" y="879"/>
                    </a:lnTo>
                    <a:lnTo>
                      <a:pt x="336" y="880"/>
                    </a:lnTo>
                    <a:lnTo>
                      <a:pt x="337" y="881"/>
                    </a:lnTo>
                    <a:lnTo>
                      <a:pt x="338" y="882"/>
                    </a:lnTo>
                    <a:lnTo>
                      <a:pt x="340" y="883"/>
                    </a:lnTo>
                    <a:lnTo>
                      <a:pt x="341" y="884"/>
                    </a:lnTo>
                    <a:lnTo>
                      <a:pt x="343" y="885"/>
                    </a:lnTo>
                    <a:lnTo>
                      <a:pt x="344" y="887"/>
                    </a:lnTo>
                    <a:lnTo>
                      <a:pt x="345" y="888"/>
                    </a:lnTo>
                    <a:lnTo>
                      <a:pt x="347" y="889"/>
                    </a:lnTo>
                    <a:lnTo>
                      <a:pt x="348" y="890"/>
                    </a:lnTo>
                    <a:lnTo>
                      <a:pt x="350" y="891"/>
                    </a:lnTo>
                    <a:lnTo>
                      <a:pt x="351" y="892"/>
                    </a:lnTo>
                    <a:lnTo>
                      <a:pt x="352" y="894"/>
                    </a:lnTo>
                    <a:lnTo>
                      <a:pt x="354" y="895"/>
                    </a:lnTo>
                    <a:lnTo>
                      <a:pt x="355" y="896"/>
                    </a:lnTo>
                    <a:lnTo>
                      <a:pt x="357" y="897"/>
                    </a:lnTo>
                    <a:lnTo>
                      <a:pt x="358" y="898"/>
                    </a:lnTo>
                    <a:lnTo>
                      <a:pt x="360" y="899"/>
                    </a:lnTo>
                    <a:lnTo>
                      <a:pt x="361" y="900"/>
                    </a:lnTo>
                    <a:lnTo>
                      <a:pt x="362" y="901"/>
                    </a:lnTo>
                    <a:lnTo>
                      <a:pt x="364" y="902"/>
                    </a:lnTo>
                    <a:lnTo>
                      <a:pt x="365" y="903"/>
                    </a:lnTo>
                    <a:lnTo>
                      <a:pt x="367" y="904"/>
                    </a:lnTo>
                    <a:lnTo>
                      <a:pt x="368" y="905"/>
                    </a:lnTo>
                    <a:lnTo>
                      <a:pt x="369" y="906"/>
                    </a:lnTo>
                    <a:lnTo>
                      <a:pt x="371" y="907"/>
                    </a:lnTo>
                    <a:lnTo>
                      <a:pt x="372" y="909"/>
                    </a:lnTo>
                    <a:lnTo>
                      <a:pt x="374" y="910"/>
                    </a:lnTo>
                    <a:lnTo>
                      <a:pt x="375" y="911"/>
                    </a:lnTo>
                    <a:lnTo>
                      <a:pt x="376" y="912"/>
                    </a:lnTo>
                    <a:lnTo>
                      <a:pt x="378" y="913"/>
                    </a:lnTo>
                    <a:lnTo>
                      <a:pt x="379" y="914"/>
                    </a:lnTo>
                    <a:lnTo>
                      <a:pt x="381" y="915"/>
                    </a:lnTo>
                    <a:lnTo>
                      <a:pt x="382" y="916"/>
                    </a:lnTo>
                    <a:lnTo>
                      <a:pt x="383" y="917"/>
                    </a:lnTo>
                    <a:lnTo>
                      <a:pt x="385" y="918"/>
                    </a:lnTo>
                    <a:lnTo>
                      <a:pt x="386" y="919"/>
                    </a:lnTo>
                    <a:lnTo>
                      <a:pt x="388" y="920"/>
                    </a:lnTo>
                    <a:lnTo>
                      <a:pt x="389" y="921"/>
                    </a:lnTo>
                    <a:lnTo>
                      <a:pt x="391" y="922"/>
                    </a:lnTo>
                    <a:lnTo>
                      <a:pt x="392" y="923"/>
                    </a:lnTo>
                    <a:lnTo>
                      <a:pt x="393" y="924"/>
                    </a:lnTo>
                    <a:lnTo>
                      <a:pt x="395" y="925"/>
                    </a:lnTo>
                    <a:lnTo>
                      <a:pt x="396" y="926"/>
                    </a:lnTo>
                    <a:lnTo>
                      <a:pt x="398" y="927"/>
                    </a:lnTo>
                    <a:lnTo>
                      <a:pt x="399" y="928"/>
                    </a:lnTo>
                    <a:lnTo>
                      <a:pt x="400" y="929"/>
                    </a:lnTo>
                    <a:lnTo>
                      <a:pt x="402" y="930"/>
                    </a:lnTo>
                    <a:lnTo>
                      <a:pt x="403" y="931"/>
                    </a:lnTo>
                    <a:lnTo>
                      <a:pt x="405" y="933"/>
                    </a:lnTo>
                    <a:lnTo>
                      <a:pt x="406" y="934"/>
                    </a:lnTo>
                    <a:lnTo>
                      <a:pt x="407" y="935"/>
                    </a:lnTo>
                    <a:lnTo>
                      <a:pt x="409" y="936"/>
                    </a:lnTo>
                    <a:lnTo>
                      <a:pt x="410" y="937"/>
                    </a:lnTo>
                    <a:lnTo>
                      <a:pt x="412" y="938"/>
                    </a:lnTo>
                    <a:lnTo>
                      <a:pt x="413" y="939"/>
                    </a:lnTo>
                    <a:lnTo>
                      <a:pt x="415" y="939"/>
                    </a:lnTo>
                    <a:lnTo>
                      <a:pt x="416" y="940"/>
                    </a:lnTo>
                    <a:lnTo>
                      <a:pt x="417" y="941"/>
                    </a:lnTo>
                    <a:lnTo>
                      <a:pt x="419" y="942"/>
                    </a:lnTo>
                    <a:lnTo>
                      <a:pt x="420" y="942"/>
                    </a:lnTo>
                    <a:lnTo>
                      <a:pt x="422" y="943"/>
                    </a:lnTo>
                    <a:lnTo>
                      <a:pt x="423" y="944"/>
                    </a:lnTo>
                    <a:lnTo>
                      <a:pt x="424" y="945"/>
                    </a:lnTo>
                    <a:lnTo>
                      <a:pt x="426" y="945"/>
                    </a:lnTo>
                    <a:lnTo>
                      <a:pt x="427" y="946"/>
                    </a:lnTo>
                    <a:lnTo>
                      <a:pt x="429" y="947"/>
                    </a:lnTo>
                    <a:lnTo>
                      <a:pt x="430" y="948"/>
                    </a:lnTo>
                    <a:lnTo>
                      <a:pt x="431" y="948"/>
                    </a:lnTo>
                    <a:lnTo>
                      <a:pt x="433" y="949"/>
                    </a:lnTo>
                    <a:lnTo>
                      <a:pt x="434" y="950"/>
                    </a:lnTo>
                    <a:lnTo>
                      <a:pt x="436" y="951"/>
                    </a:lnTo>
                    <a:lnTo>
                      <a:pt x="437" y="952"/>
                    </a:lnTo>
                    <a:lnTo>
                      <a:pt x="439" y="952"/>
                    </a:lnTo>
                    <a:lnTo>
                      <a:pt x="440" y="953"/>
                    </a:lnTo>
                    <a:lnTo>
                      <a:pt x="441" y="954"/>
                    </a:lnTo>
                    <a:lnTo>
                      <a:pt x="443" y="955"/>
                    </a:lnTo>
                    <a:lnTo>
                      <a:pt x="444" y="956"/>
                    </a:lnTo>
                    <a:lnTo>
                      <a:pt x="446" y="956"/>
                    </a:lnTo>
                    <a:lnTo>
                      <a:pt x="447" y="957"/>
                    </a:lnTo>
                    <a:lnTo>
                      <a:pt x="448" y="958"/>
                    </a:lnTo>
                    <a:lnTo>
                      <a:pt x="450" y="959"/>
                    </a:lnTo>
                    <a:lnTo>
                      <a:pt x="451" y="959"/>
                    </a:lnTo>
                    <a:lnTo>
                      <a:pt x="453" y="960"/>
                    </a:lnTo>
                    <a:lnTo>
                      <a:pt x="454" y="961"/>
                    </a:lnTo>
                    <a:lnTo>
                      <a:pt x="455" y="962"/>
                    </a:lnTo>
                    <a:lnTo>
                      <a:pt x="457" y="963"/>
                    </a:lnTo>
                    <a:lnTo>
                      <a:pt x="458" y="963"/>
                    </a:lnTo>
                    <a:lnTo>
                      <a:pt x="460" y="964"/>
                    </a:lnTo>
                    <a:lnTo>
                      <a:pt x="461" y="965"/>
                    </a:lnTo>
                    <a:lnTo>
                      <a:pt x="463" y="966"/>
                    </a:lnTo>
                    <a:lnTo>
                      <a:pt x="464" y="966"/>
                    </a:lnTo>
                    <a:lnTo>
                      <a:pt x="465" y="967"/>
                    </a:lnTo>
                    <a:lnTo>
                      <a:pt x="467" y="968"/>
                    </a:lnTo>
                    <a:lnTo>
                      <a:pt x="468" y="968"/>
                    </a:lnTo>
                    <a:lnTo>
                      <a:pt x="470" y="969"/>
                    </a:lnTo>
                    <a:lnTo>
                      <a:pt x="471" y="969"/>
                    </a:lnTo>
                    <a:lnTo>
                      <a:pt x="472" y="970"/>
                    </a:lnTo>
                    <a:lnTo>
                      <a:pt x="474" y="971"/>
                    </a:lnTo>
                    <a:lnTo>
                      <a:pt x="475" y="971"/>
                    </a:lnTo>
                    <a:lnTo>
                      <a:pt x="477" y="972"/>
                    </a:lnTo>
                    <a:lnTo>
                      <a:pt x="478" y="972"/>
                    </a:lnTo>
                    <a:lnTo>
                      <a:pt x="479" y="973"/>
                    </a:lnTo>
                    <a:lnTo>
                      <a:pt x="481" y="974"/>
                    </a:lnTo>
                    <a:lnTo>
                      <a:pt x="482" y="974"/>
                    </a:lnTo>
                    <a:lnTo>
                      <a:pt x="484" y="975"/>
                    </a:lnTo>
                    <a:lnTo>
                      <a:pt x="485" y="975"/>
                    </a:lnTo>
                    <a:lnTo>
                      <a:pt x="487" y="976"/>
                    </a:lnTo>
                    <a:lnTo>
                      <a:pt x="488" y="977"/>
                    </a:lnTo>
                    <a:lnTo>
                      <a:pt x="489" y="978"/>
                    </a:lnTo>
                    <a:lnTo>
                      <a:pt x="491" y="978"/>
                    </a:lnTo>
                    <a:lnTo>
                      <a:pt x="492" y="979"/>
                    </a:lnTo>
                    <a:lnTo>
                      <a:pt x="494" y="980"/>
                    </a:lnTo>
                    <a:lnTo>
                      <a:pt x="495" y="980"/>
                    </a:lnTo>
                    <a:lnTo>
                      <a:pt x="496" y="981"/>
                    </a:lnTo>
                    <a:lnTo>
                      <a:pt x="498" y="981"/>
                    </a:lnTo>
                    <a:lnTo>
                      <a:pt x="499" y="982"/>
                    </a:lnTo>
                    <a:lnTo>
                      <a:pt x="501" y="982"/>
                    </a:lnTo>
                    <a:lnTo>
                      <a:pt x="502" y="983"/>
                    </a:lnTo>
                    <a:lnTo>
                      <a:pt x="503" y="983"/>
                    </a:lnTo>
                    <a:lnTo>
                      <a:pt x="505" y="984"/>
                    </a:lnTo>
                    <a:lnTo>
                      <a:pt x="506" y="984"/>
                    </a:lnTo>
                    <a:lnTo>
                      <a:pt x="508" y="985"/>
                    </a:lnTo>
                    <a:lnTo>
                      <a:pt x="509" y="985"/>
                    </a:lnTo>
                    <a:lnTo>
                      <a:pt x="511" y="986"/>
                    </a:lnTo>
                    <a:lnTo>
                      <a:pt x="512" y="986"/>
                    </a:lnTo>
                    <a:lnTo>
                      <a:pt x="513" y="987"/>
                    </a:lnTo>
                    <a:lnTo>
                      <a:pt x="515" y="987"/>
                    </a:lnTo>
                    <a:lnTo>
                      <a:pt x="516" y="988"/>
                    </a:lnTo>
                    <a:lnTo>
                      <a:pt x="518" y="988"/>
                    </a:lnTo>
                    <a:lnTo>
                      <a:pt x="519" y="989"/>
                    </a:lnTo>
                    <a:lnTo>
                      <a:pt x="520" y="989"/>
                    </a:lnTo>
                    <a:lnTo>
                      <a:pt x="522" y="990"/>
                    </a:lnTo>
                    <a:lnTo>
                      <a:pt x="523" y="990"/>
                    </a:lnTo>
                    <a:lnTo>
                      <a:pt x="525" y="991"/>
                    </a:lnTo>
                    <a:lnTo>
                      <a:pt x="526" y="991"/>
                    </a:lnTo>
                    <a:lnTo>
                      <a:pt x="527" y="991"/>
                    </a:lnTo>
                    <a:lnTo>
                      <a:pt x="529" y="992"/>
                    </a:lnTo>
                    <a:lnTo>
                      <a:pt x="530" y="992"/>
                    </a:lnTo>
                    <a:lnTo>
                      <a:pt x="532" y="993"/>
                    </a:lnTo>
                    <a:lnTo>
                      <a:pt x="533" y="993"/>
                    </a:lnTo>
                    <a:lnTo>
                      <a:pt x="534" y="994"/>
                    </a:lnTo>
                    <a:lnTo>
                      <a:pt x="536" y="994"/>
                    </a:lnTo>
                    <a:lnTo>
                      <a:pt x="537" y="994"/>
                    </a:lnTo>
                    <a:lnTo>
                      <a:pt x="539" y="995"/>
                    </a:lnTo>
                    <a:lnTo>
                      <a:pt x="540" y="995"/>
                    </a:lnTo>
                    <a:lnTo>
                      <a:pt x="542" y="996"/>
                    </a:lnTo>
                    <a:lnTo>
                      <a:pt x="543" y="996"/>
                    </a:lnTo>
                    <a:lnTo>
                      <a:pt x="544" y="997"/>
                    </a:lnTo>
                    <a:lnTo>
                      <a:pt x="546" y="997"/>
                    </a:lnTo>
                    <a:lnTo>
                      <a:pt x="547" y="998"/>
                    </a:lnTo>
                    <a:lnTo>
                      <a:pt x="549" y="998"/>
                    </a:lnTo>
                    <a:lnTo>
                      <a:pt x="550" y="999"/>
                    </a:lnTo>
                    <a:lnTo>
                      <a:pt x="551" y="999"/>
                    </a:lnTo>
                    <a:lnTo>
                      <a:pt x="553" y="999"/>
                    </a:lnTo>
                    <a:lnTo>
                      <a:pt x="554" y="999"/>
                    </a:lnTo>
                    <a:lnTo>
                      <a:pt x="556" y="1000"/>
                    </a:lnTo>
                    <a:lnTo>
                      <a:pt x="557" y="1000"/>
                    </a:lnTo>
                    <a:lnTo>
                      <a:pt x="558" y="1001"/>
                    </a:lnTo>
                    <a:lnTo>
                      <a:pt x="560" y="1001"/>
                    </a:lnTo>
                    <a:lnTo>
                      <a:pt x="561" y="1002"/>
                    </a:lnTo>
                    <a:lnTo>
                      <a:pt x="563" y="1002"/>
                    </a:lnTo>
                    <a:lnTo>
                      <a:pt x="564" y="1003"/>
                    </a:lnTo>
                    <a:lnTo>
                      <a:pt x="566" y="1003"/>
                    </a:lnTo>
                    <a:lnTo>
                      <a:pt x="567" y="1003"/>
                    </a:lnTo>
                    <a:lnTo>
                      <a:pt x="568" y="1004"/>
                    </a:lnTo>
                    <a:lnTo>
                      <a:pt x="570" y="1004"/>
                    </a:lnTo>
                    <a:lnTo>
                      <a:pt x="571" y="1005"/>
                    </a:lnTo>
                    <a:lnTo>
                      <a:pt x="573" y="1005"/>
                    </a:lnTo>
                    <a:lnTo>
                      <a:pt x="574" y="1006"/>
                    </a:lnTo>
                    <a:lnTo>
                      <a:pt x="575" y="1006"/>
                    </a:lnTo>
                    <a:lnTo>
                      <a:pt x="577" y="1006"/>
                    </a:lnTo>
                    <a:lnTo>
                      <a:pt x="578" y="1007"/>
                    </a:lnTo>
                    <a:lnTo>
                      <a:pt x="580" y="1007"/>
                    </a:lnTo>
                    <a:lnTo>
                      <a:pt x="581" y="1008"/>
                    </a:lnTo>
                    <a:lnTo>
                      <a:pt x="582" y="1008"/>
                    </a:lnTo>
                    <a:lnTo>
                      <a:pt x="584" y="1008"/>
                    </a:lnTo>
                    <a:lnTo>
                      <a:pt x="585" y="531"/>
                    </a:lnTo>
                    <a:lnTo>
                      <a:pt x="587" y="322"/>
                    </a:lnTo>
                    <a:lnTo>
                      <a:pt x="588" y="318"/>
                    </a:lnTo>
                    <a:lnTo>
                      <a:pt x="590" y="317"/>
                    </a:lnTo>
                    <a:lnTo>
                      <a:pt x="591" y="316"/>
                    </a:lnTo>
                    <a:lnTo>
                      <a:pt x="592" y="315"/>
                    </a:lnTo>
                    <a:lnTo>
                      <a:pt x="594" y="315"/>
                    </a:lnTo>
                    <a:lnTo>
                      <a:pt x="595" y="314"/>
                    </a:lnTo>
                    <a:lnTo>
                      <a:pt x="597" y="314"/>
                    </a:lnTo>
                    <a:lnTo>
                      <a:pt x="598" y="314"/>
                    </a:lnTo>
                    <a:lnTo>
                      <a:pt x="599" y="314"/>
                    </a:lnTo>
                    <a:lnTo>
                      <a:pt x="601" y="313"/>
                    </a:lnTo>
                    <a:lnTo>
                      <a:pt x="602" y="313"/>
                    </a:lnTo>
                    <a:lnTo>
                      <a:pt x="604" y="313"/>
                    </a:lnTo>
                    <a:lnTo>
                      <a:pt x="605" y="313"/>
                    </a:lnTo>
                    <a:lnTo>
                      <a:pt x="606" y="313"/>
                    </a:lnTo>
                    <a:lnTo>
                      <a:pt x="608" y="313"/>
                    </a:lnTo>
                    <a:lnTo>
                      <a:pt x="609" y="312"/>
                    </a:lnTo>
                    <a:lnTo>
                      <a:pt x="611" y="312"/>
                    </a:lnTo>
                    <a:lnTo>
                      <a:pt x="612" y="312"/>
                    </a:lnTo>
                    <a:lnTo>
                      <a:pt x="614" y="312"/>
                    </a:lnTo>
                    <a:lnTo>
                      <a:pt x="615" y="312"/>
                    </a:lnTo>
                    <a:lnTo>
                      <a:pt x="616" y="311"/>
                    </a:lnTo>
                    <a:lnTo>
                      <a:pt x="618" y="311"/>
                    </a:lnTo>
                    <a:lnTo>
                      <a:pt x="619" y="311"/>
                    </a:lnTo>
                    <a:lnTo>
                      <a:pt x="621" y="311"/>
                    </a:lnTo>
                    <a:lnTo>
                      <a:pt x="622" y="311"/>
                    </a:lnTo>
                    <a:lnTo>
                      <a:pt x="623" y="311"/>
                    </a:lnTo>
                    <a:lnTo>
                      <a:pt x="625" y="311"/>
                    </a:lnTo>
                    <a:lnTo>
                      <a:pt x="626" y="311"/>
                    </a:lnTo>
                    <a:lnTo>
                      <a:pt x="628" y="311"/>
                    </a:lnTo>
                    <a:lnTo>
                      <a:pt x="629" y="310"/>
                    </a:lnTo>
                    <a:lnTo>
                      <a:pt x="630" y="310"/>
                    </a:lnTo>
                    <a:lnTo>
                      <a:pt x="632" y="310"/>
                    </a:lnTo>
                    <a:lnTo>
                      <a:pt x="633" y="310"/>
                    </a:lnTo>
                    <a:lnTo>
                      <a:pt x="635" y="310"/>
                    </a:lnTo>
                    <a:lnTo>
                      <a:pt x="636" y="310"/>
                    </a:lnTo>
                    <a:lnTo>
                      <a:pt x="638" y="310"/>
                    </a:lnTo>
                    <a:lnTo>
                      <a:pt x="639" y="310"/>
                    </a:lnTo>
                    <a:lnTo>
                      <a:pt x="640" y="310"/>
                    </a:lnTo>
                    <a:lnTo>
                      <a:pt x="642" y="310"/>
                    </a:lnTo>
                    <a:lnTo>
                      <a:pt x="643" y="310"/>
                    </a:lnTo>
                    <a:lnTo>
                      <a:pt x="645" y="310"/>
                    </a:lnTo>
                    <a:lnTo>
                      <a:pt x="646" y="310"/>
                    </a:lnTo>
                    <a:lnTo>
                      <a:pt x="647" y="310"/>
                    </a:lnTo>
                    <a:lnTo>
                      <a:pt x="649" y="310"/>
                    </a:lnTo>
                    <a:lnTo>
                      <a:pt x="650" y="310"/>
                    </a:lnTo>
                    <a:lnTo>
                      <a:pt x="652" y="310"/>
                    </a:lnTo>
                    <a:lnTo>
                      <a:pt x="653" y="310"/>
                    </a:lnTo>
                    <a:lnTo>
                      <a:pt x="654" y="310"/>
                    </a:lnTo>
                    <a:lnTo>
                      <a:pt x="656" y="310"/>
                    </a:lnTo>
                    <a:lnTo>
                      <a:pt x="657" y="310"/>
                    </a:lnTo>
                    <a:lnTo>
                      <a:pt x="659" y="309"/>
                    </a:lnTo>
                    <a:lnTo>
                      <a:pt x="660" y="309"/>
                    </a:lnTo>
                    <a:lnTo>
                      <a:pt x="662" y="309"/>
                    </a:lnTo>
                    <a:lnTo>
                      <a:pt x="663" y="309"/>
                    </a:lnTo>
                    <a:lnTo>
                      <a:pt x="664" y="309"/>
                    </a:lnTo>
                    <a:lnTo>
                      <a:pt x="666" y="309"/>
                    </a:lnTo>
                    <a:lnTo>
                      <a:pt x="667" y="309"/>
                    </a:lnTo>
                    <a:lnTo>
                      <a:pt x="669" y="309"/>
                    </a:lnTo>
                    <a:lnTo>
                      <a:pt x="670" y="309"/>
                    </a:lnTo>
                    <a:lnTo>
                      <a:pt x="671" y="309"/>
                    </a:lnTo>
                    <a:lnTo>
                      <a:pt x="673" y="309"/>
                    </a:lnTo>
                    <a:lnTo>
                      <a:pt x="674" y="309"/>
                    </a:lnTo>
                    <a:lnTo>
                      <a:pt x="676" y="309"/>
                    </a:lnTo>
                    <a:lnTo>
                      <a:pt x="677" y="309"/>
                    </a:lnTo>
                    <a:lnTo>
                      <a:pt x="678" y="309"/>
                    </a:lnTo>
                    <a:lnTo>
                      <a:pt x="680" y="309"/>
                    </a:lnTo>
                    <a:lnTo>
                      <a:pt x="681" y="308"/>
                    </a:lnTo>
                    <a:lnTo>
                      <a:pt x="683" y="308"/>
                    </a:lnTo>
                    <a:lnTo>
                      <a:pt x="684" y="308"/>
                    </a:lnTo>
                    <a:lnTo>
                      <a:pt x="686" y="308"/>
                    </a:lnTo>
                    <a:lnTo>
                      <a:pt x="687" y="308"/>
                    </a:lnTo>
                    <a:lnTo>
                      <a:pt x="688" y="308"/>
                    </a:lnTo>
                    <a:lnTo>
                      <a:pt x="690" y="308"/>
                    </a:lnTo>
                    <a:lnTo>
                      <a:pt x="691" y="308"/>
                    </a:lnTo>
                    <a:lnTo>
                      <a:pt x="693" y="308"/>
                    </a:lnTo>
                    <a:lnTo>
                      <a:pt x="694" y="308"/>
                    </a:lnTo>
                    <a:lnTo>
                      <a:pt x="695" y="308"/>
                    </a:lnTo>
                    <a:lnTo>
                      <a:pt x="697" y="308"/>
                    </a:lnTo>
                    <a:lnTo>
                      <a:pt x="698" y="308"/>
                    </a:lnTo>
                    <a:lnTo>
                      <a:pt x="700" y="308"/>
                    </a:lnTo>
                    <a:lnTo>
                      <a:pt x="701" y="308"/>
                    </a:lnTo>
                    <a:lnTo>
                      <a:pt x="702" y="308"/>
                    </a:lnTo>
                    <a:lnTo>
                      <a:pt x="704" y="308"/>
                    </a:lnTo>
                    <a:lnTo>
                      <a:pt x="705" y="308"/>
                    </a:lnTo>
                    <a:lnTo>
                      <a:pt x="707" y="308"/>
                    </a:lnTo>
                    <a:lnTo>
                      <a:pt x="708" y="308"/>
                    </a:lnTo>
                    <a:lnTo>
                      <a:pt x="709" y="308"/>
                    </a:lnTo>
                    <a:lnTo>
                      <a:pt x="711" y="308"/>
                    </a:lnTo>
                    <a:lnTo>
                      <a:pt x="712" y="307"/>
                    </a:lnTo>
                    <a:lnTo>
                      <a:pt x="714" y="307"/>
                    </a:lnTo>
                    <a:lnTo>
                      <a:pt x="715" y="307"/>
                    </a:lnTo>
                    <a:lnTo>
                      <a:pt x="717" y="307"/>
                    </a:lnTo>
                    <a:lnTo>
                      <a:pt x="718" y="307"/>
                    </a:lnTo>
                    <a:lnTo>
                      <a:pt x="719" y="307"/>
                    </a:lnTo>
                    <a:lnTo>
                      <a:pt x="721" y="307"/>
                    </a:lnTo>
                    <a:lnTo>
                      <a:pt x="722" y="307"/>
                    </a:lnTo>
                    <a:lnTo>
                      <a:pt x="724" y="307"/>
                    </a:lnTo>
                    <a:lnTo>
                      <a:pt x="725" y="307"/>
                    </a:lnTo>
                    <a:lnTo>
                      <a:pt x="726" y="307"/>
                    </a:lnTo>
                    <a:lnTo>
                      <a:pt x="728" y="307"/>
                    </a:lnTo>
                    <a:lnTo>
                      <a:pt x="729" y="307"/>
                    </a:lnTo>
                    <a:lnTo>
                      <a:pt x="731" y="307"/>
                    </a:lnTo>
                    <a:lnTo>
                      <a:pt x="732" y="307"/>
                    </a:lnTo>
                    <a:lnTo>
                      <a:pt x="733" y="307"/>
                    </a:lnTo>
                    <a:lnTo>
                      <a:pt x="735" y="307"/>
                    </a:lnTo>
                    <a:lnTo>
                      <a:pt x="736" y="307"/>
                    </a:lnTo>
                    <a:lnTo>
                      <a:pt x="738" y="307"/>
                    </a:lnTo>
                    <a:lnTo>
                      <a:pt x="739" y="307"/>
                    </a:lnTo>
                    <a:lnTo>
                      <a:pt x="741" y="307"/>
                    </a:lnTo>
                    <a:lnTo>
                      <a:pt x="742" y="307"/>
                    </a:lnTo>
                    <a:lnTo>
                      <a:pt x="743" y="307"/>
                    </a:lnTo>
                    <a:lnTo>
                      <a:pt x="745" y="307"/>
                    </a:lnTo>
                    <a:lnTo>
                      <a:pt x="746" y="307"/>
                    </a:lnTo>
                    <a:lnTo>
                      <a:pt x="748" y="307"/>
                    </a:lnTo>
                    <a:lnTo>
                      <a:pt x="749" y="307"/>
                    </a:lnTo>
                    <a:lnTo>
                      <a:pt x="750" y="307"/>
                    </a:lnTo>
                    <a:lnTo>
                      <a:pt x="752" y="306"/>
                    </a:lnTo>
                    <a:lnTo>
                      <a:pt x="753" y="306"/>
                    </a:lnTo>
                    <a:lnTo>
                      <a:pt x="755" y="306"/>
                    </a:lnTo>
                    <a:lnTo>
                      <a:pt x="756" y="306"/>
                    </a:lnTo>
                    <a:lnTo>
                      <a:pt x="757" y="306"/>
                    </a:lnTo>
                    <a:lnTo>
                      <a:pt x="759" y="306"/>
                    </a:lnTo>
                    <a:lnTo>
                      <a:pt x="760" y="306"/>
                    </a:lnTo>
                    <a:lnTo>
                      <a:pt x="762" y="306"/>
                    </a:lnTo>
                    <a:lnTo>
                      <a:pt x="763" y="306"/>
                    </a:lnTo>
                    <a:lnTo>
                      <a:pt x="765" y="306"/>
                    </a:lnTo>
                    <a:lnTo>
                      <a:pt x="766" y="306"/>
                    </a:lnTo>
                    <a:lnTo>
                      <a:pt x="767" y="306"/>
                    </a:lnTo>
                    <a:lnTo>
                      <a:pt x="769" y="306"/>
                    </a:lnTo>
                    <a:lnTo>
                      <a:pt x="770" y="306"/>
                    </a:lnTo>
                    <a:lnTo>
                      <a:pt x="772" y="306"/>
                    </a:lnTo>
                    <a:lnTo>
                      <a:pt x="773" y="306"/>
                    </a:lnTo>
                    <a:lnTo>
                      <a:pt x="774" y="306"/>
                    </a:lnTo>
                    <a:lnTo>
                      <a:pt x="776" y="306"/>
                    </a:lnTo>
                    <a:lnTo>
                      <a:pt x="777" y="306"/>
                    </a:lnTo>
                    <a:lnTo>
                      <a:pt x="779" y="306"/>
                    </a:lnTo>
                    <a:lnTo>
                      <a:pt x="780" y="306"/>
                    </a:lnTo>
                    <a:lnTo>
                      <a:pt x="781" y="306"/>
                    </a:lnTo>
                    <a:lnTo>
                      <a:pt x="783" y="306"/>
                    </a:lnTo>
                    <a:lnTo>
                      <a:pt x="784" y="306"/>
                    </a:lnTo>
                    <a:lnTo>
                      <a:pt x="786" y="306"/>
                    </a:lnTo>
                    <a:lnTo>
                      <a:pt x="787" y="306"/>
                    </a:lnTo>
                    <a:lnTo>
                      <a:pt x="789" y="306"/>
                    </a:lnTo>
                    <a:lnTo>
                      <a:pt x="790" y="306"/>
                    </a:lnTo>
                    <a:lnTo>
                      <a:pt x="791" y="306"/>
                    </a:lnTo>
                    <a:lnTo>
                      <a:pt x="793" y="305"/>
                    </a:lnTo>
                    <a:lnTo>
                      <a:pt x="794" y="305"/>
                    </a:lnTo>
                    <a:lnTo>
                      <a:pt x="796" y="305"/>
                    </a:lnTo>
                    <a:lnTo>
                      <a:pt x="797" y="305"/>
                    </a:lnTo>
                    <a:lnTo>
                      <a:pt x="798" y="305"/>
                    </a:lnTo>
                    <a:lnTo>
                      <a:pt x="800" y="305"/>
                    </a:lnTo>
                    <a:lnTo>
                      <a:pt x="801" y="305"/>
                    </a:lnTo>
                    <a:lnTo>
                      <a:pt x="803" y="305"/>
                    </a:lnTo>
                    <a:lnTo>
                      <a:pt x="804" y="305"/>
                    </a:lnTo>
                    <a:lnTo>
                      <a:pt x="805" y="305"/>
                    </a:lnTo>
                    <a:lnTo>
                      <a:pt x="807" y="305"/>
                    </a:lnTo>
                    <a:lnTo>
                      <a:pt x="808" y="305"/>
                    </a:lnTo>
                    <a:lnTo>
                      <a:pt x="810" y="305"/>
                    </a:lnTo>
                    <a:lnTo>
                      <a:pt x="811" y="305"/>
                    </a:lnTo>
                    <a:lnTo>
                      <a:pt x="813" y="305"/>
                    </a:lnTo>
                    <a:lnTo>
                      <a:pt x="814" y="305"/>
                    </a:lnTo>
                    <a:lnTo>
                      <a:pt x="815" y="305"/>
                    </a:lnTo>
                    <a:lnTo>
                      <a:pt x="817" y="305"/>
                    </a:lnTo>
                    <a:lnTo>
                      <a:pt x="818" y="305"/>
                    </a:lnTo>
                    <a:lnTo>
                      <a:pt x="820" y="305"/>
                    </a:lnTo>
                    <a:lnTo>
                      <a:pt x="821" y="305"/>
                    </a:lnTo>
                    <a:lnTo>
                      <a:pt x="822" y="305"/>
                    </a:lnTo>
                    <a:lnTo>
                      <a:pt x="824" y="305"/>
                    </a:lnTo>
                    <a:lnTo>
                      <a:pt x="825" y="305"/>
                    </a:lnTo>
                    <a:lnTo>
                      <a:pt x="827" y="305"/>
                    </a:lnTo>
                    <a:lnTo>
                      <a:pt x="828" y="305"/>
                    </a:lnTo>
                    <a:lnTo>
                      <a:pt x="829" y="305"/>
                    </a:lnTo>
                    <a:lnTo>
                      <a:pt x="831" y="305"/>
                    </a:lnTo>
                    <a:lnTo>
                      <a:pt x="832" y="304"/>
                    </a:lnTo>
                    <a:lnTo>
                      <a:pt x="834" y="305"/>
                    </a:lnTo>
                    <a:lnTo>
                      <a:pt x="835" y="305"/>
                    </a:lnTo>
                    <a:lnTo>
                      <a:pt x="837" y="304"/>
                    </a:lnTo>
                    <a:lnTo>
                      <a:pt x="838" y="304"/>
                    </a:lnTo>
                    <a:lnTo>
                      <a:pt x="839" y="304"/>
                    </a:lnTo>
                    <a:lnTo>
                      <a:pt x="841" y="304"/>
                    </a:lnTo>
                    <a:lnTo>
                      <a:pt x="842" y="304"/>
                    </a:lnTo>
                    <a:lnTo>
                      <a:pt x="844" y="304"/>
                    </a:lnTo>
                    <a:lnTo>
                      <a:pt x="845" y="304"/>
                    </a:lnTo>
                    <a:lnTo>
                      <a:pt x="846" y="305"/>
                    </a:lnTo>
                    <a:lnTo>
                      <a:pt x="848" y="304"/>
                    </a:lnTo>
                    <a:lnTo>
                      <a:pt x="849" y="305"/>
                    </a:lnTo>
                    <a:lnTo>
                      <a:pt x="851" y="305"/>
                    </a:lnTo>
                    <a:lnTo>
                      <a:pt x="852" y="305"/>
                    </a:lnTo>
                    <a:lnTo>
                      <a:pt x="853" y="305"/>
                    </a:lnTo>
                    <a:lnTo>
                      <a:pt x="855" y="305"/>
                    </a:lnTo>
                    <a:lnTo>
                      <a:pt x="856" y="305"/>
                    </a:lnTo>
                    <a:lnTo>
                      <a:pt x="858" y="305"/>
                    </a:lnTo>
                    <a:lnTo>
                      <a:pt x="859" y="305"/>
                    </a:lnTo>
                    <a:lnTo>
                      <a:pt x="861" y="305"/>
                    </a:lnTo>
                    <a:lnTo>
                      <a:pt x="862" y="305"/>
                    </a:lnTo>
                    <a:lnTo>
                      <a:pt x="863" y="305"/>
                    </a:lnTo>
                    <a:lnTo>
                      <a:pt x="865" y="304"/>
                    </a:lnTo>
                    <a:lnTo>
                      <a:pt x="866" y="304"/>
                    </a:lnTo>
                    <a:lnTo>
                      <a:pt x="868" y="304"/>
                    </a:lnTo>
                    <a:lnTo>
                      <a:pt x="869" y="304"/>
                    </a:lnTo>
                    <a:lnTo>
                      <a:pt x="870" y="304"/>
                    </a:lnTo>
                    <a:lnTo>
                      <a:pt x="872" y="304"/>
                    </a:lnTo>
                    <a:lnTo>
                      <a:pt x="873" y="304"/>
                    </a:lnTo>
                    <a:lnTo>
                      <a:pt x="875" y="304"/>
                    </a:lnTo>
                    <a:lnTo>
                      <a:pt x="876" y="304"/>
                    </a:lnTo>
                    <a:lnTo>
                      <a:pt x="877" y="304"/>
                    </a:lnTo>
                    <a:lnTo>
                      <a:pt x="879" y="304"/>
                    </a:lnTo>
                    <a:lnTo>
                      <a:pt x="880" y="304"/>
                    </a:lnTo>
                    <a:lnTo>
                      <a:pt x="882" y="304"/>
                    </a:lnTo>
                    <a:lnTo>
                      <a:pt x="883" y="304"/>
                    </a:lnTo>
                    <a:lnTo>
                      <a:pt x="884" y="304"/>
                    </a:lnTo>
                    <a:lnTo>
                      <a:pt x="886" y="304"/>
                    </a:lnTo>
                    <a:lnTo>
                      <a:pt x="887" y="304"/>
                    </a:lnTo>
                    <a:lnTo>
                      <a:pt x="889" y="304"/>
                    </a:lnTo>
                    <a:lnTo>
                      <a:pt x="890" y="304"/>
                    </a:lnTo>
                    <a:lnTo>
                      <a:pt x="892" y="304"/>
                    </a:lnTo>
                    <a:lnTo>
                      <a:pt x="893" y="304"/>
                    </a:lnTo>
                    <a:lnTo>
                      <a:pt x="894" y="304"/>
                    </a:lnTo>
                    <a:lnTo>
                      <a:pt x="896" y="304"/>
                    </a:lnTo>
                    <a:lnTo>
                      <a:pt x="897" y="304"/>
                    </a:lnTo>
                    <a:lnTo>
                      <a:pt x="899" y="304"/>
                    </a:lnTo>
                    <a:lnTo>
                      <a:pt x="900" y="304"/>
                    </a:lnTo>
                    <a:lnTo>
                      <a:pt x="901" y="304"/>
                    </a:lnTo>
                    <a:lnTo>
                      <a:pt x="903" y="304"/>
                    </a:lnTo>
                    <a:lnTo>
                      <a:pt x="904" y="304"/>
                    </a:lnTo>
                    <a:lnTo>
                      <a:pt x="906" y="303"/>
                    </a:lnTo>
                    <a:lnTo>
                      <a:pt x="907" y="303"/>
                    </a:lnTo>
                    <a:lnTo>
                      <a:pt x="908" y="303"/>
                    </a:lnTo>
                    <a:lnTo>
                      <a:pt x="910" y="303"/>
                    </a:lnTo>
                    <a:lnTo>
                      <a:pt x="911" y="303"/>
                    </a:lnTo>
                    <a:lnTo>
                      <a:pt x="913" y="303"/>
                    </a:lnTo>
                    <a:lnTo>
                      <a:pt x="914" y="303"/>
                    </a:lnTo>
                    <a:lnTo>
                      <a:pt x="916" y="303"/>
                    </a:lnTo>
                    <a:lnTo>
                      <a:pt x="917" y="303"/>
                    </a:lnTo>
                    <a:lnTo>
                      <a:pt x="918" y="303"/>
                    </a:lnTo>
                    <a:lnTo>
                      <a:pt x="920" y="303"/>
                    </a:lnTo>
                    <a:lnTo>
                      <a:pt x="921" y="304"/>
                    </a:lnTo>
                    <a:lnTo>
                      <a:pt x="923" y="304"/>
                    </a:lnTo>
                    <a:lnTo>
                      <a:pt x="924" y="304"/>
                    </a:lnTo>
                    <a:lnTo>
                      <a:pt x="925" y="304"/>
                    </a:lnTo>
                    <a:lnTo>
                      <a:pt x="927" y="304"/>
                    </a:lnTo>
                    <a:lnTo>
                      <a:pt x="928" y="304"/>
                    </a:lnTo>
                    <a:lnTo>
                      <a:pt x="930" y="304"/>
                    </a:lnTo>
                    <a:lnTo>
                      <a:pt x="931" y="304"/>
                    </a:lnTo>
                    <a:lnTo>
                      <a:pt x="932" y="304"/>
                    </a:lnTo>
                    <a:lnTo>
                      <a:pt x="934" y="304"/>
                    </a:lnTo>
                    <a:lnTo>
                      <a:pt x="935" y="304"/>
                    </a:lnTo>
                    <a:lnTo>
                      <a:pt x="937" y="303"/>
                    </a:lnTo>
                    <a:lnTo>
                      <a:pt x="938" y="303"/>
                    </a:lnTo>
                    <a:lnTo>
                      <a:pt x="940" y="303"/>
                    </a:lnTo>
                    <a:lnTo>
                      <a:pt x="941" y="303"/>
                    </a:lnTo>
                    <a:lnTo>
                      <a:pt x="942" y="303"/>
                    </a:lnTo>
                    <a:lnTo>
                      <a:pt x="944" y="303"/>
                    </a:lnTo>
                    <a:lnTo>
                      <a:pt x="945" y="303"/>
                    </a:lnTo>
                    <a:lnTo>
                      <a:pt x="947" y="303"/>
                    </a:lnTo>
                    <a:lnTo>
                      <a:pt x="948" y="303"/>
                    </a:lnTo>
                    <a:lnTo>
                      <a:pt x="949" y="303"/>
                    </a:lnTo>
                    <a:lnTo>
                      <a:pt x="951" y="303"/>
                    </a:lnTo>
                    <a:lnTo>
                      <a:pt x="952" y="303"/>
                    </a:lnTo>
                    <a:lnTo>
                      <a:pt x="954" y="303"/>
                    </a:lnTo>
                    <a:lnTo>
                      <a:pt x="955" y="303"/>
                    </a:lnTo>
                    <a:lnTo>
                      <a:pt x="956" y="303"/>
                    </a:lnTo>
                    <a:lnTo>
                      <a:pt x="958" y="303"/>
                    </a:lnTo>
                    <a:lnTo>
                      <a:pt x="959" y="303"/>
                    </a:lnTo>
                    <a:lnTo>
                      <a:pt x="961" y="303"/>
                    </a:lnTo>
                    <a:lnTo>
                      <a:pt x="962" y="303"/>
                    </a:lnTo>
                    <a:lnTo>
                      <a:pt x="964" y="303"/>
                    </a:lnTo>
                    <a:lnTo>
                      <a:pt x="965" y="303"/>
                    </a:lnTo>
                    <a:lnTo>
                      <a:pt x="966" y="303"/>
                    </a:lnTo>
                    <a:lnTo>
                      <a:pt x="968" y="303"/>
                    </a:lnTo>
                    <a:lnTo>
                      <a:pt x="969" y="303"/>
                    </a:lnTo>
                    <a:lnTo>
                      <a:pt x="971" y="303"/>
                    </a:lnTo>
                    <a:lnTo>
                      <a:pt x="972" y="303"/>
                    </a:lnTo>
                    <a:lnTo>
                      <a:pt x="973" y="303"/>
                    </a:lnTo>
                    <a:lnTo>
                      <a:pt x="975" y="303"/>
                    </a:lnTo>
                    <a:lnTo>
                      <a:pt x="976" y="303"/>
                    </a:lnTo>
                    <a:lnTo>
                      <a:pt x="978" y="303"/>
                    </a:lnTo>
                    <a:lnTo>
                      <a:pt x="979" y="303"/>
                    </a:lnTo>
                    <a:lnTo>
                      <a:pt x="980" y="303"/>
                    </a:lnTo>
                    <a:lnTo>
                      <a:pt x="982" y="303"/>
                    </a:lnTo>
                    <a:lnTo>
                      <a:pt x="983" y="303"/>
                    </a:lnTo>
                    <a:lnTo>
                      <a:pt x="985" y="302"/>
                    </a:lnTo>
                    <a:lnTo>
                      <a:pt x="986" y="302"/>
                    </a:lnTo>
                    <a:lnTo>
                      <a:pt x="988" y="302"/>
                    </a:lnTo>
                    <a:lnTo>
                      <a:pt x="989" y="302"/>
                    </a:lnTo>
                    <a:lnTo>
                      <a:pt x="990" y="302"/>
                    </a:lnTo>
                    <a:lnTo>
                      <a:pt x="992" y="302"/>
                    </a:lnTo>
                    <a:lnTo>
                      <a:pt x="993" y="302"/>
                    </a:lnTo>
                    <a:lnTo>
                      <a:pt x="995" y="302"/>
                    </a:lnTo>
                    <a:lnTo>
                      <a:pt x="996" y="302"/>
                    </a:lnTo>
                    <a:lnTo>
                      <a:pt x="997" y="302"/>
                    </a:lnTo>
                    <a:lnTo>
                      <a:pt x="999" y="303"/>
                    </a:lnTo>
                    <a:lnTo>
                      <a:pt x="1000" y="303"/>
                    </a:lnTo>
                    <a:lnTo>
                      <a:pt x="1002" y="303"/>
                    </a:lnTo>
                    <a:lnTo>
                      <a:pt x="1003" y="303"/>
                    </a:lnTo>
                    <a:lnTo>
                      <a:pt x="1004" y="302"/>
                    </a:lnTo>
                    <a:lnTo>
                      <a:pt x="1006" y="302"/>
                    </a:lnTo>
                    <a:lnTo>
                      <a:pt x="1007" y="302"/>
                    </a:lnTo>
                    <a:lnTo>
                      <a:pt x="1009" y="302"/>
                    </a:lnTo>
                    <a:lnTo>
                      <a:pt x="1010" y="302"/>
                    </a:lnTo>
                    <a:lnTo>
                      <a:pt x="1012" y="302"/>
                    </a:lnTo>
                    <a:lnTo>
                      <a:pt x="1013" y="302"/>
                    </a:lnTo>
                    <a:lnTo>
                      <a:pt x="1014" y="302"/>
                    </a:lnTo>
                    <a:lnTo>
                      <a:pt x="1016" y="302"/>
                    </a:lnTo>
                    <a:lnTo>
                      <a:pt x="1017" y="302"/>
                    </a:lnTo>
                    <a:lnTo>
                      <a:pt x="1019" y="302"/>
                    </a:lnTo>
                    <a:lnTo>
                      <a:pt x="1020" y="302"/>
                    </a:lnTo>
                    <a:lnTo>
                      <a:pt x="1021" y="302"/>
                    </a:lnTo>
                    <a:lnTo>
                      <a:pt x="1023" y="302"/>
                    </a:lnTo>
                    <a:lnTo>
                      <a:pt x="1024" y="302"/>
                    </a:lnTo>
                    <a:lnTo>
                      <a:pt x="1026" y="302"/>
                    </a:lnTo>
                    <a:lnTo>
                      <a:pt x="1027" y="302"/>
                    </a:lnTo>
                    <a:lnTo>
                      <a:pt x="1028" y="302"/>
                    </a:lnTo>
                    <a:lnTo>
                      <a:pt x="1030" y="302"/>
                    </a:lnTo>
                    <a:lnTo>
                      <a:pt x="1031" y="302"/>
                    </a:lnTo>
                    <a:lnTo>
                      <a:pt x="1033" y="302"/>
                    </a:lnTo>
                    <a:lnTo>
                      <a:pt x="1034" y="302"/>
                    </a:lnTo>
                    <a:lnTo>
                      <a:pt x="1036" y="302"/>
                    </a:lnTo>
                    <a:lnTo>
                      <a:pt x="1037" y="302"/>
                    </a:lnTo>
                    <a:lnTo>
                      <a:pt x="1038" y="301"/>
                    </a:lnTo>
                    <a:lnTo>
                      <a:pt x="1040" y="301"/>
                    </a:lnTo>
                    <a:lnTo>
                      <a:pt x="1041" y="301"/>
                    </a:lnTo>
                    <a:lnTo>
                      <a:pt x="1043" y="301"/>
                    </a:lnTo>
                    <a:lnTo>
                      <a:pt x="1044" y="301"/>
                    </a:lnTo>
                    <a:lnTo>
                      <a:pt x="1045" y="301"/>
                    </a:lnTo>
                    <a:lnTo>
                      <a:pt x="1047" y="301"/>
                    </a:lnTo>
                    <a:lnTo>
                      <a:pt x="1048" y="301"/>
                    </a:lnTo>
                    <a:lnTo>
                      <a:pt x="1050" y="301"/>
                    </a:lnTo>
                    <a:lnTo>
                      <a:pt x="1051" y="301"/>
                    </a:lnTo>
                    <a:lnTo>
                      <a:pt x="1052" y="301"/>
                    </a:lnTo>
                    <a:lnTo>
                      <a:pt x="1054" y="301"/>
                    </a:lnTo>
                    <a:lnTo>
                      <a:pt x="1055" y="301"/>
                    </a:lnTo>
                    <a:lnTo>
                      <a:pt x="1057" y="301"/>
                    </a:lnTo>
                    <a:lnTo>
                      <a:pt x="1058" y="301"/>
                    </a:lnTo>
                    <a:lnTo>
                      <a:pt x="1059" y="301"/>
                    </a:lnTo>
                    <a:lnTo>
                      <a:pt x="1061" y="301"/>
                    </a:lnTo>
                    <a:lnTo>
                      <a:pt x="1062" y="301"/>
                    </a:lnTo>
                    <a:lnTo>
                      <a:pt x="1064" y="301"/>
                    </a:lnTo>
                    <a:lnTo>
                      <a:pt x="1065" y="301"/>
                    </a:lnTo>
                    <a:lnTo>
                      <a:pt x="1067" y="301"/>
                    </a:lnTo>
                    <a:lnTo>
                      <a:pt x="1068" y="301"/>
                    </a:lnTo>
                    <a:lnTo>
                      <a:pt x="1069" y="301"/>
                    </a:lnTo>
                    <a:lnTo>
                      <a:pt x="1071" y="301"/>
                    </a:lnTo>
                    <a:lnTo>
                      <a:pt x="1072" y="301"/>
                    </a:lnTo>
                    <a:lnTo>
                      <a:pt x="1074" y="301"/>
                    </a:lnTo>
                    <a:lnTo>
                      <a:pt x="1075" y="301"/>
                    </a:lnTo>
                    <a:lnTo>
                      <a:pt x="1076" y="301"/>
                    </a:lnTo>
                    <a:lnTo>
                      <a:pt x="1078" y="301"/>
                    </a:lnTo>
                    <a:lnTo>
                      <a:pt x="1079" y="301"/>
                    </a:lnTo>
                    <a:lnTo>
                      <a:pt x="1081" y="301"/>
                    </a:lnTo>
                    <a:lnTo>
                      <a:pt x="1082" y="301"/>
                    </a:lnTo>
                    <a:lnTo>
                      <a:pt x="1083" y="301"/>
                    </a:lnTo>
                    <a:lnTo>
                      <a:pt x="1085" y="301"/>
                    </a:lnTo>
                    <a:lnTo>
                      <a:pt x="1086" y="301"/>
                    </a:lnTo>
                    <a:lnTo>
                      <a:pt x="1088" y="301"/>
                    </a:lnTo>
                    <a:lnTo>
                      <a:pt x="1089" y="301"/>
                    </a:lnTo>
                    <a:lnTo>
                      <a:pt x="1091" y="300"/>
                    </a:lnTo>
                    <a:lnTo>
                      <a:pt x="1092" y="300"/>
                    </a:lnTo>
                    <a:lnTo>
                      <a:pt x="1093" y="300"/>
                    </a:lnTo>
                    <a:lnTo>
                      <a:pt x="1095" y="300"/>
                    </a:lnTo>
                    <a:lnTo>
                      <a:pt x="1096" y="300"/>
                    </a:lnTo>
                    <a:lnTo>
                      <a:pt x="1098" y="300"/>
                    </a:lnTo>
                    <a:lnTo>
                      <a:pt x="1099" y="300"/>
                    </a:lnTo>
                    <a:lnTo>
                      <a:pt x="1100" y="300"/>
                    </a:lnTo>
                    <a:lnTo>
                      <a:pt x="1102" y="300"/>
                    </a:lnTo>
                    <a:lnTo>
                      <a:pt x="1103" y="300"/>
                    </a:lnTo>
                    <a:lnTo>
                      <a:pt x="1105" y="300"/>
                    </a:lnTo>
                    <a:lnTo>
                      <a:pt x="1106" y="300"/>
                    </a:lnTo>
                    <a:lnTo>
                      <a:pt x="1107" y="300"/>
                    </a:lnTo>
                    <a:lnTo>
                      <a:pt x="1109" y="300"/>
                    </a:lnTo>
                    <a:lnTo>
                      <a:pt x="1110" y="300"/>
                    </a:lnTo>
                    <a:lnTo>
                      <a:pt x="1112" y="300"/>
                    </a:lnTo>
                    <a:lnTo>
                      <a:pt x="1113" y="300"/>
                    </a:lnTo>
                    <a:lnTo>
                      <a:pt x="1115" y="300"/>
                    </a:lnTo>
                    <a:lnTo>
                      <a:pt x="1116" y="300"/>
                    </a:lnTo>
                    <a:lnTo>
                      <a:pt x="1117" y="300"/>
                    </a:lnTo>
                    <a:lnTo>
                      <a:pt x="1119" y="300"/>
                    </a:lnTo>
                    <a:lnTo>
                      <a:pt x="1120" y="300"/>
                    </a:lnTo>
                    <a:lnTo>
                      <a:pt x="1122" y="300"/>
                    </a:lnTo>
                    <a:lnTo>
                      <a:pt x="1123" y="300"/>
                    </a:lnTo>
                    <a:lnTo>
                      <a:pt x="1124" y="300"/>
                    </a:lnTo>
                    <a:lnTo>
                      <a:pt x="1126" y="300"/>
                    </a:lnTo>
                    <a:lnTo>
                      <a:pt x="1127" y="300"/>
                    </a:lnTo>
                    <a:lnTo>
                      <a:pt x="1129" y="300"/>
                    </a:lnTo>
                    <a:lnTo>
                      <a:pt x="1130" y="300"/>
                    </a:lnTo>
                    <a:lnTo>
                      <a:pt x="1131" y="300"/>
                    </a:lnTo>
                    <a:lnTo>
                      <a:pt x="1133" y="300"/>
                    </a:lnTo>
                    <a:lnTo>
                      <a:pt x="1134" y="300"/>
                    </a:lnTo>
                    <a:lnTo>
                      <a:pt x="1136" y="299"/>
                    </a:lnTo>
                    <a:lnTo>
                      <a:pt x="1137" y="299"/>
                    </a:lnTo>
                    <a:lnTo>
                      <a:pt x="1139" y="299"/>
                    </a:lnTo>
                    <a:lnTo>
                      <a:pt x="1140" y="299"/>
                    </a:lnTo>
                    <a:lnTo>
                      <a:pt x="1141" y="299"/>
                    </a:lnTo>
                    <a:lnTo>
                      <a:pt x="1143" y="299"/>
                    </a:lnTo>
                    <a:lnTo>
                      <a:pt x="1144" y="299"/>
                    </a:lnTo>
                    <a:lnTo>
                      <a:pt x="1146" y="299"/>
                    </a:lnTo>
                    <a:lnTo>
                      <a:pt x="1147" y="299"/>
                    </a:lnTo>
                    <a:lnTo>
                      <a:pt x="1148" y="299"/>
                    </a:lnTo>
                    <a:lnTo>
                      <a:pt x="1150" y="299"/>
                    </a:lnTo>
                    <a:lnTo>
                      <a:pt x="1151" y="299"/>
                    </a:lnTo>
                    <a:lnTo>
                      <a:pt x="1153" y="299"/>
                    </a:lnTo>
                    <a:lnTo>
                      <a:pt x="1154" y="299"/>
                    </a:lnTo>
                    <a:lnTo>
                      <a:pt x="1155" y="299"/>
                    </a:lnTo>
                    <a:lnTo>
                      <a:pt x="1157" y="299"/>
                    </a:lnTo>
                    <a:lnTo>
                      <a:pt x="1158" y="299"/>
                    </a:lnTo>
                    <a:lnTo>
                      <a:pt x="1160" y="299"/>
                    </a:lnTo>
                    <a:lnTo>
                      <a:pt x="1161" y="299"/>
                    </a:lnTo>
                    <a:lnTo>
                      <a:pt x="1163" y="299"/>
                    </a:lnTo>
                    <a:lnTo>
                      <a:pt x="1164" y="299"/>
                    </a:lnTo>
                    <a:lnTo>
                      <a:pt x="1165" y="299"/>
                    </a:lnTo>
                    <a:lnTo>
                      <a:pt x="1167" y="299"/>
                    </a:lnTo>
                    <a:lnTo>
                      <a:pt x="1168" y="299"/>
                    </a:lnTo>
                    <a:lnTo>
                      <a:pt x="1170" y="299"/>
                    </a:lnTo>
                    <a:lnTo>
                      <a:pt x="1171" y="299"/>
                    </a:lnTo>
                    <a:lnTo>
                      <a:pt x="1172" y="299"/>
                    </a:lnTo>
                    <a:lnTo>
                      <a:pt x="1174" y="299"/>
                    </a:lnTo>
                    <a:lnTo>
                      <a:pt x="1175" y="299"/>
                    </a:lnTo>
                    <a:lnTo>
                      <a:pt x="1177" y="299"/>
                    </a:lnTo>
                    <a:lnTo>
                      <a:pt x="1178" y="299"/>
                    </a:lnTo>
                    <a:lnTo>
                      <a:pt x="1179" y="299"/>
                    </a:lnTo>
                    <a:lnTo>
                      <a:pt x="1181" y="299"/>
                    </a:lnTo>
                    <a:lnTo>
                      <a:pt x="1182" y="298"/>
                    </a:lnTo>
                    <a:lnTo>
                      <a:pt x="1184" y="298"/>
                    </a:lnTo>
                    <a:lnTo>
                      <a:pt x="1185" y="298"/>
                    </a:lnTo>
                    <a:lnTo>
                      <a:pt x="1187" y="298"/>
                    </a:lnTo>
                    <a:lnTo>
                      <a:pt x="1188" y="298"/>
                    </a:lnTo>
                    <a:lnTo>
                      <a:pt x="1189" y="298"/>
                    </a:lnTo>
                    <a:lnTo>
                      <a:pt x="1191" y="298"/>
                    </a:lnTo>
                    <a:lnTo>
                      <a:pt x="1192" y="298"/>
                    </a:lnTo>
                    <a:lnTo>
                      <a:pt x="1194" y="298"/>
                    </a:lnTo>
                    <a:lnTo>
                      <a:pt x="1195" y="298"/>
                    </a:lnTo>
                    <a:lnTo>
                      <a:pt x="1196" y="298"/>
                    </a:lnTo>
                    <a:lnTo>
                      <a:pt x="1198" y="298"/>
                    </a:lnTo>
                    <a:lnTo>
                      <a:pt x="1199" y="298"/>
                    </a:lnTo>
                    <a:lnTo>
                      <a:pt x="1201" y="298"/>
                    </a:lnTo>
                    <a:lnTo>
                      <a:pt x="1202" y="298"/>
                    </a:lnTo>
                    <a:lnTo>
                      <a:pt x="1203" y="298"/>
                    </a:lnTo>
                    <a:lnTo>
                      <a:pt x="1205" y="298"/>
                    </a:lnTo>
                    <a:lnTo>
                      <a:pt x="1206" y="298"/>
                    </a:lnTo>
                    <a:lnTo>
                      <a:pt x="1208" y="298"/>
                    </a:lnTo>
                    <a:lnTo>
                      <a:pt x="1209" y="298"/>
                    </a:lnTo>
                    <a:lnTo>
                      <a:pt x="1211" y="298"/>
                    </a:lnTo>
                    <a:lnTo>
                      <a:pt x="1212" y="298"/>
                    </a:lnTo>
                    <a:lnTo>
                      <a:pt x="1213" y="298"/>
                    </a:lnTo>
                    <a:lnTo>
                      <a:pt x="1215" y="298"/>
                    </a:lnTo>
                    <a:lnTo>
                      <a:pt x="1216" y="298"/>
                    </a:lnTo>
                    <a:lnTo>
                      <a:pt x="1218" y="298"/>
                    </a:lnTo>
                    <a:lnTo>
                      <a:pt x="1219" y="298"/>
                    </a:lnTo>
                    <a:lnTo>
                      <a:pt x="1220" y="298"/>
                    </a:lnTo>
                    <a:lnTo>
                      <a:pt x="1222" y="298"/>
                    </a:lnTo>
                    <a:lnTo>
                      <a:pt x="1223" y="298"/>
                    </a:lnTo>
                    <a:lnTo>
                      <a:pt x="1225" y="298"/>
                    </a:lnTo>
                    <a:lnTo>
                      <a:pt x="1226" y="298"/>
                    </a:lnTo>
                    <a:lnTo>
                      <a:pt x="1227" y="298"/>
                    </a:lnTo>
                    <a:lnTo>
                      <a:pt x="1229" y="298"/>
                    </a:lnTo>
                    <a:lnTo>
                      <a:pt x="1230" y="297"/>
                    </a:lnTo>
                    <a:lnTo>
                      <a:pt x="1232" y="297"/>
                    </a:lnTo>
                    <a:lnTo>
                      <a:pt x="1233" y="297"/>
                    </a:lnTo>
                    <a:lnTo>
                      <a:pt x="1234" y="297"/>
                    </a:lnTo>
                    <a:lnTo>
                      <a:pt x="1236" y="297"/>
                    </a:lnTo>
                    <a:lnTo>
                      <a:pt x="1237" y="297"/>
                    </a:lnTo>
                    <a:lnTo>
                      <a:pt x="1239" y="297"/>
                    </a:lnTo>
                    <a:lnTo>
                      <a:pt x="1240" y="297"/>
                    </a:lnTo>
                    <a:lnTo>
                      <a:pt x="1242" y="297"/>
                    </a:lnTo>
                    <a:lnTo>
                      <a:pt x="1243" y="297"/>
                    </a:lnTo>
                    <a:lnTo>
                      <a:pt x="1244" y="297"/>
                    </a:lnTo>
                    <a:lnTo>
                      <a:pt x="1246" y="297"/>
                    </a:lnTo>
                    <a:lnTo>
                      <a:pt x="1247" y="297"/>
                    </a:lnTo>
                    <a:lnTo>
                      <a:pt x="1249" y="297"/>
                    </a:lnTo>
                    <a:lnTo>
                      <a:pt x="1250" y="297"/>
                    </a:lnTo>
                    <a:lnTo>
                      <a:pt x="1251" y="298"/>
                    </a:lnTo>
                    <a:lnTo>
                      <a:pt x="1253" y="297"/>
                    </a:lnTo>
                    <a:lnTo>
                      <a:pt x="1254" y="297"/>
                    </a:lnTo>
                    <a:lnTo>
                      <a:pt x="1256" y="297"/>
                    </a:lnTo>
                    <a:lnTo>
                      <a:pt x="1257" y="297"/>
                    </a:lnTo>
                    <a:lnTo>
                      <a:pt x="1258" y="298"/>
                    </a:lnTo>
                    <a:lnTo>
                      <a:pt x="1260" y="298"/>
                    </a:lnTo>
                    <a:lnTo>
                      <a:pt x="1261" y="298"/>
                    </a:lnTo>
                    <a:lnTo>
                      <a:pt x="1263" y="298"/>
                    </a:lnTo>
                    <a:lnTo>
                      <a:pt x="1264" y="298"/>
                    </a:lnTo>
                    <a:lnTo>
                      <a:pt x="1266" y="298"/>
                    </a:lnTo>
                    <a:lnTo>
                      <a:pt x="1267" y="298"/>
                    </a:lnTo>
                    <a:lnTo>
                      <a:pt x="1268" y="298"/>
                    </a:lnTo>
                    <a:lnTo>
                      <a:pt x="1270" y="298"/>
                    </a:lnTo>
                    <a:lnTo>
                      <a:pt x="1271" y="298"/>
                    </a:lnTo>
                    <a:lnTo>
                      <a:pt x="1273" y="298"/>
                    </a:lnTo>
                    <a:lnTo>
                      <a:pt x="1274" y="298"/>
                    </a:lnTo>
                    <a:lnTo>
                      <a:pt x="1275" y="298"/>
                    </a:lnTo>
                    <a:lnTo>
                      <a:pt x="1277" y="298"/>
                    </a:lnTo>
                    <a:lnTo>
                      <a:pt x="1278" y="298"/>
                    </a:lnTo>
                    <a:lnTo>
                      <a:pt x="1280" y="298"/>
                    </a:lnTo>
                    <a:lnTo>
                      <a:pt x="1281" y="298"/>
                    </a:lnTo>
                    <a:lnTo>
                      <a:pt x="1282" y="298"/>
                    </a:lnTo>
                    <a:lnTo>
                      <a:pt x="1284" y="298"/>
                    </a:lnTo>
                    <a:lnTo>
                      <a:pt x="1285" y="298"/>
                    </a:lnTo>
                    <a:lnTo>
                      <a:pt x="1287" y="298"/>
                    </a:lnTo>
                    <a:lnTo>
                      <a:pt x="1288" y="298"/>
                    </a:lnTo>
                    <a:lnTo>
                      <a:pt x="1290" y="298"/>
                    </a:lnTo>
                    <a:lnTo>
                      <a:pt x="1291" y="298"/>
                    </a:lnTo>
                    <a:lnTo>
                      <a:pt x="1292" y="298"/>
                    </a:lnTo>
                    <a:lnTo>
                      <a:pt x="1294" y="298"/>
                    </a:lnTo>
                    <a:lnTo>
                      <a:pt x="1295" y="298"/>
                    </a:lnTo>
                    <a:lnTo>
                      <a:pt x="1297" y="298"/>
                    </a:lnTo>
                    <a:lnTo>
                      <a:pt x="1298" y="298"/>
                    </a:lnTo>
                    <a:lnTo>
                      <a:pt x="1299" y="298"/>
                    </a:lnTo>
                    <a:lnTo>
                      <a:pt x="1301" y="298"/>
                    </a:lnTo>
                    <a:lnTo>
                      <a:pt x="1302" y="298"/>
                    </a:lnTo>
                    <a:lnTo>
                      <a:pt x="1304" y="298"/>
                    </a:lnTo>
                    <a:lnTo>
                      <a:pt x="1305" y="298"/>
                    </a:lnTo>
                    <a:lnTo>
                      <a:pt x="1306" y="298"/>
                    </a:lnTo>
                    <a:lnTo>
                      <a:pt x="1308" y="298"/>
                    </a:lnTo>
                    <a:lnTo>
                      <a:pt x="1309" y="298"/>
                    </a:lnTo>
                    <a:lnTo>
                      <a:pt x="1311" y="297"/>
                    </a:lnTo>
                    <a:lnTo>
                      <a:pt x="1312" y="297"/>
                    </a:lnTo>
                    <a:lnTo>
                      <a:pt x="1314" y="297"/>
                    </a:lnTo>
                    <a:lnTo>
                      <a:pt x="1315" y="297"/>
                    </a:lnTo>
                    <a:lnTo>
                      <a:pt x="1316" y="297"/>
                    </a:lnTo>
                    <a:lnTo>
                      <a:pt x="1318" y="297"/>
                    </a:lnTo>
                    <a:lnTo>
                      <a:pt x="1319" y="297"/>
                    </a:lnTo>
                    <a:lnTo>
                      <a:pt x="1321" y="297"/>
                    </a:lnTo>
                    <a:lnTo>
                      <a:pt x="1322" y="297"/>
                    </a:lnTo>
                    <a:lnTo>
                      <a:pt x="1323" y="297"/>
                    </a:lnTo>
                    <a:lnTo>
                      <a:pt x="1325" y="297"/>
                    </a:lnTo>
                    <a:lnTo>
                      <a:pt x="1326" y="297"/>
                    </a:lnTo>
                    <a:lnTo>
                      <a:pt x="1328" y="297"/>
                    </a:lnTo>
                    <a:lnTo>
                      <a:pt x="1329" y="297"/>
                    </a:lnTo>
                    <a:lnTo>
                      <a:pt x="1330" y="297"/>
                    </a:lnTo>
                    <a:lnTo>
                      <a:pt x="1332" y="297"/>
                    </a:lnTo>
                    <a:lnTo>
                      <a:pt x="1333" y="297"/>
                    </a:lnTo>
                    <a:lnTo>
                      <a:pt x="1335" y="297"/>
                    </a:lnTo>
                    <a:lnTo>
                      <a:pt x="1336" y="297"/>
                    </a:lnTo>
                    <a:lnTo>
                      <a:pt x="1338" y="297"/>
                    </a:lnTo>
                    <a:lnTo>
                      <a:pt x="1339" y="297"/>
                    </a:lnTo>
                    <a:lnTo>
                      <a:pt x="1340" y="297"/>
                    </a:lnTo>
                    <a:lnTo>
                      <a:pt x="1342" y="297"/>
                    </a:lnTo>
                    <a:lnTo>
                      <a:pt x="1343" y="297"/>
                    </a:lnTo>
                    <a:lnTo>
                      <a:pt x="1345" y="297"/>
                    </a:lnTo>
                    <a:lnTo>
                      <a:pt x="1346" y="297"/>
                    </a:lnTo>
                    <a:lnTo>
                      <a:pt x="1347" y="297"/>
                    </a:lnTo>
                    <a:lnTo>
                      <a:pt x="1349" y="297"/>
                    </a:lnTo>
                    <a:lnTo>
                      <a:pt x="1350" y="297"/>
                    </a:lnTo>
                    <a:lnTo>
                      <a:pt x="1352" y="297"/>
                    </a:lnTo>
                    <a:lnTo>
                      <a:pt x="1353" y="297"/>
                    </a:lnTo>
                    <a:lnTo>
                      <a:pt x="1354" y="297"/>
                    </a:lnTo>
                    <a:lnTo>
                      <a:pt x="1356" y="297"/>
                    </a:lnTo>
                    <a:lnTo>
                      <a:pt x="1357" y="297"/>
                    </a:lnTo>
                    <a:lnTo>
                      <a:pt x="1359" y="297"/>
                    </a:lnTo>
                    <a:lnTo>
                      <a:pt x="1360" y="297"/>
                    </a:lnTo>
                    <a:lnTo>
                      <a:pt x="1362" y="297"/>
                    </a:lnTo>
                    <a:lnTo>
                      <a:pt x="1363" y="297"/>
                    </a:lnTo>
                    <a:lnTo>
                      <a:pt x="1364" y="297"/>
                    </a:lnTo>
                    <a:lnTo>
                      <a:pt x="1366" y="297"/>
                    </a:lnTo>
                    <a:lnTo>
                      <a:pt x="1367" y="297"/>
                    </a:lnTo>
                    <a:lnTo>
                      <a:pt x="1369" y="297"/>
                    </a:lnTo>
                    <a:lnTo>
                      <a:pt x="1370" y="297"/>
                    </a:lnTo>
                    <a:lnTo>
                      <a:pt x="1371" y="297"/>
                    </a:lnTo>
                    <a:lnTo>
                      <a:pt x="1373" y="297"/>
                    </a:lnTo>
                    <a:lnTo>
                      <a:pt x="1374" y="297"/>
                    </a:lnTo>
                    <a:lnTo>
                      <a:pt x="1376" y="297"/>
                    </a:lnTo>
                    <a:lnTo>
                      <a:pt x="1377" y="297"/>
                    </a:lnTo>
                    <a:lnTo>
                      <a:pt x="1378" y="297"/>
                    </a:lnTo>
                    <a:lnTo>
                      <a:pt x="1380" y="297"/>
                    </a:lnTo>
                    <a:lnTo>
                      <a:pt x="1381" y="297"/>
                    </a:lnTo>
                    <a:lnTo>
                      <a:pt x="1383" y="297"/>
                    </a:lnTo>
                    <a:lnTo>
                      <a:pt x="1384" y="297"/>
                    </a:lnTo>
                    <a:lnTo>
                      <a:pt x="1386" y="297"/>
                    </a:lnTo>
                    <a:lnTo>
                      <a:pt x="1387" y="297"/>
                    </a:lnTo>
                    <a:lnTo>
                      <a:pt x="1388" y="297"/>
                    </a:lnTo>
                    <a:lnTo>
                      <a:pt x="1390" y="297"/>
                    </a:lnTo>
                    <a:lnTo>
                      <a:pt x="1391" y="297"/>
                    </a:lnTo>
                    <a:lnTo>
                      <a:pt x="1393" y="297"/>
                    </a:lnTo>
                    <a:lnTo>
                      <a:pt x="1394" y="297"/>
                    </a:lnTo>
                    <a:lnTo>
                      <a:pt x="1395" y="297"/>
                    </a:lnTo>
                    <a:lnTo>
                      <a:pt x="1397" y="296"/>
                    </a:lnTo>
                    <a:lnTo>
                      <a:pt x="1398" y="296"/>
                    </a:lnTo>
                    <a:lnTo>
                      <a:pt x="1400" y="296"/>
                    </a:lnTo>
                    <a:lnTo>
                      <a:pt x="1401" y="296"/>
                    </a:lnTo>
                    <a:lnTo>
                      <a:pt x="1402" y="296"/>
                    </a:lnTo>
                    <a:lnTo>
                      <a:pt x="1404" y="296"/>
                    </a:lnTo>
                    <a:lnTo>
                      <a:pt x="1405" y="296"/>
                    </a:lnTo>
                    <a:lnTo>
                      <a:pt x="1407" y="296"/>
                    </a:lnTo>
                    <a:lnTo>
                      <a:pt x="1408" y="296"/>
                    </a:lnTo>
                    <a:lnTo>
                      <a:pt x="1409" y="296"/>
                    </a:lnTo>
                    <a:lnTo>
                      <a:pt x="1411" y="296"/>
                    </a:lnTo>
                    <a:lnTo>
                      <a:pt x="1412" y="297"/>
                    </a:lnTo>
                    <a:lnTo>
                      <a:pt x="1414" y="297"/>
                    </a:lnTo>
                    <a:lnTo>
                      <a:pt x="1415" y="297"/>
                    </a:lnTo>
                    <a:lnTo>
                      <a:pt x="1417" y="297"/>
                    </a:lnTo>
                    <a:lnTo>
                      <a:pt x="1418" y="297"/>
                    </a:lnTo>
                    <a:lnTo>
                      <a:pt x="1419" y="297"/>
                    </a:lnTo>
                    <a:lnTo>
                      <a:pt x="1421" y="297"/>
                    </a:lnTo>
                    <a:lnTo>
                      <a:pt x="1422" y="297"/>
                    </a:lnTo>
                    <a:lnTo>
                      <a:pt x="1424" y="297"/>
                    </a:lnTo>
                    <a:lnTo>
                      <a:pt x="1425" y="297"/>
                    </a:lnTo>
                    <a:lnTo>
                      <a:pt x="1426" y="297"/>
                    </a:lnTo>
                    <a:lnTo>
                      <a:pt x="1428" y="297"/>
                    </a:lnTo>
                    <a:lnTo>
                      <a:pt x="1429" y="297"/>
                    </a:lnTo>
                    <a:lnTo>
                      <a:pt x="1431" y="297"/>
                    </a:lnTo>
                    <a:lnTo>
                      <a:pt x="1432" y="297"/>
                    </a:lnTo>
                    <a:lnTo>
                      <a:pt x="1433" y="297"/>
                    </a:lnTo>
                    <a:lnTo>
                      <a:pt x="1435" y="297"/>
                    </a:lnTo>
                    <a:lnTo>
                      <a:pt x="1436" y="297"/>
                    </a:lnTo>
                    <a:lnTo>
                      <a:pt x="1438" y="297"/>
                    </a:lnTo>
                    <a:lnTo>
                      <a:pt x="1439" y="297"/>
                    </a:lnTo>
                    <a:lnTo>
                      <a:pt x="1441" y="297"/>
                    </a:lnTo>
                    <a:lnTo>
                      <a:pt x="1442" y="297"/>
                    </a:lnTo>
                    <a:lnTo>
                      <a:pt x="1443" y="297"/>
                    </a:lnTo>
                    <a:lnTo>
                      <a:pt x="1445" y="297"/>
                    </a:lnTo>
                    <a:lnTo>
                      <a:pt x="1446" y="297"/>
                    </a:lnTo>
                    <a:lnTo>
                      <a:pt x="1448" y="297"/>
                    </a:lnTo>
                    <a:lnTo>
                      <a:pt x="1449" y="297"/>
                    </a:lnTo>
                    <a:lnTo>
                      <a:pt x="1450" y="297"/>
                    </a:lnTo>
                    <a:lnTo>
                      <a:pt x="1452" y="297"/>
                    </a:lnTo>
                    <a:lnTo>
                      <a:pt x="1453" y="297"/>
                    </a:lnTo>
                    <a:lnTo>
                      <a:pt x="1455" y="297"/>
                    </a:lnTo>
                    <a:lnTo>
                      <a:pt x="1456" y="297"/>
                    </a:lnTo>
                    <a:lnTo>
                      <a:pt x="1457" y="297"/>
                    </a:lnTo>
                    <a:lnTo>
                      <a:pt x="1459" y="297"/>
                    </a:lnTo>
                    <a:lnTo>
                      <a:pt x="1460" y="297"/>
                    </a:lnTo>
                    <a:lnTo>
                      <a:pt x="1462" y="297"/>
                    </a:lnTo>
                    <a:lnTo>
                      <a:pt x="1463" y="297"/>
                    </a:lnTo>
                    <a:lnTo>
                      <a:pt x="1465" y="297"/>
                    </a:lnTo>
                    <a:lnTo>
                      <a:pt x="1466" y="297"/>
                    </a:lnTo>
                    <a:lnTo>
                      <a:pt x="1467" y="297"/>
                    </a:lnTo>
                    <a:lnTo>
                      <a:pt x="1469" y="297"/>
                    </a:lnTo>
                    <a:lnTo>
                      <a:pt x="1470" y="297"/>
                    </a:lnTo>
                    <a:lnTo>
                      <a:pt x="1472" y="297"/>
                    </a:lnTo>
                    <a:lnTo>
                      <a:pt x="1473" y="297"/>
                    </a:lnTo>
                    <a:lnTo>
                      <a:pt x="1474" y="297"/>
                    </a:lnTo>
                    <a:lnTo>
                      <a:pt x="1476" y="297"/>
                    </a:lnTo>
                    <a:lnTo>
                      <a:pt x="1477" y="297"/>
                    </a:lnTo>
                    <a:lnTo>
                      <a:pt x="1479" y="297"/>
                    </a:lnTo>
                    <a:lnTo>
                      <a:pt x="1480" y="296"/>
                    </a:lnTo>
                    <a:lnTo>
                      <a:pt x="1481" y="296"/>
                    </a:lnTo>
                    <a:lnTo>
                      <a:pt x="1483" y="296"/>
                    </a:lnTo>
                    <a:lnTo>
                      <a:pt x="1484" y="296"/>
                    </a:lnTo>
                    <a:lnTo>
                      <a:pt x="1486" y="296"/>
                    </a:lnTo>
                    <a:lnTo>
                      <a:pt x="1487" y="296"/>
                    </a:lnTo>
                    <a:lnTo>
                      <a:pt x="1489" y="296"/>
                    </a:lnTo>
                    <a:lnTo>
                      <a:pt x="1490" y="296"/>
                    </a:lnTo>
                    <a:lnTo>
                      <a:pt x="1491" y="296"/>
                    </a:lnTo>
                    <a:lnTo>
                      <a:pt x="1493" y="296"/>
                    </a:lnTo>
                    <a:lnTo>
                      <a:pt x="1494" y="296"/>
                    </a:lnTo>
                    <a:lnTo>
                      <a:pt x="1496" y="296"/>
                    </a:lnTo>
                    <a:lnTo>
                      <a:pt x="1497" y="296"/>
                    </a:lnTo>
                    <a:lnTo>
                      <a:pt x="1498" y="296"/>
                    </a:lnTo>
                    <a:lnTo>
                      <a:pt x="1500" y="296"/>
                    </a:lnTo>
                    <a:lnTo>
                      <a:pt x="1501" y="297"/>
                    </a:lnTo>
                    <a:lnTo>
                      <a:pt x="1503" y="297"/>
                    </a:lnTo>
                    <a:lnTo>
                      <a:pt x="1504" y="297"/>
                    </a:lnTo>
                    <a:lnTo>
                      <a:pt x="1505" y="297"/>
                    </a:lnTo>
                    <a:lnTo>
                      <a:pt x="1507" y="297"/>
                    </a:lnTo>
                    <a:lnTo>
                      <a:pt x="1508" y="297"/>
                    </a:lnTo>
                    <a:lnTo>
                      <a:pt x="1510" y="297"/>
                    </a:lnTo>
                    <a:lnTo>
                      <a:pt x="1511" y="297"/>
                    </a:lnTo>
                    <a:lnTo>
                      <a:pt x="1513" y="297"/>
                    </a:lnTo>
                    <a:lnTo>
                      <a:pt x="1514" y="297"/>
                    </a:lnTo>
                    <a:lnTo>
                      <a:pt x="1515" y="297"/>
                    </a:lnTo>
                    <a:lnTo>
                      <a:pt x="1517" y="297"/>
                    </a:lnTo>
                    <a:lnTo>
                      <a:pt x="1518" y="297"/>
                    </a:lnTo>
                    <a:lnTo>
                      <a:pt x="1520" y="297"/>
                    </a:lnTo>
                    <a:lnTo>
                      <a:pt x="1521" y="297"/>
                    </a:lnTo>
                    <a:lnTo>
                      <a:pt x="1522" y="297"/>
                    </a:lnTo>
                    <a:lnTo>
                      <a:pt x="1524" y="297"/>
                    </a:lnTo>
                    <a:lnTo>
                      <a:pt x="1525" y="296"/>
                    </a:lnTo>
                    <a:lnTo>
                      <a:pt x="1527" y="296"/>
                    </a:lnTo>
                    <a:lnTo>
                      <a:pt x="1528" y="297"/>
                    </a:lnTo>
                    <a:lnTo>
                      <a:pt x="1529" y="297"/>
                    </a:lnTo>
                    <a:lnTo>
                      <a:pt x="1531" y="297"/>
                    </a:lnTo>
                    <a:lnTo>
                      <a:pt x="1532" y="297"/>
                    </a:lnTo>
                    <a:lnTo>
                      <a:pt x="1534" y="297"/>
                    </a:lnTo>
                    <a:lnTo>
                      <a:pt x="1535" y="297"/>
                    </a:lnTo>
                    <a:lnTo>
                      <a:pt x="1537" y="297"/>
                    </a:lnTo>
                    <a:lnTo>
                      <a:pt x="1538" y="297"/>
                    </a:lnTo>
                    <a:lnTo>
                      <a:pt x="1539" y="297"/>
                    </a:lnTo>
                    <a:lnTo>
                      <a:pt x="1541" y="297"/>
                    </a:lnTo>
                    <a:lnTo>
                      <a:pt x="1542" y="297"/>
                    </a:lnTo>
                    <a:lnTo>
                      <a:pt x="1544" y="297"/>
                    </a:lnTo>
                    <a:lnTo>
                      <a:pt x="1545" y="296"/>
                    </a:lnTo>
                    <a:lnTo>
                      <a:pt x="1546" y="297"/>
                    </a:lnTo>
                    <a:lnTo>
                      <a:pt x="1548" y="296"/>
                    </a:lnTo>
                    <a:lnTo>
                      <a:pt x="1549" y="296"/>
                    </a:lnTo>
                    <a:lnTo>
                      <a:pt x="1551" y="296"/>
                    </a:lnTo>
                    <a:lnTo>
                      <a:pt x="1552" y="296"/>
                    </a:lnTo>
                    <a:lnTo>
                      <a:pt x="1553" y="296"/>
                    </a:lnTo>
                    <a:lnTo>
                      <a:pt x="1555" y="296"/>
                    </a:lnTo>
                    <a:lnTo>
                      <a:pt x="1556" y="296"/>
                    </a:lnTo>
                    <a:lnTo>
                      <a:pt x="1558" y="296"/>
                    </a:lnTo>
                    <a:lnTo>
                      <a:pt x="1559" y="296"/>
                    </a:lnTo>
                    <a:lnTo>
                      <a:pt x="1561" y="296"/>
                    </a:lnTo>
                    <a:lnTo>
                      <a:pt x="1562" y="296"/>
                    </a:lnTo>
                    <a:lnTo>
                      <a:pt x="1563" y="296"/>
                    </a:lnTo>
                    <a:lnTo>
                      <a:pt x="1565" y="296"/>
                    </a:lnTo>
                    <a:lnTo>
                      <a:pt x="1566" y="296"/>
                    </a:lnTo>
                    <a:lnTo>
                      <a:pt x="1568" y="296"/>
                    </a:lnTo>
                    <a:lnTo>
                      <a:pt x="1569" y="296"/>
                    </a:lnTo>
                    <a:lnTo>
                      <a:pt x="1570" y="296"/>
                    </a:lnTo>
                    <a:lnTo>
                      <a:pt x="1572" y="296"/>
                    </a:lnTo>
                    <a:lnTo>
                      <a:pt x="1573" y="296"/>
                    </a:lnTo>
                    <a:lnTo>
                      <a:pt x="1575" y="296"/>
                    </a:lnTo>
                    <a:lnTo>
                      <a:pt x="1576" y="296"/>
                    </a:lnTo>
                    <a:lnTo>
                      <a:pt x="1577" y="296"/>
                    </a:lnTo>
                    <a:lnTo>
                      <a:pt x="1579" y="296"/>
                    </a:lnTo>
                    <a:lnTo>
                      <a:pt x="1580" y="296"/>
                    </a:lnTo>
                    <a:lnTo>
                      <a:pt x="1582" y="296"/>
                    </a:lnTo>
                    <a:lnTo>
                      <a:pt x="1583" y="296"/>
                    </a:lnTo>
                    <a:lnTo>
                      <a:pt x="1584" y="296"/>
                    </a:lnTo>
                    <a:lnTo>
                      <a:pt x="1586" y="296"/>
                    </a:lnTo>
                    <a:lnTo>
                      <a:pt x="1587" y="296"/>
                    </a:lnTo>
                    <a:lnTo>
                      <a:pt x="1589" y="296"/>
                    </a:lnTo>
                    <a:lnTo>
                      <a:pt x="1590" y="296"/>
                    </a:lnTo>
                    <a:lnTo>
                      <a:pt x="1592" y="296"/>
                    </a:lnTo>
                    <a:lnTo>
                      <a:pt x="1593" y="296"/>
                    </a:lnTo>
                    <a:lnTo>
                      <a:pt x="1594" y="296"/>
                    </a:lnTo>
                    <a:lnTo>
                      <a:pt x="1596" y="296"/>
                    </a:lnTo>
                    <a:lnTo>
                      <a:pt x="1597" y="296"/>
                    </a:lnTo>
                    <a:lnTo>
                      <a:pt x="1599" y="296"/>
                    </a:lnTo>
                    <a:lnTo>
                      <a:pt x="1600" y="296"/>
                    </a:lnTo>
                    <a:lnTo>
                      <a:pt x="1601" y="296"/>
                    </a:lnTo>
                    <a:lnTo>
                      <a:pt x="1603" y="296"/>
                    </a:lnTo>
                    <a:lnTo>
                      <a:pt x="1604" y="296"/>
                    </a:lnTo>
                    <a:lnTo>
                      <a:pt x="1606" y="296"/>
                    </a:lnTo>
                    <a:lnTo>
                      <a:pt x="1607" y="296"/>
                    </a:lnTo>
                    <a:lnTo>
                      <a:pt x="1608" y="296"/>
                    </a:lnTo>
                    <a:lnTo>
                      <a:pt x="1610" y="296"/>
                    </a:lnTo>
                    <a:lnTo>
                      <a:pt x="1611" y="296"/>
                    </a:lnTo>
                    <a:lnTo>
                      <a:pt x="1613" y="296"/>
                    </a:lnTo>
                    <a:lnTo>
                      <a:pt x="1614" y="296"/>
                    </a:lnTo>
                    <a:lnTo>
                      <a:pt x="1616" y="296"/>
                    </a:lnTo>
                    <a:lnTo>
                      <a:pt x="1617" y="296"/>
                    </a:lnTo>
                    <a:lnTo>
                      <a:pt x="1618" y="296"/>
                    </a:lnTo>
                    <a:lnTo>
                      <a:pt x="1620" y="296"/>
                    </a:lnTo>
                    <a:lnTo>
                      <a:pt x="1621" y="296"/>
                    </a:lnTo>
                    <a:lnTo>
                      <a:pt x="1623" y="296"/>
                    </a:lnTo>
                    <a:lnTo>
                      <a:pt x="1624" y="296"/>
                    </a:lnTo>
                    <a:lnTo>
                      <a:pt x="1625" y="296"/>
                    </a:lnTo>
                    <a:lnTo>
                      <a:pt x="1627" y="296"/>
                    </a:lnTo>
                    <a:lnTo>
                      <a:pt x="1628" y="296"/>
                    </a:lnTo>
                    <a:lnTo>
                      <a:pt x="1630" y="296"/>
                    </a:lnTo>
                    <a:lnTo>
                      <a:pt x="1631" y="296"/>
                    </a:lnTo>
                    <a:lnTo>
                      <a:pt x="1632" y="296"/>
                    </a:lnTo>
                    <a:lnTo>
                      <a:pt x="1634" y="296"/>
                    </a:lnTo>
                    <a:lnTo>
                      <a:pt x="1635" y="296"/>
                    </a:lnTo>
                    <a:lnTo>
                      <a:pt x="1637" y="296"/>
                    </a:lnTo>
                    <a:lnTo>
                      <a:pt x="1638" y="296"/>
                    </a:lnTo>
                    <a:lnTo>
                      <a:pt x="1640" y="296"/>
                    </a:lnTo>
                    <a:lnTo>
                      <a:pt x="1641" y="296"/>
                    </a:lnTo>
                    <a:lnTo>
                      <a:pt x="1642" y="296"/>
                    </a:lnTo>
                    <a:lnTo>
                      <a:pt x="1644" y="296"/>
                    </a:lnTo>
                    <a:lnTo>
                      <a:pt x="1645" y="296"/>
                    </a:lnTo>
                    <a:lnTo>
                      <a:pt x="1647" y="296"/>
                    </a:lnTo>
                    <a:lnTo>
                      <a:pt x="1648" y="296"/>
                    </a:lnTo>
                    <a:lnTo>
                      <a:pt x="1649" y="296"/>
                    </a:lnTo>
                    <a:lnTo>
                      <a:pt x="1651" y="296"/>
                    </a:lnTo>
                    <a:lnTo>
                      <a:pt x="1652" y="296"/>
                    </a:lnTo>
                    <a:lnTo>
                      <a:pt x="1654" y="296"/>
                    </a:lnTo>
                    <a:lnTo>
                      <a:pt x="1655" y="296"/>
                    </a:lnTo>
                    <a:lnTo>
                      <a:pt x="1656" y="296"/>
                    </a:lnTo>
                    <a:lnTo>
                      <a:pt x="1658" y="296"/>
                    </a:lnTo>
                    <a:lnTo>
                      <a:pt x="1659" y="296"/>
                    </a:lnTo>
                    <a:lnTo>
                      <a:pt x="1661" y="295"/>
                    </a:lnTo>
                    <a:lnTo>
                      <a:pt x="1662" y="295"/>
                    </a:lnTo>
                    <a:lnTo>
                      <a:pt x="1664" y="295"/>
                    </a:lnTo>
                    <a:lnTo>
                      <a:pt x="1665" y="295"/>
                    </a:lnTo>
                    <a:lnTo>
                      <a:pt x="1666" y="295"/>
                    </a:lnTo>
                    <a:lnTo>
                      <a:pt x="1668" y="295"/>
                    </a:lnTo>
                    <a:lnTo>
                      <a:pt x="1669" y="295"/>
                    </a:lnTo>
                    <a:lnTo>
                      <a:pt x="1671" y="295"/>
                    </a:lnTo>
                    <a:lnTo>
                      <a:pt x="1672" y="295"/>
                    </a:lnTo>
                    <a:lnTo>
                      <a:pt x="1673" y="295"/>
                    </a:lnTo>
                    <a:lnTo>
                      <a:pt x="1675" y="295"/>
                    </a:lnTo>
                    <a:lnTo>
                      <a:pt x="1676" y="295"/>
                    </a:lnTo>
                    <a:lnTo>
                      <a:pt x="1678" y="295"/>
                    </a:lnTo>
                    <a:lnTo>
                      <a:pt x="1679" y="296"/>
                    </a:lnTo>
                    <a:lnTo>
                      <a:pt x="1680" y="296"/>
                    </a:lnTo>
                    <a:lnTo>
                      <a:pt x="1682" y="296"/>
                    </a:lnTo>
                    <a:lnTo>
                      <a:pt x="1683" y="296"/>
                    </a:lnTo>
                    <a:lnTo>
                      <a:pt x="1685" y="296"/>
                    </a:lnTo>
                    <a:lnTo>
                      <a:pt x="1686" y="296"/>
                    </a:lnTo>
                    <a:lnTo>
                      <a:pt x="1688" y="296"/>
                    </a:lnTo>
                    <a:lnTo>
                      <a:pt x="1689" y="296"/>
                    </a:lnTo>
                    <a:lnTo>
                      <a:pt x="1690" y="296"/>
                    </a:lnTo>
                    <a:lnTo>
                      <a:pt x="1692" y="296"/>
                    </a:lnTo>
                    <a:lnTo>
                      <a:pt x="1693" y="296"/>
                    </a:lnTo>
                    <a:lnTo>
                      <a:pt x="1695" y="296"/>
                    </a:lnTo>
                    <a:lnTo>
                      <a:pt x="1696" y="295"/>
                    </a:lnTo>
                    <a:lnTo>
                      <a:pt x="1697" y="295"/>
                    </a:lnTo>
                    <a:lnTo>
                      <a:pt x="1699" y="295"/>
                    </a:lnTo>
                    <a:lnTo>
                      <a:pt x="1700" y="295"/>
                    </a:lnTo>
                    <a:lnTo>
                      <a:pt x="1702" y="295"/>
                    </a:lnTo>
                    <a:lnTo>
                      <a:pt x="1703" y="295"/>
                    </a:lnTo>
                    <a:lnTo>
                      <a:pt x="1704" y="295"/>
                    </a:lnTo>
                    <a:lnTo>
                      <a:pt x="1706" y="295"/>
                    </a:lnTo>
                    <a:lnTo>
                      <a:pt x="1707" y="295"/>
                    </a:lnTo>
                    <a:lnTo>
                      <a:pt x="1709" y="295"/>
                    </a:lnTo>
                    <a:lnTo>
                      <a:pt x="1710" y="296"/>
                    </a:lnTo>
                    <a:lnTo>
                      <a:pt x="1712" y="296"/>
                    </a:lnTo>
                    <a:lnTo>
                      <a:pt x="1713" y="296"/>
                    </a:lnTo>
                    <a:lnTo>
                      <a:pt x="1714" y="296"/>
                    </a:lnTo>
                    <a:lnTo>
                      <a:pt x="1716" y="296"/>
                    </a:lnTo>
                    <a:lnTo>
                      <a:pt x="1717" y="296"/>
                    </a:lnTo>
                    <a:lnTo>
                      <a:pt x="1719" y="296"/>
                    </a:lnTo>
                    <a:lnTo>
                      <a:pt x="1720" y="296"/>
                    </a:lnTo>
                    <a:lnTo>
                      <a:pt x="1721" y="296"/>
                    </a:lnTo>
                    <a:lnTo>
                      <a:pt x="1723" y="295"/>
                    </a:lnTo>
                    <a:lnTo>
                      <a:pt x="1724" y="295"/>
                    </a:lnTo>
                    <a:lnTo>
                      <a:pt x="1726" y="295"/>
                    </a:lnTo>
                    <a:lnTo>
                      <a:pt x="1727" y="295"/>
                    </a:lnTo>
                    <a:lnTo>
                      <a:pt x="1728" y="295"/>
                    </a:lnTo>
                    <a:lnTo>
                      <a:pt x="1730" y="295"/>
                    </a:lnTo>
                    <a:lnTo>
                      <a:pt x="1731" y="295"/>
                    </a:lnTo>
                    <a:lnTo>
                      <a:pt x="1733" y="295"/>
                    </a:lnTo>
                    <a:lnTo>
                      <a:pt x="1734" y="295"/>
                    </a:lnTo>
                    <a:lnTo>
                      <a:pt x="1736" y="295"/>
                    </a:lnTo>
                    <a:lnTo>
                      <a:pt x="1737" y="295"/>
                    </a:lnTo>
                    <a:lnTo>
                      <a:pt x="1738" y="296"/>
                    </a:lnTo>
                    <a:lnTo>
                      <a:pt x="1740" y="296"/>
                    </a:lnTo>
                    <a:lnTo>
                      <a:pt x="1741" y="295"/>
                    </a:lnTo>
                    <a:lnTo>
                      <a:pt x="1743" y="295"/>
                    </a:lnTo>
                    <a:lnTo>
                      <a:pt x="1744" y="295"/>
                    </a:lnTo>
                    <a:lnTo>
                      <a:pt x="1745" y="295"/>
                    </a:lnTo>
                    <a:lnTo>
                      <a:pt x="1747" y="295"/>
                    </a:lnTo>
                    <a:lnTo>
                      <a:pt x="1748" y="295"/>
                    </a:lnTo>
                    <a:lnTo>
                      <a:pt x="1750" y="295"/>
                    </a:lnTo>
                    <a:lnTo>
                      <a:pt x="1751" y="295"/>
                    </a:lnTo>
                    <a:lnTo>
                      <a:pt x="1752" y="295"/>
                    </a:lnTo>
                    <a:lnTo>
                      <a:pt x="1754" y="295"/>
                    </a:lnTo>
                    <a:lnTo>
                      <a:pt x="1755" y="295"/>
                    </a:lnTo>
                    <a:lnTo>
                      <a:pt x="1757" y="295"/>
                    </a:lnTo>
                    <a:lnTo>
                      <a:pt x="1758" y="295"/>
                    </a:lnTo>
                    <a:lnTo>
                      <a:pt x="1759" y="295"/>
                    </a:lnTo>
                    <a:lnTo>
                      <a:pt x="1761" y="295"/>
                    </a:lnTo>
                    <a:lnTo>
                      <a:pt x="1762" y="295"/>
                    </a:lnTo>
                    <a:lnTo>
                      <a:pt x="1764" y="295"/>
                    </a:lnTo>
                    <a:lnTo>
                      <a:pt x="1765" y="295"/>
                    </a:lnTo>
                    <a:lnTo>
                      <a:pt x="1767" y="295"/>
                    </a:lnTo>
                    <a:lnTo>
                      <a:pt x="1768" y="295"/>
                    </a:lnTo>
                    <a:lnTo>
                      <a:pt x="1769" y="295"/>
                    </a:lnTo>
                    <a:lnTo>
                      <a:pt x="1771" y="295"/>
                    </a:lnTo>
                    <a:lnTo>
                      <a:pt x="1772" y="295"/>
                    </a:lnTo>
                    <a:lnTo>
                      <a:pt x="1774" y="295"/>
                    </a:lnTo>
                    <a:lnTo>
                      <a:pt x="1775" y="295"/>
                    </a:lnTo>
                    <a:lnTo>
                      <a:pt x="1776" y="295"/>
                    </a:lnTo>
                    <a:lnTo>
                      <a:pt x="1778" y="295"/>
                    </a:lnTo>
                    <a:lnTo>
                      <a:pt x="1779" y="295"/>
                    </a:lnTo>
                    <a:lnTo>
                      <a:pt x="1781" y="295"/>
                    </a:lnTo>
                    <a:lnTo>
                      <a:pt x="1782" y="295"/>
                    </a:lnTo>
                    <a:lnTo>
                      <a:pt x="1783" y="295"/>
                    </a:lnTo>
                    <a:lnTo>
                      <a:pt x="1785" y="295"/>
                    </a:lnTo>
                    <a:lnTo>
                      <a:pt x="1786" y="295"/>
                    </a:lnTo>
                    <a:lnTo>
                      <a:pt x="1788" y="295"/>
                    </a:lnTo>
                    <a:lnTo>
                      <a:pt x="1789" y="295"/>
                    </a:lnTo>
                    <a:lnTo>
                      <a:pt x="1791" y="295"/>
                    </a:lnTo>
                    <a:lnTo>
                      <a:pt x="1792" y="295"/>
                    </a:lnTo>
                    <a:lnTo>
                      <a:pt x="1793" y="295"/>
                    </a:lnTo>
                    <a:lnTo>
                      <a:pt x="1795" y="295"/>
                    </a:lnTo>
                    <a:lnTo>
                      <a:pt x="1796" y="295"/>
                    </a:lnTo>
                    <a:lnTo>
                      <a:pt x="1798" y="295"/>
                    </a:lnTo>
                    <a:lnTo>
                      <a:pt x="1799" y="295"/>
                    </a:lnTo>
                    <a:lnTo>
                      <a:pt x="1800" y="295"/>
                    </a:lnTo>
                    <a:lnTo>
                      <a:pt x="1802" y="295"/>
                    </a:lnTo>
                    <a:lnTo>
                      <a:pt x="1803" y="295"/>
                    </a:lnTo>
                    <a:lnTo>
                      <a:pt x="1805" y="295"/>
                    </a:lnTo>
                    <a:lnTo>
                      <a:pt x="1806" y="295"/>
                    </a:lnTo>
                    <a:lnTo>
                      <a:pt x="1807" y="295"/>
                    </a:lnTo>
                    <a:lnTo>
                      <a:pt x="1809" y="295"/>
                    </a:lnTo>
                    <a:lnTo>
                      <a:pt x="1810" y="295"/>
                    </a:lnTo>
                    <a:lnTo>
                      <a:pt x="1812" y="295"/>
                    </a:lnTo>
                    <a:lnTo>
                      <a:pt x="1813" y="295"/>
                    </a:lnTo>
                    <a:lnTo>
                      <a:pt x="1815" y="295"/>
                    </a:lnTo>
                    <a:lnTo>
                      <a:pt x="1816" y="295"/>
                    </a:lnTo>
                    <a:lnTo>
                      <a:pt x="1817" y="295"/>
                    </a:lnTo>
                    <a:lnTo>
                      <a:pt x="1819" y="295"/>
                    </a:lnTo>
                    <a:lnTo>
                      <a:pt x="1820" y="295"/>
                    </a:lnTo>
                    <a:lnTo>
                      <a:pt x="1822" y="295"/>
                    </a:lnTo>
                    <a:lnTo>
                      <a:pt x="1823" y="295"/>
                    </a:lnTo>
                    <a:lnTo>
                      <a:pt x="1824" y="295"/>
                    </a:lnTo>
                    <a:lnTo>
                      <a:pt x="1826" y="295"/>
                    </a:lnTo>
                    <a:lnTo>
                      <a:pt x="1827" y="295"/>
                    </a:lnTo>
                    <a:lnTo>
                      <a:pt x="1829" y="295"/>
                    </a:lnTo>
                    <a:lnTo>
                      <a:pt x="1830" y="295"/>
                    </a:lnTo>
                    <a:lnTo>
                      <a:pt x="1831" y="295"/>
                    </a:lnTo>
                    <a:lnTo>
                      <a:pt x="1833" y="294"/>
                    </a:lnTo>
                    <a:lnTo>
                      <a:pt x="1834" y="294"/>
                    </a:lnTo>
                    <a:lnTo>
                      <a:pt x="1836" y="294"/>
                    </a:lnTo>
                    <a:lnTo>
                      <a:pt x="1837" y="294"/>
                    </a:lnTo>
                    <a:lnTo>
                      <a:pt x="1839" y="294"/>
                    </a:lnTo>
                    <a:lnTo>
                      <a:pt x="1840" y="294"/>
                    </a:lnTo>
                    <a:lnTo>
                      <a:pt x="1841" y="294"/>
                    </a:lnTo>
                    <a:lnTo>
                      <a:pt x="1843" y="294"/>
                    </a:lnTo>
                    <a:lnTo>
                      <a:pt x="1844" y="294"/>
                    </a:lnTo>
                    <a:lnTo>
                      <a:pt x="1846" y="294"/>
                    </a:lnTo>
                    <a:lnTo>
                      <a:pt x="1847" y="294"/>
                    </a:lnTo>
                    <a:lnTo>
                      <a:pt x="1848" y="294"/>
                    </a:lnTo>
                    <a:lnTo>
                      <a:pt x="1850" y="294"/>
                    </a:lnTo>
                    <a:lnTo>
                      <a:pt x="1851" y="294"/>
                    </a:lnTo>
                    <a:lnTo>
                      <a:pt x="1853" y="294"/>
                    </a:lnTo>
                    <a:lnTo>
                      <a:pt x="1854" y="294"/>
                    </a:lnTo>
                    <a:lnTo>
                      <a:pt x="1855" y="294"/>
                    </a:lnTo>
                    <a:lnTo>
                      <a:pt x="1857" y="294"/>
                    </a:lnTo>
                    <a:lnTo>
                      <a:pt x="1858" y="294"/>
                    </a:lnTo>
                    <a:lnTo>
                      <a:pt x="1860" y="294"/>
                    </a:lnTo>
                    <a:lnTo>
                      <a:pt x="1861" y="294"/>
                    </a:lnTo>
                    <a:lnTo>
                      <a:pt x="1863" y="294"/>
                    </a:lnTo>
                    <a:lnTo>
                      <a:pt x="1864" y="294"/>
                    </a:lnTo>
                    <a:lnTo>
                      <a:pt x="1865" y="294"/>
                    </a:lnTo>
                    <a:lnTo>
                      <a:pt x="1867" y="294"/>
                    </a:lnTo>
                    <a:lnTo>
                      <a:pt x="1868" y="294"/>
                    </a:lnTo>
                    <a:lnTo>
                      <a:pt x="1870" y="294"/>
                    </a:lnTo>
                    <a:lnTo>
                      <a:pt x="1871" y="294"/>
                    </a:lnTo>
                    <a:lnTo>
                      <a:pt x="1872" y="294"/>
                    </a:lnTo>
                    <a:lnTo>
                      <a:pt x="1874" y="294"/>
                    </a:lnTo>
                    <a:lnTo>
                      <a:pt x="1875" y="294"/>
                    </a:lnTo>
                    <a:lnTo>
                      <a:pt x="1877" y="294"/>
                    </a:lnTo>
                    <a:lnTo>
                      <a:pt x="1878" y="294"/>
                    </a:lnTo>
                    <a:lnTo>
                      <a:pt x="1879" y="294"/>
                    </a:lnTo>
                    <a:lnTo>
                      <a:pt x="1881" y="294"/>
                    </a:lnTo>
                    <a:lnTo>
                      <a:pt x="1882" y="294"/>
                    </a:lnTo>
                    <a:lnTo>
                      <a:pt x="1884" y="294"/>
                    </a:lnTo>
                    <a:lnTo>
                      <a:pt x="1885" y="295"/>
                    </a:lnTo>
                    <a:lnTo>
                      <a:pt x="1887" y="295"/>
                    </a:lnTo>
                    <a:lnTo>
                      <a:pt x="1888" y="295"/>
                    </a:lnTo>
                    <a:lnTo>
                      <a:pt x="1889" y="295"/>
                    </a:lnTo>
                    <a:lnTo>
                      <a:pt x="1891" y="295"/>
                    </a:lnTo>
                    <a:lnTo>
                      <a:pt x="1892" y="295"/>
                    </a:lnTo>
                    <a:lnTo>
                      <a:pt x="1894" y="295"/>
                    </a:lnTo>
                    <a:lnTo>
                      <a:pt x="1895" y="295"/>
                    </a:lnTo>
                    <a:lnTo>
                      <a:pt x="1896" y="295"/>
                    </a:lnTo>
                    <a:lnTo>
                      <a:pt x="1898" y="295"/>
                    </a:lnTo>
                    <a:lnTo>
                      <a:pt x="1899" y="295"/>
                    </a:lnTo>
                    <a:lnTo>
                      <a:pt x="1901" y="295"/>
                    </a:lnTo>
                    <a:lnTo>
                      <a:pt x="1902" y="295"/>
                    </a:lnTo>
                    <a:lnTo>
                      <a:pt x="1903" y="295"/>
                    </a:lnTo>
                    <a:lnTo>
                      <a:pt x="1905" y="295"/>
                    </a:lnTo>
                    <a:lnTo>
                      <a:pt x="1906" y="295"/>
                    </a:lnTo>
                    <a:lnTo>
                      <a:pt x="1908" y="295"/>
                    </a:lnTo>
                    <a:lnTo>
                      <a:pt x="1909" y="295"/>
                    </a:lnTo>
                    <a:lnTo>
                      <a:pt x="1911" y="295"/>
                    </a:lnTo>
                    <a:lnTo>
                      <a:pt x="1912" y="295"/>
                    </a:lnTo>
                    <a:lnTo>
                      <a:pt x="1913" y="294"/>
                    </a:lnTo>
                    <a:lnTo>
                      <a:pt x="1915" y="294"/>
                    </a:lnTo>
                    <a:lnTo>
                      <a:pt x="1916" y="294"/>
                    </a:lnTo>
                    <a:lnTo>
                      <a:pt x="1918" y="294"/>
                    </a:lnTo>
                    <a:lnTo>
                      <a:pt x="1919" y="294"/>
                    </a:lnTo>
                    <a:lnTo>
                      <a:pt x="1920" y="294"/>
                    </a:lnTo>
                    <a:lnTo>
                      <a:pt x="1922" y="294"/>
                    </a:lnTo>
                    <a:lnTo>
                      <a:pt x="1923" y="294"/>
                    </a:lnTo>
                    <a:lnTo>
                      <a:pt x="1925" y="294"/>
                    </a:lnTo>
                    <a:lnTo>
                      <a:pt x="1926" y="294"/>
                    </a:lnTo>
                    <a:lnTo>
                      <a:pt x="1927" y="294"/>
                    </a:lnTo>
                    <a:lnTo>
                      <a:pt x="1929" y="294"/>
                    </a:lnTo>
                    <a:lnTo>
                      <a:pt x="1930" y="294"/>
                    </a:lnTo>
                    <a:lnTo>
                      <a:pt x="1932" y="295"/>
                    </a:lnTo>
                    <a:lnTo>
                      <a:pt x="1933" y="295"/>
                    </a:lnTo>
                    <a:lnTo>
                      <a:pt x="1934" y="295"/>
                    </a:lnTo>
                    <a:lnTo>
                      <a:pt x="1936" y="295"/>
                    </a:lnTo>
                    <a:lnTo>
                      <a:pt x="1937" y="295"/>
                    </a:lnTo>
                    <a:lnTo>
                      <a:pt x="1939" y="295"/>
                    </a:lnTo>
                    <a:lnTo>
                      <a:pt x="1940" y="295"/>
                    </a:lnTo>
                    <a:lnTo>
                      <a:pt x="1942" y="295"/>
                    </a:lnTo>
                    <a:lnTo>
                      <a:pt x="1943" y="295"/>
                    </a:lnTo>
                    <a:lnTo>
                      <a:pt x="1944" y="295"/>
                    </a:lnTo>
                    <a:lnTo>
                      <a:pt x="1946" y="295"/>
                    </a:lnTo>
                    <a:lnTo>
                      <a:pt x="1947" y="295"/>
                    </a:lnTo>
                    <a:lnTo>
                      <a:pt x="1949" y="295"/>
                    </a:lnTo>
                    <a:lnTo>
                      <a:pt x="1950" y="295"/>
                    </a:lnTo>
                    <a:lnTo>
                      <a:pt x="1951" y="295"/>
                    </a:lnTo>
                    <a:lnTo>
                      <a:pt x="1953" y="295"/>
                    </a:lnTo>
                    <a:lnTo>
                      <a:pt x="1954" y="295"/>
                    </a:lnTo>
                    <a:lnTo>
                      <a:pt x="1956" y="295"/>
                    </a:lnTo>
                    <a:lnTo>
                      <a:pt x="1957" y="295"/>
                    </a:lnTo>
                    <a:lnTo>
                      <a:pt x="1958" y="295"/>
                    </a:lnTo>
                    <a:lnTo>
                      <a:pt x="1960" y="294"/>
                    </a:lnTo>
                    <a:lnTo>
                      <a:pt x="1961" y="294"/>
                    </a:lnTo>
                    <a:lnTo>
                      <a:pt x="1963" y="294"/>
                    </a:lnTo>
                    <a:lnTo>
                      <a:pt x="1964" y="294"/>
                    </a:lnTo>
                    <a:lnTo>
                      <a:pt x="1966" y="294"/>
                    </a:lnTo>
                    <a:lnTo>
                      <a:pt x="1967" y="294"/>
                    </a:lnTo>
                    <a:lnTo>
                      <a:pt x="1968" y="294"/>
                    </a:lnTo>
                    <a:lnTo>
                      <a:pt x="1970" y="294"/>
                    </a:lnTo>
                    <a:lnTo>
                      <a:pt x="1971" y="294"/>
                    </a:lnTo>
                    <a:lnTo>
                      <a:pt x="1973" y="294"/>
                    </a:lnTo>
                    <a:lnTo>
                      <a:pt x="1974" y="294"/>
                    </a:lnTo>
                    <a:lnTo>
                      <a:pt x="1975" y="294"/>
                    </a:lnTo>
                    <a:lnTo>
                      <a:pt x="1977" y="294"/>
                    </a:lnTo>
                    <a:lnTo>
                      <a:pt x="1978" y="294"/>
                    </a:lnTo>
                    <a:lnTo>
                      <a:pt x="1980" y="294"/>
                    </a:lnTo>
                    <a:lnTo>
                      <a:pt x="1981" y="294"/>
                    </a:lnTo>
                    <a:lnTo>
                      <a:pt x="1982" y="294"/>
                    </a:lnTo>
                    <a:lnTo>
                      <a:pt x="1984" y="294"/>
                    </a:lnTo>
                    <a:lnTo>
                      <a:pt x="1985" y="294"/>
                    </a:lnTo>
                    <a:lnTo>
                      <a:pt x="1987" y="294"/>
                    </a:lnTo>
                    <a:lnTo>
                      <a:pt x="1988" y="294"/>
                    </a:lnTo>
                    <a:lnTo>
                      <a:pt x="1990" y="294"/>
                    </a:lnTo>
                    <a:lnTo>
                      <a:pt x="1991" y="294"/>
                    </a:lnTo>
                    <a:lnTo>
                      <a:pt x="1992" y="294"/>
                    </a:lnTo>
                    <a:lnTo>
                      <a:pt x="1994" y="295"/>
                    </a:lnTo>
                    <a:lnTo>
                      <a:pt x="1995" y="295"/>
                    </a:lnTo>
                    <a:lnTo>
                      <a:pt x="1997" y="295"/>
                    </a:lnTo>
                    <a:lnTo>
                      <a:pt x="1998" y="295"/>
                    </a:lnTo>
                    <a:lnTo>
                      <a:pt x="1999" y="296"/>
                    </a:lnTo>
                    <a:lnTo>
                      <a:pt x="2001" y="296"/>
                    </a:lnTo>
                    <a:lnTo>
                      <a:pt x="2002" y="294"/>
                    </a:lnTo>
                    <a:lnTo>
                      <a:pt x="2004" y="295"/>
                    </a:lnTo>
                    <a:lnTo>
                      <a:pt x="2005" y="307"/>
                    </a:lnTo>
                    <a:lnTo>
                      <a:pt x="2006" y="307"/>
                    </a:lnTo>
                    <a:lnTo>
                      <a:pt x="2008" y="307"/>
                    </a:lnTo>
                    <a:lnTo>
                      <a:pt x="2009" y="308"/>
                    </a:lnTo>
                    <a:lnTo>
                      <a:pt x="2011" y="308"/>
                    </a:lnTo>
                    <a:lnTo>
                      <a:pt x="2012" y="312"/>
                    </a:lnTo>
                    <a:lnTo>
                      <a:pt x="2014" y="317"/>
                    </a:lnTo>
                    <a:lnTo>
                      <a:pt x="2015" y="314"/>
                    </a:lnTo>
                    <a:lnTo>
                      <a:pt x="2016" y="313"/>
                    </a:lnTo>
                    <a:lnTo>
                      <a:pt x="2018" y="313"/>
                    </a:lnTo>
                    <a:lnTo>
                      <a:pt x="2019" y="315"/>
                    </a:lnTo>
                    <a:lnTo>
                      <a:pt x="2021" y="315"/>
                    </a:lnTo>
                    <a:lnTo>
                      <a:pt x="2022" y="314"/>
                    </a:lnTo>
                    <a:lnTo>
                      <a:pt x="2023" y="290"/>
                    </a:lnTo>
                    <a:lnTo>
                      <a:pt x="2025" y="287"/>
                    </a:lnTo>
                    <a:lnTo>
                      <a:pt x="2026" y="285"/>
                    </a:lnTo>
                    <a:lnTo>
                      <a:pt x="2028" y="285"/>
                    </a:lnTo>
                    <a:lnTo>
                      <a:pt x="2029" y="284"/>
                    </a:lnTo>
                    <a:lnTo>
                      <a:pt x="2030" y="284"/>
                    </a:lnTo>
                    <a:lnTo>
                      <a:pt x="2032" y="283"/>
                    </a:lnTo>
                    <a:lnTo>
                      <a:pt x="2033" y="282"/>
                    </a:lnTo>
                    <a:lnTo>
                      <a:pt x="2035" y="281"/>
                    </a:lnTo>
                    <a:lnTo>
                      <a:pt x="2036" y="281"/>
                    </a:lnTo>
                    <a:lnTo>
                      <a:pt x="2038" y="282"/>
                    </a:lnTo>
                    <a:lnTo>
                      <a:pt x="2039" y="306"/>
                    </a:lnTo>
                    <a:lnTo>
                      <a:pt x="2040" y="307"/>
                    </a:lnTo>
                    <a:lnTo>
                      <a:pt x="2042" y="309"/>
                    </a:lnTo>
                    <a:lnTo>
                      <a:pt x="2043" y="311"/>
                    </a:lnTo>
                    <a:lnTo>
                      <a:pt x="2045" y="313"/>
                    </a:lnTo>
                    <a:lnTo>
                      <a:pt x="2046" y="313"/>
                    </a:lnTo>
                    <a:lnTo>
                      <a:pt x="2047" y="310"/>
                    </a:lnTo>
                    <a:lnTo>
                      <a:pt x="2049" y="305"/>
                    </a:lnTo>
                    <a:lnTo>
                      <a:pt x="2050" y="297"/>
                    </a:lnTo>
                    <a:lnTo>
                      <a:pt x="2052" y="288"/>
                    </a:lnTo>
                    <a:lnTo>
                      <a:pt x="2053" y="277"/>
                    </a:lnTo>
                    <a:lnTo>
                      <a:pt x="2054" y="269"/>
                    </a:lnTo>
                    <a:lnTo>
                      <a:pt x="2056" y="264"/>
                    </a:lnTo>
                    <a:lnTo>
                      <a:pt x="2057" y="262"/>
                    </a:lnTo>
                    <a:lnTo>
                      <a:pt x="2059" y="263"/>
                    </a:lnTo>
                    <a:lnTo>
                      <a:pt x="2060" y="264"/>
                    </a:lnTo>
                    <a:lnTo>
                      <a:pt x="2062" y="264"/>
                    </a:lnTo>
                    <a:lnTo>
                      <a:pt x="2063" y="265"/>
                    </a:lnTo>
                    <a:lnTo>
                      <a:pt x="2064" y="267"/>
                    </a:lnTo>
                    <a:lnTo>
                      <a:pt x="2066" y="281"/>
                    </a:lnTo>
                    <a:lnTo>
                      <a:pt x="2067" y="256"/>
                    </a:lnTo>
                    <a:lnTo>
                      <a:pt x="2069" y="255"/>
                    </a:lnTo>
                    <a:lnTo>
                      <a:pt x="2070" y="259"/>
                    </a:lnTo>
                    <a:lnTo>
                      <a:pt x="2071" y="256"/>
                    </a:lnTo>
                    <a:lnTo>
                      <a:pt x="2073" y="256"/>
                    </a:lnTo>
                    <a:lnTo>
                      <a:pt x="2074" y="257"/>
                    </a:lnTo>
                    <a:lnTo>
                      <a:pt x="2076" y="258"/>
                    </a:lnTo>
                    <a:lnTo>
                      <a:pt x="2077" y="258"/>
                    </a:lnTo>
                    <a:lnTo>
                      <a:pt x="2078" y="259"/>
                    </a:lnTo>
                    <a:lnTo>
                      <a:pt x="2080" y="259"/>
                    </a:lnTo>
                    <a:lnTo>
                      <a:pt x="2081" y="259"/>
                    </a:lnTo>
                    <a:lnTo>
                      <a:pt x="2083" y="259"/>
                    </a:lnTo>
                    <a:lnTo>
                      <a:pt x="2084" y="259"/>
                    </a:lnTo>
                    <a:lnTo>
                      <a:pt x="2086" y="259"/>
                    </a:lnTo>
                    <a:lnTo>
                      <a:pt x="2087" y="259"/>
                    </a:lnTo>
                    <a:lnTo>
                      <a:pt x="2088" y="259"/>
                    </a:lnTo>
                    <a:lnTo>
                      <a:pt x="2090" y="259"/>
                    </a:lnTo>
                    <a:lnTo>
                      <a:pt x="2091" y="259"/>
                    </a:lnTo>
                    <a:lnTo>
                      <a:pt x="2093" y="259"/>
                    </a:lnTo>
                    <a:lnTo>
                      <a:pt x="2094" y="265"/>
                    </a:lnTo>
                    <a:lnTo>
                      <a:pt x="2095" y="262"/>
                    </a:lnTo>
                    <a:lnTo>
                      <a:pt x="2097" y="261"/>
                    </a:lnTo>
                    <a:lnTo>
                      <a:pt x="2098" y="260"/>
                    </a:lnTo>
                    <a:lnTo>
                      <a:pt x="2100" y="260"/>
                    </a:lnTo>
                    <a:lnTo>
                      <a:pt x="2101" y="260"/>
                    </a:lnTo>
                    <a:lnTo>
                      <a:pt x="2102" y="260"/>
                    </a:lnTo>
                    <a:lnTo>
                      <a:pt x="2104" y="260"/>
                    </a:lnTo>
                    <a:lnTo>
                      <a:pt x="2105" y="261"/>
                    </a:lnTo>
                    <a:lnTo>
                      <a:pt x="2107" y="261"/>
                    </a:lnTo>
                    <a:lnTo>
                      <a:pt x="2108" y="260"/>
                    </a:lnTo>
                    <a:lnTo>
                      <a:pt x="2109" y="261"/>
                    </a:lnTo>
                    <a:lnTo>
                      <a:pt x="2111" y="261"/>
                    </a:lnTo>
                    <a:lnTo>
                      <a:pt x="2112" y="261"/>
                    </a:lnTo>
                    <a:lnTo>
                      <a:pt x="2114" y="261"/>
                    </a:lnTo>
                    <a:lnTo>
                      <a:pt x="2115" y="261"/>
                    </a:lnTo>
                    <a:lnTo>
                      <a:pt x="2117" y="261"/>
                    </a:lnTo>
                    <a:lnTo>
                      <a:pt x="2118" y="261"/>
                    </a:lnTo>
                    <a:lnTo>
                      <a:pt x="2119" y="262"/>
                    </a:lnTo>
                    <a:lnTo>
                      <a:pt x="2121" y="262"/>
                    </a:lnTo>
                    <a:lnTo>
                      <a:pt x="2122" y="262"/>
                    </a:lnTo>
                    <a:lnTo>
                      <a:pt x="2124" y="263"/>
                    </a:lnTo>
                    <a:lnTo>
                      <a:pt x="2125" y="263"/>
                    </a:lnTo>
                    <a:lnTo>
                      <a:pt x="2126" y="264"/>
                    </a:lnTo>
                    <a:lnTo>
                      <a:pt x="2128" y="264"/>
                    </a:lnTo>
                    <a:lnTo>
                      <a:pt x="2129" y="264"/>
                    </a:lnTo>
                    <a:lnTo>
                      <a:pt x="2131" y="265"/>
                    </a:lnTo>
                    <a:lnTo>
                      <a:pt x="2132" y="265"/>
                    </a:lnTo>
                    <a:lnTo>
                      <a:pt x="2133" y="265"/>
                    </a:lnTo>
                    <a:lnTo>
                      <a:pt x="2135" y="265"/>
                    </a:lnTo>
                    <a:lnTo>
                      <a:pt x="2136" y="265"/>
                    </a:lnTo>
                    <a:lnTo>
                      <a:pt x="2138" y="265"/>
                    </a:lnTo>
                    <a:lnTo>
                      <a:pt x="2139" y="266"/>
                    </a:lnTo>
                    <a:lnTo>
                      <a:pt x="2141" y="266"/>
                    </a:lnTo>
                    <a:lnTo>
                      <a:pt x="2142" y="266"/>
                    </a:lnTo>
                    <a:lnTo>
                      <a:pt x="2143" y="266"/>
                    </a:lnTo>
                    <a:lnTo>
                      <a:pt x="2145" y="266"/>
                    </a:lnTo>
                    <a:lnTo>
                      <a:pt x="2146" y="267"/>
                    </a:lnTo>
                    <a:lnTo>
                      <a:pt x="2148" y="267"/>
                    </a:lnTo>
                    <a:lnTo>
                      <a:pt x="2149" y="267"/>
                    </a:lnTo>
                    <a:lnTo>
                      <a:pt x="2150" y="267"/>
                    </a:lnTo>
                    <a:lnTo>
                      <a:pt x="2152" y="267"/>
                    </a:lnTo>
                    <a:lnTo>
                      <a:pt x="2153" y="267"/>
                    </a:lnTo>
                    <a:lnTo>
                      <a:pt x="2155" y="267"/>
                    </a:lnTo>
                    <a:lnTo>
                      <a:pt x="2156" y="266"/>
                    </a:lnTo>
                    <a:lnTo>
                      <a:pt x="2157" y="266"/>
                    </a:lnTo>
                    <a:lnTo>
                      <a:pt x="2159" y="266"/>
                    </a:lnTo>
                    <a:lnTo>
                      <a:pt x="2160" y="266"/>
                    </a:lnTo>
                    <a:lnTo>
                      <a:pt x="2162" y="266"/>
                    </a:lnTo>
                    <a:lnTo>
                      <a:pt x="2163" y="266"/>
                    </a:lnTo>
                    <a:lnTo>
                      <a:pt x="2165" y="266"/>
                    </a:lnTo>
                    <a:lnTo>
                      <a:pt x="2166" y="266"/>
                    </a:lnTo>
                    <a:lnTo>
                      <a:pt x="2167" y="266"/>
                    </a:lnTo>
                    <a:lnTo>
                      <a:pt x="2169" y="266"/>
                    </a:lnTo>
                    <a:lnTo>
                      <a:pt x="2170" y="266"/>
                    </a:lnTo>
                    <a:lnTo>
                      <a:pt x="2172" y="266"/>
                    </a:lnTo>
                  </a:path>
                </a:pathLst>
              </a:custGeom>
              <a:noFill/>
              <a:ln cap="flat" cmpd="sng" w="25400">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178" name="Google Shape;178;p15"/>
              <p:cNvSpPr/>
              <p:nvPr/>
            </p:nvSpPr>
            <p:spPr>
              <a:xfrm flipH="1" rot="10800000">
                <a:off x="4789488" y="2954338"/>
                <a:ext cx="355600" cy="142875"/>
              </a:xfrm>
              <a:custGeom>
                <a:rect b="b" l="l" r="r" t="t"/>
                <a:pathLst>
                  <a:path extrusionOk="0" h="96" w="240">
                    <a:moveTo>
                      <a:pt x="0" y="96"/>
                    </a:moveTo>
                    <a:lnTo>
                      <a:pt x="1" y="95"/>
                    </a:lnTo>
                    <a:lnTo>
                      <a:pt x="3" y="93"/>
                    </a:lnTo>
                    <a:lnTo>
                      <a:pt x="4" y="91"/>
                    </a:lnTo>
                    <a:lnTo>
                      <a:pt x="5" y="90"/>
                    </a:lnTo>
                    <a:lnTo>
                      <a:pt x="7" y="96"/>
                    </a:lnTo>
                    <a:lnTo>
                      <a:pt x="8" y="94"/>
                    </a:lnTo>
                    <a:lnTo>
                      <a:pt x="10" y="89"/>
                    </a:lnTo>
                    <a:lnTo>
                      <a:pt x="11" y="88"/>
                    </a:lnTo>
                    <a:lnTo>
                      <a:pt x="12" y="88"/>
                    </a:lnTo>
                    <a:lnTo>
                      <a:pt x="14" y="88"/>
                    </a:lnTo>
                    <a:lnTo>
                      <a:pt x="15" y="86"/>
                    </a:lnTo>
                    <a:lnTo>
                      <a:pt x="17" y="69"/>
                    </a:lnTo>
                    <a:lnTo>
                      <a:pt x="18" y="62"/>
                    </a:lnTo>
                    <a:lnTo>
                      <a:pt x="19" y="59"/>
                    </a:lnTo>
                    <a:lnTo>
                      <a:pt x="21" y="57"/>
                    </a:lnTo>
                    <a:lnTo>
                      <a:pt x="22" y="56"/>
                    </a:lnTo>
                    <a:lnTo>
                      <a:pt x="24" y="54"/>
                    </a:lnTo>
                    <a:lnTo>
                      <a:pt x="25" y="52"/>
                    </a:lnTo>
                    <a:lnTo>
                      <a:pt x="27" y="50"/>
                    </a:lnTo>
                    <a:lnTo>
                      <a:pt x="28" y="49"/>
                    </a:lnTo>
                    <a:lnTo>
                      <a:pt x="29" y="47"/>
                    </a:lnTo>
                    <a:lnTo>
                      <a:pt x="31" y="45"/>
                    </a:lnTo>
                    <a:lnTo>
                      <a:pt x="32" y="58"/>
                    </a:lnTo>
                    <a:lnTo>
                      <a:pt x="34" y="64"/>
                    </a:lnTo>
                    <a:lnTo>
                      <a:pt x="35" y="66"/>
                    </a:lnTo>
                    <a:lnTo>
                      <a:pt x="36" y="68"/>
                    </a:lnTo>
                    <a:lnTo>
                      <a:pt x="38" y="69"/>
                    </a:lnTo>
                    <a:lnTo>
                      <a:pt x="39" y="69"/>
                    </a:lnTo>
                    <a:lnTo>
                      <a:pt x="41" y="69"/>
                    </a:lnTo>
                    <a:lnTo>
                      <a:pt x="42" y="62"/>
                    </a:lnTo>
                    <a:lnTo>
                      <a:pt x="43" y="56"/>
                    </a:lnTo>
                    <a:lnTo>
                      <a:pt x="45" y="47"/>
                    </a:lnTo>
                    <a:lnTo>
                      <a:pt x="46" y="34"/>
                    </a:lnTo>
                    <a:lnTo>
                      <a:pt x="48" y="25"/>
                    </a:lnTo>
                    <a:lnTo>
                      <a:pt x="49" y="17"/>
                    </a:lnTo>
                    <a:lnTo>
                      <a:pt x="51" y="12"/>
                    </a:lnTo>
                    <a:lnTo>
                      <a:pt x="52" y="12"/>
                    </a:lnTo>
                    <a:lnTo>
                      <a:pt x="53" y="15"/>
                    </a:lnTo>
                    <a:lnTo>
                      <a:pt x="55" y="15"/>
                    </a:lnTo>
                    <a:lnTo>
                      <a:pt x="56" y="11"/>
                    </a:lnTo>
                    <a:lnTo>
                      <a:pt x="58" y="18"/>
                    </a:lnTo>
                    <a:lnTo>
                      <a:pt x="59" y="20"/>
                    </a:lnTo>
                    <a:lnTo>
                      <a:pt x="60" y="20"/>
                    </a:lnTo>
                    <a:lnTo>
                      <a:pt x="62" y="0"/>
                    </a:lnTo>
                    <a:lnTo>
                      <a:pt x="63" y="0"/>
                    </a:lnTo>
                    <a:lnTo>
                      <a:pt x="65" y="4"/>
                    </a:lnTo>
                    <a:lnTo>
                      <a:pt x="66" y="0"/>
                    </a:lnTo>
                    <a:lnTo>
                      <a:pt x="67" y="0"/>
                    </a:lnTo>
                    <a:lnTo>
                      <a:pt x="69" y="3"/>
                    </a:lnTo>
                    <a:lnTo>
                      <a:pt x="70" y="6"/>
                    </a:lnTo>
                    <a:lnTo>
                      <a:pt x="72" y="6"/>
                    </a:lnTo>
                    <a:lnTo>
                      <a:pt x="73" y="6"/>
                    </a:lnTo>
                    <a:lnTo>
                      <a:pt x="75" y="6"/>
                    </a:lnTo>
                    <a:lnTo>
                      <a:pt x="76" y="5"/>
                    </a:lnTo>
                    <a:lnTo>
                      <a:pt x="77" y="5"/>
                    </a:lnTo>
                    <a:lnTo>
                      <a:pt x="79" y="5"/>
                    </a:lnTo>
                    <a:lnTo>
                      <a:pt x="80" y="5"/>
                    </a:lnTo>
                    <a:lnTo>
                      <a:pt x="82" y="5"/>
                    </a:lnTo>
                    <a:lnTo>
                      <a:pt x="83" y="4"/>
                    </a:lnTo>
                    <a:lnTo>
                      <a:pt x="84" y="4"/>
                    </a:lnTo>
                    <a:lnTo>
                      <a:pt x="86" y="4"/>
                    </a:lnTo>
                    <a:lnTo>
                      <a:pt x="87" y="4"/>
                    </a:lnTo>
                    <a:lnTo>
                      <a:pt x="89" y="4"/>
                    </a:lnTo>
                    <a:lnTo>
                      <a:pt x="90" y="4"/>
                    </a:lnTo>
                    <a:lnTo>
                      <a:pt x="91" y="4"/>
                    </a:lnTo>
                    <a:lnTo>
                      <a:pt x="93" y="3"/>
                    </a:lnTo>
                    <a:lnTo>
                      <a:pt x="94" y="3"/>
                    </a:lnTo>
                    <a:lnTo>
                      <a:pt x="96" y="3"/>
                    </a:lnTo>
                    <a:lnTo>
                      <a:pt x="97" y="3"/>
                    </a:lnTo>
                    <a:lnTo>
                      <a:pt x="98" y="3"/>
                    </a:lnTo>
                    <a:lnTo>
                      <a:pt x="100" y="3"/>
                    </a:lnTo>
                    <a:lnTo>
                      <a:pt x="101" y="3"/>
                    </a:lnTo>
                    <a:lnTo>
                      <a:pt x="103" y="3"/>
                    </a:lnTo>
                    <a:lnTo>
                      <a:pt x="104" y="3"/>
                    </a:lnTo>
                    <a:lnTo>
                      <a:pt x="106" y="3"/>
                    </a:lnTo>
                    <a:lnTo>
                      <a:pt x="107" y="4"/>
                    </a:lnTo>
                    <a:lnTo>
                      <a:pt x="108" y="4"/>
                    </a:lnTo>
                    <a:lnTo>
                      <a:pt x="110" y="4"/>
                    </a:lnTo>
                    <a:lnTo>
                      <a:pt x="111" y="4"/>
                    </a:lnTo>
                    <a:lnTo>
                      <a:pt x="113" y="4"/>
                    </a:lnTo>
                    <a:lnTo>
                      <a:pt x="114" y="4"/>
                    </a:lnTo>
                    <a:lnTo>
                      <a:pt x="115" y="4"/>
                    </a:lnTo>
                    <a:lnTo>
                      <a:pt x="117" y="4"/>
                    </a:lnTo>
                    <a:lnTo>
                      <a:pt x="118" y="4"/>
                    </a:lnTo>
                    <a:lnTo>
                      <a:pt x="120" y="4"/>
                    </a:lnTo>
                    <a:lnTo>
                      <a:pt x="121" y="4"/>
                    </a:lnTo>
                    <a:lnTo>
                      <a:pt x="122" y="4"/>
                    </a:lnTo>
                    <a:lnTo>
                      <a:pt x="124" y="4"/>
                    </a:lnTo>
                    <a:lnTo>
                      <a:pt x="125" y="4"/>
                    </a:lnTo>
                    <a:lnTo>
                      <a:pt x="127" y="5"/>
                    </a:lnTo>
                    <a:lnTo>
                      <a:pt x="128" y="5"/>
                    </a:lnTo>
                    <a:lnTo>
                      <a:pt x="130" y="5"/>
                    </a:lnTo>
                    <a:lnTo>
                      <a:pt x="131" y="5"/>
                    </a:lnTo>
                    <a:lnTo>
                      <a:pt x="132" y="5"/>
                    </a:lnTo>
                    <a:lnTo>
                      <a:pt x="134" y="5"/>
                    </a:lnTo>
                    <a:lnTo>
                      <a:pt x="135" y="5"/>
                    </a:lnTo>
                    <a:lnTo>
                      <a:pt x="137" y="5"/>
                    </a:lnTo>
                    <a:lnTo>
                      <a:pt x="138" y="5"/>
                    </a:lnTo>
                    <a:lnTo>
                      <a:pt x="139" y="5"/>
                    </a:lnTo>
                    <a:lnTo>
                      <a:pt x="141" y="5"/>
                    </a:lnTo>
                    <a:lnTo>
                      <a:pt x="142" y="6"/>
                    </a:lnTo>
                    <a:lnTo>
                      <a:pt x="144" y="6"/>
                    </a:lnTo>
                    <a:lnTo>
                      <a:pt x="145" y="6"/>
                    </a:lnTo>
                    <a:lnTo>
                      <a:pt x="146" y="6"/>
                    </a:lnTo>
                    <a:lnTo>
                      <a:pt x="148" y="6"/>
                    </a:lnTo>
                    <a:lnTo>
                      <a:pt x="149" y="6"/>
                    </a:lnTo>
                    <a:lnTo>
                      <a:pt x="151" y="6"/>
                    </a:lnTo>
                    <a:lnTo>
                      <a:pt x="152" y="6"/>
                    </a:lnTo>
                    <a:lnTo>
                      <a:pt x="154" y="6"/>
                    </a:lnTo>
                    <a:lnTo>
                      <a:pt x="155" y="6"/>
                    </a:lnTo>
                    <a:lnTo>
                      <a:pt x="156" y="6"/>
                    </a:lnTo>
                    <a:lnTo>
                      <a:pt x="158" y="6"/>
                    </a:lnTo>
                    <a:lnTo>
                      <a:pt x="159" y="6"/>
                    </a:lnTo>
                    <a:lnTo>
                      <a:pt x="161" y="6"/>
                    </a:lnTo>
                    <a:lnTo>
                      <a:pt x="162" y="6"/>
                    </a:lnTo>
                    <a:lnTo>
                      <a:pt x="163" y="6"/>
                    </a:lnTo>
                    <a:lnTo>
                      <a:pt x="165" y="6"/>
                    </a:lnTo>
                    <a:lnTo>
                      <a:pt x="166" y="7"/>
                    </a:lnTo>
                    <a:lnTo>
                      <a:pt x="168" y="7"/>
                    </a:lnTo>
                    <a:lnTo>
                      <a:pt x="169" y="7"/>
                    </a:lnTo>
                    <a:lnTo>
                      <a:pt x="170" y="7"/>
                    </a:lnTo>
                    <a:lnTo>
                      <a:pt x="172" y="7"/>
                    </a:lnTo>
                    <a:lnTo>
                      <a:pt x="173" y="7"/>
                    </a:lnTo>
                    <a:lnTo>
                      <a:pt x="175" y="7"/>
                    </a:lnTo>
                    <a:lnTo>
                      <a:pt x="176" y="7"/>
                    </a:lnTo>
                    <a:lnTo>
                      <a:pt x="178" y="7"/>
                    </a:lnTo>
                    <a:lnTo>
                      <a:pt x="179" y="7"/>
                    </a:lnTo>
                    <a:lnTo>
                      <a:pt x="180" y="7"/>
                    </a:lnTo>
                    <a:lnTo>
                      <a:pt x="182" y="8"/>
                    </a:lnTo>
                    <a:lnTo>
                      <a:pt x="183" y="8"/>
                    </a:lnTo>
                    <a:lnTo>
                      <a:pt x="185" y="8"/>
                    </a:lnTo>
                    <a:lnTo>
                      <a:pt x="186" y="8"/>
                    </a:lnTo>
                    <a:lnTo>
                      <a:pt x="187" y="8"/>
                    </a:lnTo>
                    <a:lnTo>
                      <a:pt x="189" y="8"/>
                    </a:lnTo>
                    <a:lnTo>
                      <a:pt x="190" y="8"/>
                    </a:lnTo>
                    <a:lnTo>
                      <a:pt x="192" y="8"/>
                    </a:lnTo>
                    <a:lnTo>
                      <a:pt x="193" y="8"/>
                    </a:lnTo>
                    <a:lnTo>
                      <a:pt x="194" y="8"/>
                    </a:lnTo>
                    <a:lnTo>
                      <a:pt x="196" y="9"/>
                    </a:lnTo>
                    <a:lnTo>
                      <a:pt x="197" y="9"/>
                    </a:lnTo>
                    <a:lnTo>
                      <a:pt x="199" y="9"/>
                    </a:lnTo>
                    <a:lnTo>
                      <a:pt x="200" y="9"/>
                    </a:lnTo>
                    <a:lnTo>
                      <a:pt x="202" y="9"/>
                    </a:lnTo>
                    <a:lnTo>
                      <a:pt x="203" y="9"/>
                    </a:lnTo>
                    <a:lnTo>
                      <a:pt x="204" y="9"/>
                    </a:lnTo>
                    <a:lnTo>
                      <a:pt x="206" y="9"/>
                    </a:lnTo>
                    <a:lnTo>
                      <a:pt x="207" y="9"/>
                    </a:lnTo>
                    <a:lnTo>
                      <a:pt x="209" y="10"/>
                    </a:lnTo>
                    <a:lnTo>
                      <a:pt x="210" y="10"/>
                    </a:lnTo>
                    <a:lnTo>
                      <a:pt x="211" y="10"/>
                    </a:lnTo>
                    <a:lnTo>
                      <a:pt x="213" y="10"/>
                    </a:lnTo>
                    <a:lnTo>
                      <a:pt x="214" y="10"/>
                    </a:lnTo>
                    <a:lnTo>
                      <a:pt x="216" y="10"/>
                    </a:lnTo>
                    <a:lnTo>
                      <a:pt x="217" y="9"/>
                    </a:lnTo>
                    <a:lnTo>
                      <a:pt x="218" y="9"/>
                    </a:lnTo>
                    <a:lnTo>
                      <a:pt x="220" y="8"/>
                    </a:lnTo>
                    <a:lnTo>
                      <a:pt x="221" y="8"/>
                    </a:lnTo>
                    <a:lnTo>
                      <a:pt x="223" y="7"/>
                    </a:lnTo>
                    <a:lnTo>
                      <a:pt x="224" y="7"/>
                    </a:lnTo>
                    <a:lnTo>
                      <a:pt x="226" y="7"/>
                    </a:lnTo>
                    <a:lnTo>
                      <a:pt x="227" y="7"/>
                    </a:lnTo>
                    <a:lnTo>
                      <a:pt x="228" y="8"/>
                    </a:lnTo>
                    <a:lnTo>
                      <a:pt x="230" y="8"/>
                    </a:lnTo>
                    <a:lnTo>
                      <a:pt x="231" y="8"/>
                    </a:lnTo>
                    <a:lnTo>
                      <a:pt x="233" y="8"/>
                    </a:lnTo>
                    <a:lnTo>
                      <a:pt x="234" y="7"/>
                    </a:lnTo>
                    <a:lnTo>
                      <a:pt x="235" y="8"/>
                    </a:lnTo>
                    <a:lnTo>
                      <a:pt x="237" y="8"/>
                    </a:lnTo>
                    <a:lnTo>
                      <a:pt x="238" y="10"/>
                    </a:lnTo>
                    <a:lnTo>
                      <a:pt x="240" y="12"/>
                    </a:lnTo>
                  </a:path>
                </a:pathLst>
              </a:custGeom>
              <a:noFill/>
              <a:ln cap="flat" cmpd="sng" w="25400">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179" name="Google Shape;179;p15"/>
              <p:cNvSpPr/>
              <p:nvPr/>
            </p:nvSpPr>
            <p:spPr>
              <a:xfrm flipH="1" rot="10800000">
                <a:off x="1301750" y="1730375"/>
                <a:ext cx="3208338" cy="1527175"/>
              </a:xfrm>
              <a:custGeom>
                <a:rect b="b" l="l" r="r" t="t"/>
                <a:pathLst>
                  <a:path extrusionOk="0" h="1031" w="2172">
                    <a:moveTo>
                      <a:pt x="0" y="8"/>
                    </a:moveTo>
                    <a:lnTo>
                      <a:pt x="1" y="9"/>
                    </a:lnTo>
                    <a:lnTo>
                      <a:pt x="2" y="9"/>
                    </a:lnTo>
                    <a:lnTo>
                      <a:pt x="4" y="9"/>
                    </a:lnTo>
                    <a:lnTo>
                      <a:pt x="5" y="9"/>
                    </a:lnTo>
                    <a:lnTo>
                      <a:pt x="7" y="9"/>
                    </a:lnTo>
                    <a:lnTo>
                      <a:pt x="8" y="9"/>
                    </a:lnTo>
                    <a:lnTo>
                      <a:pt x="10" y="9"/>
                    </a:lnTo>
                    <a:lnTo>
                      <a:pt x="11" y="10"/>
                    </a:lnTo>
                    <a:lnTo>
                      <a:pt x="12" y="10"/>
                    </a:lnTo>
                    <a:lnTo>
                      <a:pt x="14" y="10"/>
                    </a:lnTo>
                    <a:lnTo>
                      <a:pt x="15" y="10"/>
                    </a:lnTo>
                    <a:lnTo>
                      <a:pt x="17" y="10"/>
                    </a:lnTo>
                    <a:lnTo>
                      <a:pt x="18" y="10"/>
                    </a:lnTo>
                    <a:lnTo>
                      <a:pt x="19" y="10"/>
                    </a:lnTo>
                    <a:lnTo>
                      <a:pt x="21" y="10"/>
                    </a:lnTo>
                    <a:lnTo>
                      <a:pt x="22" y="10"/>
                    </a:lnTo>
                    <a:lnTo>
                      <a:pt x="24" y="10"/>
                    </a:lnTo>
                    <a:lnTo>
                      <a:pt x="25" y="9"/>
                    </a:lnTo>
                    <a:lnTo>
                      <a:pt x="26" y="9"/>
                    </a:lnTo>
                    <a:lnTo>
                      <a:pt x="28" y="9"/>
                    </a:lnTo>
                    <a:lnTo>
                      <a:pt x="29" y="9"/>
                    </a:lnTo>
                    <a:lnTo>
                      <a:pt x="31" y="9"/>
                    </a:lnTo>
                    <a:lnTo>
                      <a:pt x="32" y="10"/>
                    </a:lnTo>
                    <a:lnTo>
                      <a:pt x="33" y="10"/>
                    </a:lnTo>
                    <a:lnTo>
                      <a:pt x="35" y="10"/>
                    </a:lnTo>
                    <a:lnTo>
                      <a:pt x="36" y="10"/>
                    </a:lnTo>
                    <a:lnTo>
                      <a:pt x="38" y="10"/>
                    </a:lnTo>
                    <a:lnTo>
                      <a:pt x="39" y="10"/>
                    </a:lnTo>
                    <a:lnTo>
                      <a:pt x="41" y="10"/>
                    </a:lnTo>
                    <a:lnTo>
                      <a:pt x="42" y="10"/>
                    </a:lnTo>
                    <a:lnTo>
                      <a:pt x="43" y="10"/>
                    </a:lnTo>
                    <a:lnTo>
                      <a:pt x="45" y="10"/>
                    </a:lnTo>
                    <a:lnTo>
                      <a:pt x="46" y="10"/>
                    </a:lnTo>
                    <a:lnTo>
                      <a:pt x="48" y="10"/>
                    </a:lnTo>
                    <a:lnTo>
                      <a:pt x="49" y="10"/>
                    </a:lnTo>
                    <a:lnTo>
                      <a:pt x="50" y="10"/>
                    </a:lnTo>
                    <a:lnTo>
                      <a:pt x="52" y="10"/>
                    </a:lnTo>
                    <a:lnTo>
                      <a:pt x="53" y="10"/>
                    </a:lnTo>
                    <a:lnTo>
                      <a:pt x="55" y="10"/>
                    </a:lnTo>
                    <a:lnTo>
                      <a:pt x="56" y="10"/>
                    </a:lnTo>
                    <a:lnTo>
                      <a:pt x="57" y="10"/>
                    </a:lnTo>
                    <a:lnTo>
                      <a:pt x="59" y="10"/>
                    </a:lnTo>
                    <a:lnTo>
                      <a:pt x="60" y="10"/>
                    </a:lnTo>
                    <a:lnTo>
                      <a:pt x="62" y="10"/>
                    </a:lnTo>
                    <a:lnTo>
                      <a:pt x="63" y="10"/>
                    </a:lnTo>
                    <a:lnTo>
                      <a:pt x="65" y="10"/>
                    </a:lnTo>
                    <a:lnTo>
                      <a:pt x="66" y="10"/>
                    </a:lnTo>
                    <a:lnTo>
                      <a:pt x="67" y="10"/>
                    </a:lnTo>
                    <a:lnTo>
                      <a:pt x="69" y="10"/>
                    </a:lnTo>
                    <a:lnTo>
                      <a:pt x="70" y="10"/>
                    </a:lnTo>
                    <a:lnTo>
                      <a:pt x="72" y="10"/>
                    </a:lnTo>
                    <a:lnTo>
                      <a:pt x="73" y="10"/>
                    </a:lnTo>
                    <a:lnTo>
                      <a:pt x="74" y="10"/>
                    </a:lnTo>
                    <a:lnTo>
                      <a:pt x="76" y="10"/>
                    </a:lnTo>
                    <a:lnTo>
                      <a:pt x="77" y="10"/>
                    </a:lnTo>
                    <a:lnTo>
                      <a:pt x="79" y="10"/>
                    </a:lnTo>
                    <a:lnTo>
                      <a:pt x="80" y="10"/>
                    </a:lnTo>
                    <a:lnTo>
                      <a:pt x="81" y="10"/>
                    </a:lnTo>
                    <a:lnTo>
                      <a:pt x="83" y="10"/>
                    </a:lnTo>
                    <a:lnTo>
                      <a:pt x="84" y="10"/>
                    </a:lnTo>
                    <a:lnTo>
                      <a:pt x="86" y="10"/>
                    </a:lnTo>
                    <a:lnTo>
                      <a:pt x="87" y="10"/>
                    </a:lnTo>
                    <a:lnTo>
                      <a:pt x="89" y="10"/>
                    </a:lnTo>
                    <a:lnTo>
                      <a:pt x="90" y="10"/>
                    </a:lnTo>
                    <a:lnTo>
                      <a:pt x="91" y="10"/>
                    </a:lnTo>
                    <a:lnTo>
                      <a:pt x="93" y="10"/>
                    </a:lnTo>
                    <a:lnTo>
                      <a:pt x="94" y="10"/>
                    </a:lnTo>
                    <a:lnTo>
                      <a:pt x="96" y="10"/>
                    </a:lnTo>
                    <a:lnTo>
                      <a:pt x="97" y="10"/>
                    </a:lnTo>
                    <a:lnTo>
                      <a:pt x="98" y="10"/>
                    </a:lnTo>
                    <a:lnTo>
                      <a:pt x="100" y="9"/>
                    </a:lnTo>
                    <a:lnTo>
                      <a:pt x="101" y="10"/>
                    </a:lnTo>
                    <a:lnTo>
                      <a:pt x="103" y="10"/>
                    </a:lnTo>
                    <a:lnTo>
                      <a:pt x="104" y="10"/>
                    </a:lnTo>
                    <a:lnTo>
                      <a:pt x="105" y="9"/>
                    </a:lnTo>
                    <a:lnTo>
                      <a:pt x="107" y="9"/>
                    </a:lnTo>
                    <a:lnTo>
                      <a:pt x="108" y="9"/>
                    </a:lnTo>
                    <a:lnTo>
                      <a:pt x="110" y="9"/>
                    </a:lnTo>
                    <a:lnTo>
                      <a:pt x="111" y="9"/>
                    </a:lnTo>
                    <a:lnTo>
                      <a:pt x="113" y="9"/>
                    </a:lnTo>
                    <a:lnTo>
                      <a:pt x="114" y="9"/>
                    </a:lnTo>
                    <a:lnTo>
                      <a:pt x="115" y="9"/>
                    </a:lnTo>
                    <a:lnTo>
                      <a:pt x="117" y="9"/>
                    </a:lnTo>
                    <a:lnTo>
                      <a:pt x="118" y="9"/>
                    </a:lnTo>
                    <a:lnTo>
                      <a:pt x="120" y="9"/>
                    </a:lnTo>
                    <a:lnTo>
                      <a:pt x="121" y="9"/>
                    </a:lnTo>
                    <a:lnTo>
                      <a:pt x="122" y="9"/>
                    </a:lnTo>
                    <a:lnTo>
                      <a:pt x="124" y="9"/>
                    </a:lnTo>
                    <a:lnTo>
                      <a:pt x="125" y="9"/>
                    </a:lnTo>
                    <a:lnTo>
                      <a:pt x="127" y="9"/>
                    </a:lnTo>
                    <a:lnTo>
                      <a:pt x="128" y="9"/>
                    </a:lnTo>
                    <a:lnTo>
                      <a:pt x="129" y="9"/>
                    </a:lnTo>
                    <a:lnTo>
                      <a:pt x="131" y="9"/>
                    </a:lnTo>
                    <a:lnTo>
                      <a:pt x="132" y="9"/>
                    </a:lnTo>
                    <a:lnTo>
                      <a:pt x="134" y="9"/>
                    </a:lnTo>
                    <a:lnTo>
                      <a:pt x="135" y="9"/>
                    </a:lnTo>
                    <a:lnTo>
                      <a:pt x="137" y="9"/>
                    </a:lnTo>
                    <a:lnTo>
                      <a:pt x="138" y="9"/>
                    </a:lnTo>
                    <a:lnTo>
                      <a:pt x="139" y="9"/>
                    </a:lnTo>
                    <a:lnTo>
                      <a:pt x="141" y="9"/>
                    </a:lnTo>
                    <a:lnTo>
                      <a:pt x="142" y="9"/>
                    </a:lnTo>
                    <a:lnTo>
                      <a:pt x="144" y="9"/>
                    </a:lnTo>
                    <a:lnTo>
                      <a:pt x="145" y="9"/>
                    </a:lnTo>
                    <a:lnTo>
                      <a:pt x="146" y="9"/>
                    </a:lnTo>
                    <a:lnTo>
                      <a:pt x="148" y="9"/>
                    </a:lnTo>
                    <a:lnTo>
                      <a:pt x="149" y="9"/>
                    </a:lnTo>
                    <a:lnTo>
                      <a:pt x="151" y="9"/>
                    </a:lnTo>
                    <a:lnTo>
                      <a:pt x="152" y="9"/>
                    </a:lnTo>
                    <a:lnTo>
                      <a:pt x="153" y="9"/>
                    </a:lnTo>
                    <a:lnTo>
                      <a:pt x="155" y="8"/>
                    </a:lnTo>
                    <a:lnTo>
                      <a:pt x="156" y="8"/>
                    </a:lnTo>
                    <a:lnTo>
                      <a:pt x="158" y="8"/>
                    </a:lnTo>
                    <a:lnTo>
                      <a:pt x="159" y="5"/>
                    </a:lnTo>
                    <a:lnTo>
                      <a:pt x="161" y="0"/>
                    </a:lnTo>
                    <a:lnTo>
                      <a:pt x="162" y="6"/>
                    </a:lnTo>
                    <a:lnTo>
                      <a:pt x="163" y="8"/>
                    </a:lnTo>
                    <a:lnTo>
                      <a:pt x="165" y="356"/>
                    </a:lnTo>
                    <a:lnTo>
                      <a:pt x="166" y="611"/>
                    </a:lnTo>
                    <a:lnTo>
                      <a:pt x="168" y="679"/>
                    </a:lnTo>
                    <a:lnTo>
                      <a:pt x="169" y="699"/>
                    </a:lnTo>
                    <a:lnTo>
                      <a:pt x="170" y="706"/>
                    </a:lnTo>
                    <a:lnTo>
                      <a:pt x="172" y="710"/>
                    </a:lnTo>
                    <a:lnTo>
                      <a:pt x="173" y="713"/>
                    </a:lnTo>
                    <a:lnTo>
                      <a:pt x="175" y="715"/>
                    </a:lnTo>
                    <a:lnTo>
                      <a:pt x="176" y="717"/>
                    </a:lnTo>
                    <a:lnTo>
                      <a:pt x="177" y="719"/>
                    </a:lnTo>
                    <a:lnTo>
                      <a:pt x="179" y="721"/>
                    </a:lnTo>
                    <a:lnTo>
                      <a:pt x="180" y="723"/>
                    </a:lnTo>
                    <a:lnTo>
                      <a:pt x="182" y="724"/>
                    </a:lnTo>
                    <a:lnTo>
                      <a:pt x="183" y="726"/>
                    </a:lnTo>
                    <a:lnTo>
                      <a:pt x="185" y="728"/>
                    </a:lnTo>
                    <a:lnTo>
                      <a:pt x="186" y="729"/>
                    </a:lnTo>
                    <a:lnTo>
                      <a:pt x="187" y="731"/>
                    </a:lnTo>
                    <a:lnTo>
                      <a:pt x="189" y="733"/>
                    </a:lnTo>
                    <a:lnTo>
                      <a:pt x="190" y="735"/>
                    </a:lnTo>
                    <a:lnTo>
                      <a:pt x="192" y="736"/>
                    </a:lnTo>
                    <a:lnTo>
                      <a:pt x="193" y="738"/>
                    </a:lnTo>
                    <a:lnTo>
                      <a:pt x="194" y="740"/>
                    </a:lnTo>
                    <a:lnTo>
                      <a:pt x="196" y="742"/>
                    </a:lnTo>
                    <a:lnTo>
                      <a:pt x="197" y="743"/>
                    </a:lnTo>
                    <a:lnTo>
                      <a:pt x="199" y="745"/>
                    </a:lnTo>
                    <a:lnTo>
                      <a:pt x="200" y="746"/>
                    </a:lnTo>
                    <a:lnTo>
                      <a:pt x="201" y="748"/>
                    </a:lnTo>
                    <a:lnTo>
                      <a:pt x="203" y="750"/>
                    </a:lnTo>
                    <a:lnTo>
                      <a:pt x="204" y="752"/>
                    </a:lnTo>
                    <a:lnTo>
                      <a:pt x="206" y="753"/>
                    </a:lnTo>
                    <a:lnTo>
                      <a:pt x="207" y="755"/>
                    </a:lnTo>
                    <a:lnTo>
                      <a:pt x="208" y="756"/>
                    </a:lnTo>
                    <a:lnTo>
                      <a:pt x="210" y="758"/>
                    </a:lnTo>
                    <a:lnTo>
                      <a:pt x="211" y="760"/>
                    </a:lnTo>
                    <a:lnTo>
                      <a:pt x="213" y="761"/>
                    </a:lnTo>
                    <a:lnTo>
                      <a:pt x="214" y="763"/>
                    </a:lnTo>
                    <a:lnTo>
                      <a:pt x="216" y="765"/>
                    </a:lnTo>
                    <a:lnTo>
                      <a:pt x="217" y="766"/>
                    </a:lnTo>
                    <a:lnTo>
                      <a:pt x="218" y="768"/>
                    </a:lnTo>
                    <a:lnTo>
                      <a:pt x="220" y="770"/>
                    </a:lnTo>
                    <a:lnTo>
                      <a:pt x="221" y="771"/>
                    </a:lnTo>
                    <a:lnTo>
                      <a:pt x="223" y="773"/>
                    </a:lnTo>
                    <a:lnTo>
                      <a:pt x="224" y="774"/>
                    </a:lnTo>
                    <a:lnTo>
                      <a:pt x="225" y="776"/>
                    </a:lnTo>
                    <a:lnTo>
                      <a:pt x="227" y="778"/>
                    </a:lnTo>
                    <a:lnTo>
                      <a:pt x="228" y="779"/>
                    </a:lnTo>
                    <a:lnTo>
                      <a:pt x="230" y="781"/>
                    </a:lnTo>
                    <a:lnTo>
                      <a:pt x="231" y="782"/>
                    </a:lnTo>
                    <a:lnTo>
                      <a:pt x="232" y="783"/>
                    </a:lnTo>
                    <a:lnTo>
                      <a:pt x="234" y="785"/>
                    </a:lnTo>
                    <a:lnTo>
                      <a:pt x="235" y="787"/>
                    </a:lnTo>
                    <a:lnTo>
                      <a:pt x="237" y="789"/>
                    </a:lnTo>
                    <a:lnTo>
                      <a:pt x="238" y="790"/>
                    </a:lnTo>
                    <a:lnTo>
                      <a:pt x="240" y="792"/>
                    </a:lnTo>
                    <a:lnTo>
                      <a:pt x="241" y="793"/>
                    </a:lnTo>
                    <a:lnTo>
                      <a:pt x="242" y="795"/>
                    </a:lnTo>
                    <a:lnTo>
                      <a:pt x="244" y="797"/>
                    </a:lnTo>
                    <a:lnTo>
                      <a:pt x="245" y="799"/>
                    </a:lnTo>
                    <a:lnTo>
                      <a:pt x="247" y="800"/>
                    </a:lnTo>
                    <a:lnTo>
                      <a:pt x="248" y="802"/>
                    </a:lnTo>
                    <a:lnTo>
                      <a:pt x="249" y="804"/>
                    </a:lnTo>
                    <a:lnTo>
                      <a:pt x="251" y="805"/>
                    </a:lnTo>
                    <a:lnTo>
                      <a:pt x="252" y="807"/>
                    </a:lnTo>
                    <a:lnTo>
                      <a:pt x="254" y="808"/>
                    </a:lnTo>
                    <a:lnTo>
                      <a:pt x="255" y="810"/>
                    </a:lnTo>
                    <a:lnTo>
                      <a:pt x="256" y="811"/>
                    </a:lnTo>
                    <a:lnTo>
                      <a:pt x="258" y="813"/>
                    </a:lnTo>
                    <a:lnTo>
                      <a:pt x="259" y="814"/>
                    </a:lnTo>
                    <a:lnTo>
                      <a:pt x="261" y="816"/>
                    </a:lnTo>
                    <a:lnTo>
                      <a:pt x="262" y="817"/>
                    </a:lnTo>
                    <a:lnTo>
                      <a:pt x="264" y="819"/>
                    </a:lnTo>
                    <a:lnTo>
                      <a:pt x="265" y="820"/>
                    </a:lnTo>
                    <a:lnTo>
                      <a:pt x="266" y="822"/>
                    </a:lnTo>
                    <a:lnTo>
                      <a:pt x="268" y="824"/>
                    </a:lnTo>
                    <a:lnTo>
                      <a:pt x="269" y="825"/>
                    </a:lnTo>
                    <a:lnTo>
                      <a:pt x="271" y="826"/>
                    </a:lnTo>
                    <a:lnTo>
                      <a:pt x="272" y="828"/>
                    </a:lnTo>
                    <a:lnTo>
                      <a:pt x="273" y="829"/>
                    </a:lnTo>
                    <a:lnTo>
                      <a:pt x="275" y="831"/>
                    </a:lnTo>
                    <a:lnTo>
                      <a:pt x="276" y="833"/>
                    </a:lnTo>
                    <a:lnTo>
                      <a:pt x="278" y="834"/>
                    </a:lnTo>
                    <a:lnTo>
                      <a:pt x="279" y="836"/>
                    </a:lnTo>
                    <a:lnTo>
                      <a:pt x="280" y="837"/>
                    </a:lnTo>
                    <a:lnTo>
                      <a:pt x="282" y="839"/>
                    </a:lnTo>
                    <a:lnTo>
                      <a:pt x="283" y="840"/>
                    </a:lnTo>
                    <a:lnTo>
                      <a:pt x="285" y="842"/>
                    </a:lnTo>
                    <a:lnTo>
                      <a:pt x="286" y="843"/>
                    </a:lnTo>
                    <a:lnTo>
                      <a:pt x="288" y="845"/>
                    </a:lnTo>
                    <a:lnTo>
                      <a:pt x="289" y="846"/>
                    </a:lnTo>
                    <a:lnTo>
                      <a:pt x="290" y="847"/>
                    </a:lnTo>
                    <a:lnTo>
                      <a:pt x="292" y="849"/>
                    </a:lnTo>
                    <a:lnTo>
                      <a:pt x="293" y="850"/>
                    </a:lnTo>
                    <a:lnTo>
                      <a:pt x="295" y="852"/>
                    </a:lnTo>
                    <a:lnTo>
                      <a:pt x="296" y="853"/>
                    </a:lnTo>
                    <a:lnTo>
                      <a:pt x="297" y="855"/>
                    </a:lnTo>
                    <a:lnTo>
                      <a:pt x="299" y="857"/>
                    </a:lnTo>
                    <a:lnTo>
                      <a:pt x="300" y="858"/>
                    </a:lnTo>
                    <a:lnTo>
                      <a:pt x="302" y="860"/>
                    </a:lnTo>
                    <a:lnTo>
                      <a:pt x="303" y="861"/>
                    </a:lnTo>
                    <a:lnTo>
                      <a:pt x="304" y="863"/>
                    </a:lnTo>
                    <a:lnTo>
                      <a:pt x="306" y="864"/>
                    </a:lnTo>
                    <a:lnTo>
                      <a:pt x="307" y="865"/>
                    </a:lnTo>
                    <a:lnTo>
                      <a:pt x="309" y="867"/>
                    </a:lnTo>
                    <a:lnTo>
                      <a:pt x="310" y="868"/>
                    </a:lnTo>
                    <a:lnTo>
                      <a:pt x="312" y="870"/>
                    </a:lnTo>
                    <a:lnTo>
                      <a:pt x="313" y="872"/>
                    </a:lnTo>
                    <a:lnTo>
                      <a:pt x="314" y="873"/>
                    </a:lnTo>
                    <a:lnTo>
                      <a:pt x="316" y="875"/>
                    </a:lnTo>
                    <a:lnTo>
                      <a:pt x="317" y="876"/>
                    </a:lnTo>
                    <a:lnTo>
                      <a:pt x="319" y="878"/>
                    </a:lnTo>
                    <a:lnTo>
                      <a:pt x="320" y="879"/>
                    </a:lnTo>
                    <a:lnTo>
                      <a:pt x="321" y="880"/>
                    </a:lnTo>
                    <a:lnTo>
                      <a:pt x="323" y="882"/>
                    </a:lnTo>
                    <a:lnTo>
                      <a:pt x="324" y="883"/>
                    </a:lnTo>
                    <a:lnTo>
                      <a:pt x="326" y="885"/>
                    </a:lnTo>
                    <a:lnTo>
                      <a:pt x="327" y="886"/>
                    </a:lnTo>
                    <a:lnTo>
                      <a:pt x="328" y="888"/>
                    </a:lnTo>
                    <a:lnTo>
                      <a:pt x="330" y="889"/>
                    </a:lnTo>
                    <a:lnTo>
                      <a:pt x="331" y="891"/>
                    </a:lnTo>
                    <a:lnTo>
                      <a:pt x="333" y="892"/>
                    </a:lnTo>
                    <a:lnTo>
                      <a:pt x="334" y="894"/>
                    </a:lnTo>
                    <a:lnTo>
                      <a:pt x="336" y="895"/>
                    </a:lnTo>
                    <a:lnTo>
                      <a:pt x="337" y="896"/>
                    </a:lnTo>
                    <a:lnTo>
                      <a:pt x="338" y="898"/>
                    </a:lnTo>
                    <a:lnTo>
                      <a:pt x="340" y="899"/>
                    </a:lnTo>
                    <a:lnTo>
                      <a:pt x="341" y="901"/>
                    </a:lnTo>
                    <a:lnTo>
                      <a:pt x="343" y="902"/>
                    </a:lnTo>
                    <a:lnTo>
                      <a:pt x="344" y="904"/>
                    </a:lnTo>
                    <a:lnTo>
                      <a:pt x="345" y="905"/>
                    </a:lnTo>
                    <a:lnTo>
                      <a:pt x="347" y="907"/>
                    </a:lnTo>
                    <a:lnTo>
                      <a:pt x="348" y="908"/>
                    </a:lnTo>
                    <a:lnTo>
                      <a:pt x="350" y="910"/>
                    </a:lnTo>
                    <a:lnTo>
                      <a:pt x="351" y="911"/>
                    </a:lnTo>
                    <a:lnTo>
                      <a:pt x="352" y="913"/>
                    </a:lnTo>
                    <a:lnTo>
                      <a:pt x="354" y="914"/>
                    </a:lnTo>
                    <a:lnTo>
                      <a:pt x="355" y="916"/>
                    </a:lnTo>
                    <a:lnTo>
                      <a:pt x="357" y="917"/>
                    </a:lnTo>
                    <a:lnTo>
                      <a:pt x="358" y="918"/>
                    </a:lnTo>
                    <a:lnTo>
                      <a:pt x="360" y="920"/>
                    </a:lnTo>
                    <a:lnTo>
                      <a:pt x="361" y="921"/>
                    </a:lnTo>
                    <a:lnTo>
                      <a:pt x="362" y="922"/>
                    </a:lnTo>
                    <a:lnTo>
                      <a:pt x="364" y="924"/>
                    </a:lnTo>
                    <a:lnTo>
                      <a:pt x="365" y="925"/>
                    </a:lnTo>
                    <a:lnTo>
                      <a:pt x="367" y="926"/>
                    </a:lnTo>
                    <a:lnTo>
                      <a:pt x="368" y="928"/>
                    </a:lnTo>
                    <a:lnTo>
                      <a:pt x="369" y="929"/>
                    </a:lnTo>
                    <a:lnTo>
                      <a:pt x="371" y="931"/>
                    </a:lnTo>
                    <a:lnTo>
                      <a:pt x="372" y="932"/>
                    </a:lnTo>
                    <a:lnTo>
                      <a:pt x="374" y="934"/>
                    </a:lnTo>
                    <a:lnTo>
                      <a:pt x="375" y="935"/>
                    </a:lnTo>
                    <a:lnTo>
                      <a:pt x="376" y="936"/>
                    </a:lnTo>
                    <a:lnTo>
                      <a:pt x="378" y="938"/>
                    </a:lnTo>
                    <a:lnTo>
                      <a:pt x="379" y="939"/>
                    </a:lnTo>
                    <a:lnTo>
                      <a:pt x="381" y="940"/>
                    </a:lnTo>
                    <a:lnTo>
                      <a:pt x="382" y="941"/>
                    </a:lnTo>
                    <a:lnTo>
                      <a:pt x="383" y="943"/>
                    </a:lnTo>
                    <a:lnTo>
                      <a:pt x="385" y="944"/>
                    </a:lnTo>
                    <a:lnTo>
                      <a:pt x="386" y="945"/>
                    </a:lnTo>
                    <a:lnTo>
                      <a:pt x="388" y="947"/>
                    </a:lnTo>
                    <a:lnTo>
                      <a:pt x="389" y="948"/>
                    </a:lnTo>
                    <a:lnTo>
                      <a:pt x="391" y="949"/>
                    </a:lnTo>
                    <a:lnTo>
                      <a:pt x="392" y="950"/>
                    </a:lnTo>
                    <a:lnTo>
                      <a:pt x="393" y="951"/>
                    </a:lnTo>
                    <a:lnTo>
                      <a:pt x="395" y="952"/>
                    </a:lnTo>
                    <a:lnTo>
                      <a:pt x="396" y="954"/>
                    </a:lnTo>
                    <a:lnTo>
                      <a:pt x="398" y="955"/>
                    </a:lnTo>
                    <a:lnTo>
                      <a:pt x="399" y="956"/>
                    </a:lnTo>
                    <a:lnTo>
                      <a:pt x="400" y="957"/>
                    </a:lnTo>
                    <a:lnTo>
                      <a:pt x="402" y="959"/>
                    </a:lnTo>
                    <a:lnTo>
                      <a:pt x="403" y="960"/>
                    </a:lnTo>
                    <a:lnTo>
                      <a:pt x="405" y="961"/>
                    </a:lnTo>
                    <a:lnTo>
                      <a:pt x="406" y="962"/>
                    </a:lnTo>
                    <a:lnTo>
                      <a:pt x="407" y="964"/>
                    </a:lnTo>
                    <a:lnTo>
                      <a:pt x="409" y="965"/>
                    </a:lnTo>
                    <a:lnTo>
                      <a:pt x="410" y="966"/>
                    </a:lnTo>
                    <a:lnTo>
                      <a:pt x="412" y="967"/>
                    </a:lnTo>
                    <a:lnTo>
                      <a:pt x="413" y="968"/>
                    </a:lnTo>
                    <a:lnTo>
                      <a:pt x="415" y="969"/>
                    </a:lnTo>
                    <a:lnTo>
                      <a:pt x="416" y="970"/>
                    </a:lnTo>
                    <a:lnTo>
                      <a:pt x="417" y="971"/>
                    </a:lnTo>
                    <a:lnTo>
                      <a:pt x="419" y="972"/>
                    </a:lnTo>
                    <a:lnTo>
                      <a:pt x="420" y="973"/>
                    </a:lnTo>
                    <a:lnTo>
                      <a:pt x="422" y="974"/>
                    </a:lnTo>
                    <a:lnTo>
                      <a:pt x="423" y="975"/>
                    </a:lnTo>
                    <a:lnTo>
                      <a:pt x="424" y="975"/>
                    </a:lnTo>
                    <a:lnTo>
                      <a:pt x="426" y="976"/>
                    </a:lnTo>
                    <a:lnTo>
                      <a:pt x="427" y="977"/>
                    </a:lnTo>
                    <a:lnTo>
                      <a:pt x="429" y="977"/>
                    </a:lnTo>
                    <a:lnTo>
                      <a:pt x="430" y="978"/>
                    </a:lnTo>
                    <a:lnTo>
                      <a:pt x="431" y="979"/>
                    </a:lnTo>
                    <a:lnTo>
                      <a:pt x="433" y="980"/>
                    </a:lnTo>
                    <a:lnTo>
                      <a:pt x="434" y="981"/>
                    </a:lnTo>
                    <a:lnTo>
                      <a:pt x="436" y="981"/>
                    </a:lnTo>
                    <a:lnTo>
                      <a:pt x="437" y="982"/>
                    </a:lnTo>
                    <a:lnTo>
                      <a:pt x="439" y="983"/>
                    </a:lnTo>
                    <a:lnTo>
                      <a:pt x="440" y="984"/>
                    </a:lnTo>
                    <a:lnTo>
                      <a:pt x="441" y="984"/>
                    </a:lnTo>
                    <a:lnTo>
                      <a:pt x="443" y="985"/>
                    </a:lnTo>
                    <a:lnTo>
                      <a:pt x="444" y="986"/>
                    </a:lnTo>
                    <a:lnTo>
                      <a:pt x="446" y="987"/>
                    </a:lnTo>
                    <a:lnTo>
                      <a:pt x="447" y="988"/>
                    </a:lnTo>
                    <a:lnTo>
                      <a:pt x="448" y="988"/>
                    </a:lnTo>
                    <a:lnTo>
                      <a:pt x="450" y="989"/>
                    </a:lnTo>
                    <a:lnTo>
                      <a:pt x="451" y="990"/>
                    </a:lnTo>
                    <a:lnTo>
                      <a:pt x="453" y="991"/>
                    </a:lnTo>
                    <a:lnTo>
                      <a:pt x="454" y="991"/>
                    </a:lnTo>
                    <a:lnTo>
                      <a:pt x="455" y="992"/>
                    </a:lnTo>
                    <a:lnTo>
                      <a:pt x="457" y="993"/>
                    </a:lnTo>
                    <a:lnTo>
                      <a:pt x="458" y="994"/>
                    </a:lnTo>
                    <a:lnTo>
                      <a:pt x="460" y="994"/>
                    </a:lnTo>
                    <a:lnTo>
                      <a:pt x="461" y="995"/>
                    </a:lnTo>
                    <a:lnTo>
                      <a:pt x="463" y="996"/>
                    </a:lnTo>
                    <a:lnTo>
                      <a:pt x="464" y="997"/>
                    </a:lnTo>
                    <a:lnTo>
                      <a:pt x="465" y="997"/>
                    </a:lnTo>
                    <a:lnTo>
                      <a:pt x="467" y="998"/>
                    </a:lnTo>
                    <a:lnTo>
                      <a:pt x="468" y="999"/>
                    </a:lnTo>
                    <a:lnTo>
                      <a:pt x="470" y="999"/>
                    </a:lnTo>
                    <a:lnTo>
                      <a:pt x="471" y="1000"/>
                    </a:lnTo>
                    <a:lnTo>
                      <a:pt x="472" y="1000"/>
                    </a:lnTo>
                    <a:lnTo>
                      <a:pt x="474" y="1001"/>
                    </a:lnTo>
                    <a:lnTo>
                      <a:pt x="475" y="1001"/>
                    </a:lnTo>
                    <a:lnTo>
                      <a:pt x="477" y="1002"/>
                    </a:lnTo>
                    <a:lnTo>
                      <a:pt x="478" y="1003"/>
                    </a:lnTo>
                    <a:lnTo>
                      <a:pt x="479" y="1003"/>
                    </a:lnTo>
                    <a:lnTo>
                      <a:pt x="481" y="1004"/>
                    </a:lnTo>
                    <a:lnTo>
                      <a:pt x="482" y="1004"/>
                    </a:lnTo>
                    <a:lnTo>
                      <a:pt x="484" y="1005"/>
                    </a:lnTo>
                    <a:lnTo>
                      <a:pt x="485" y="1005"/>
                    </a:lnTo>
                    <a:lnTo>
                      <a:pt x="487" y="1006"/>
                    </a:lnTo>
                    <a:lnTo>
                      <a:pt x="488" y="1007"/>
                    </a:lnTo>
                    <a:lnTo>
                      <a:pt x="489" y="1007"/>
                    </a:lnTo>
                    <a:lnTo>
                      <a:pt x="491" y="1008"/>
                    </a:lnTo>
                    <a:lnTo>
                      <a:pt x="492" y="1008"/>
                    </a:lnTo>
                    <a:lnTo>
                      <a:pt x="494" y="1009"/>
                    </a:lnTo>
                    <a:lnTo>
                      <a:pt x="495" y="1009"/>
                    </a:lnTo>
                    <a:lnTo>
                      <a:pt x="496" y="1010"/>
                    </a:lnTo>
                    <a:lnTo>
                      <a:pt x="498" y="1010"/>
                    </a:lnTo>
                    <a:lnTo>
                      <a:pt x="499" y="1010"/>
                    </a:lnTo>
                    <a:lnTo>
                      <a:pt x="501" y="1011"/>
                    </a:lnTo>
                    <a:lnTo>
                      <a:pt x="502" y="1011"/>
                    </a:lnTo>
                    <a:lnTo>
                      <a:pt x="503" y="1012"/>
                    </a:lnTo>
                    <a:lnTo>
                      <a:pt x="505" y="1012"/>
                    </a:lnTo>
                    <a:lnTo>
                      <a:pt x="506" y="1013"/>
                    </a:lnTo>
                    <a:lnTo>
                      <a:pt x="508" y="1013"/>
                    </a:lnTo>
                    <a:lnTo>
                      <a:pt x="509" y="1014"/>
                    </a:lnTo>
                    <a:lnTo>
                      <a:pt x="511" y="1014"/>
                    </a:lnTo>
                    <a:lnTo>
                      <a:pt x="512" y="1015"/>
                    </a:lnTo>
                    <a:lnTo>
                      <a:pt x="513" y="1015"/>
                    </a:lnTo>
                    <a:lnTo>
                      <a:pt x="515" y="1015"/>
                    </a:lnTo>
                    <a:lnTo>
                      <a:pt x="516" y="1016"/>
                    </a:lnTo>
                    <a:lnTo>
                      <a:pt x="518" y="1016"/>
                    </a:lnTo>
                    <a:lnTo>
                      <a:pt x="519" y="1016"/>
                    </a:lnTo>
                    <a:lnTo>
                      <a:pt x="520" y="1017"/>
                    </a:lnTo>
                    <a:lnTo>
                      <a:pt x="522" y="1017"/>
                    </a:lnTo>
                    <a:lnTo>
                      <a:pt x="523" y="1018"/>
                    </a:lnTo>
                    <a:lnTo>
                      <a:pt x="525" y="1018"/>
                    </a:lnTo>
                    <a:lnTo>
                      <a:pt x="526" y="1018"/>
                    </a:lnTo>
                    <a:lnTo>
                      <a:pt x="527" y="1019"/>
                    </a:lnTo>
                    <a:lnTo>
                      <a:pt x="529" y="1019"/>
                    </a:lnTo>
                    <a:lnTo>
                      <a:pt x="530" y="1019"/>
                    </a:lnTo>
                    <a:lnTo>
                      <a:pt x="532" y="1020"/>
                    </a:lnTo>
                    <a:lnTo>
                      <a:pt x="533" y="1020"/>
                    </a:lnTo>
                    <a:lnTo>
                      <a:pt x="534" y="1020"/>
                    </a:lnTo>
                    <a:lnTo>
                      <a:pt x="536" y="1020"/>
                    </a:lnTo>
                    <a:lnTo>
                      <a:pt x="537" y="1021"/>
                    </a:lnTo>
                    <a:lnTo>
                      <a:pt x="539" y="1021"/>
                    </a:lnTo>
                    <a:lnTo>
                      <a:pt x="540" y="1022"/>
                    </a:lnTo>
                    <a:lnTo>
                      <a:pt x="542" y="1022"/>
                    </a:lnTo>
                    <a:lnTo>
                      <a:pt x="543" y="1022"/>
                    </a:lnTo>
                    <a:lnTo>
                      <a:pt x="544" y="1022"/>
                    </a:lnTo>
                    <a:lnTo>
                      <a:pt x="546" y="1023"/>
                    </a:lnTo>
                    <a:lnTo>
                      <a:pt x="547" y="1023"/>
                    </a:lnTo>
                    <a:lnTo>
                      <a:pt x="549" y="1024"/>
                    </a:lnTo>
                    <a:lnTo>
                      <a:pt x="550" y="1024"/>
                    </a:lnTo>
                    <a:lnTo>
                      <a:pt x="551" y="1024"/>
                    </a:lnTo>
                    <a:lnTo>
                      <a:pt x="553" y="1024"/>
                    </a:lnTo>
                    <a:lnTo>
                      <a:pt x="554" y="1025"/>
                    </a:lnTo>
                    <a:lnTo>
                      <a:pt x="556" y="1025"/>
                    </a:lnTo>
                    <a:lnTo>
                      <a:pt x="557" y="1025"/>
                    </a:lnTo>
                    <a:lnTo>
                      <a:pt x="558" y="1026"/>
                    </a:lnTo>
                    <a:lnTo>
                      <a:pt x="560" y="1026"/>
                    </a:lnTo>
                    <a:lnTo>
                      <a:pt x="561" y="1027"/>
                    </a:lnTo>
                    <a:lnTo>
                      <a:pt x="563" y="1027"/>
                    </a:lnTo>
                    <a:lnTo>
                      <a:pt x="564" y="1027"/>
                    </a:lnTo>
                    <a:lnTo>
                      <a:pt x="566" y="1027"/>
                    </a:lnTo>
                    <a:lnTo>
                      <a:pt x="567" y="1028"/>
                    </a:lnTo>
                    <a:lnTo>
                      <a:pt x="568" y="1028"/>
                    </a:lnTo>
                    <a:lnTo>
                      <a:pt x="570" y="1028"/>
                    </a:lnTo>
                    <a:lnTo>
                      <a:pt x="571" y="1029"/>
                    </a:lnTo>
                    <a:lnTo>
                      <a:pt x="573" y="1029"/>
                    </a:lnTo>
                    <a:lnTo>
                      <a:pt x="574" y="1029"/>
                    </a:lnTo>
                    <a:lnTo>
                      <a:pt x="575" y="1029"/>
                    </a:lnTo>
                    <a:lnTo>
                      <a:pt x="577" y="1030"/>
                    </a:lnTo>
                    <a:lnTo>
                      <a:pt x="578" y="1030"/>
                    </a:lnTo>
                    <a:lnTo>
                      <a:pt x="580" y="1030"/>
                    </a:lnTo>
                    <a:lnTo>
                      <a:pt x="581" y="1031"/>
                    </a:lnTo>
                    <a:lnTo>
                      <a:pt x="582" y="1031"/>
                    </a:lnTo>
                    <a:lnTo>
                      <a:pt x="584" y="1030"/>
                    </a:lnTo>
                    <a:lnTo>
                      <a:pt x="585" y="1029"/>
                    </a:lnTo>
                    <a:lnTo>
                      <a:pt x="587" y="657"/>
                    </a:lnTo>
                    <a:lnTo>
                      <a:pt x="588" y="396"/>
                    </a:lnTo>
                    <a:lnTo>
                      <a:pt x="590" y="361"/>
                    </a:lnTo>
                    <a:lnTo>
                      <a:pt x="591" y="353"/>
                    </a:lnTo>
                    <a:lnTo>
                      <a:pt x="592" y="350"/>
                    </a:lnTo>
                    <a:lnTo>
                      <a:pt x="594" y="348"/>
                    </a:lnTo>
                    <a:lnTo>
                      <a:pt x="595" y="348"/>
                    </a:lnTo>
                    <a:lnTo>
                      <a:pt x="597" y="347"/>
                    </a:lnTo>
                    <a:lnTo>
                      <a:pt x="598" y="347"/>
                    </a:lnTo>
                    <a:lnTo>
                      <a:pt x="599" y="347"/>
                    </a:lnTo>
                    <a:lnTo>
                      <a:pt x="601" y="347"/>
                    </a:lnTo>
                    <a:lnTo>
                      <a:pt x="602" y="346"/>
                    </a:lnTo>
                    <a:lnTo>
                      <a:pt x="604" y="346"/>
                    </a:lnTo>
                    <a:lnTo>
                      <a:pt x="605" y="346"/>
                    </a:lnTo>
                    <a:lnTo>
                      <a:pt x="606" y="346"/>
                    </a:lnTo>
                    <a:lnTo>
                      <a:pt x="608" y="346"/>
                    </a:lnTo>
                    <a:lnTo>
                      <a:pt x="609" y="345"/>
                    </a:lnTo>
                    <a:lnTo>
                      <a:pt x="611" y="345"/>
                    </a:lnTo>
                    <a:lnTo>
                      <a:pt x="612" y="345"/>
                    </a:lnTo>
                    <a:lnTo>
                      <a:pt x="614" y="345"/>
                    </a:lnTo>
                    <a:lnTo>
                      <a:pt x="615" y="345"/>
                    </a:lnTo>
                    <a:lnTo>
                      <a:pt x="616" y="345"/>
                    </a:lnTo>
                    <a:lnTo>
                      <a:pt x="618" y="345"/>
                    </a:lnTo>
                    <a:lnTo>
                      <a:pt x="619" y="344"/>
                    </a:lnTo>
                    <a:lnTo>
                      <a:pt x="621" y="344"/>
                    </a:lnTo>
                    <a:lnTo>
                      <a:pt x="622" y="344"/>
                    </a:lnTo>
                    <a:lnTo>
                      <a:pt x="623" y="344"/>
                    </a:lnTo>
                    <a:lnTo>
                      <a:pt x="625" y="344"/>
                    </a:lnTo>
                    <a:lnTo>
                      <a:pt x="626" y="344"/>
                    </a:lnTo>
                    <a:lnTo>
                      <a:pt x="628" y="344"/>
                    </a:lnTo>
                    <a:lnTo>
                      <a:pt x="629" y="343"/>
                    </a:lnTo>
                    <a:lnTo>
                      <a:pt x="630" y="343"/>
                    </a:lnTo>
                    <a:lnTo>
                      <a:pt x="632" y="343"/>
                    </a:lnTo>
                    <a:lnTo>
                      <a:pt x="633" y="343"/>
                    </a:lnTo>
                    <a:lnTo>
                      <a:pt x="635" y="343"/>
                    </a:lnTo>
                    <a:lnTo>
                      <a:pt x="636" y="343"/>
                    </a:lnTo>
                    <a:lnTo>
                      <a:pt x="638" y="343"/>
                    </a:lnTo>
                    <a:lnTo>
                      <a:pt x="639" y="343"/>
                    </a:lnTo>
                    <a:lnTo>
                      <a:pt x="640" y="343"/>
                    </a:lnTo>
                    <a:lnTo>
                      <a:pt x="642" y="343"/>
                    </a:lnTo>
                    <a:lnTo>
                      <a:pt x="643" y="343"/>
                    </a:lnTo>
                    <a:lnTo>
                      <a:pt x="645" y="343"/>
                    </a:lnTo>
                    <a:lnTo>
                      <a:pt x="646" y="343"/>
                    </a:lnTo>
                    <a:lnTo>
                      <a:pt x="647" y="343"/>
                    </a:lnTo>
                    <a:lnTo>
                      <a:pt x="649" y="343"/>
                    </a:lnTo>
                    <a:lnTo>
                      <a:pt x="650" y="343"/>
                    </a:lnTo>
                    <a:lnTo>
                      <a:pt x="652" y="343"/>
                    </a:lnTo>
                    <a:lnTo>
                      <a:pt x="653" y="343"/>
                    </a:lnTo>
                    <a:lnTo>
                      <a:pt x="654" y="343"/>
                    </a:lnTo>
                    <a:lnTo>
                      <a:pt x="656" y="343"/>
                    </a:lnTo>
                    <a:lnTo>
                      <a:pt x="657" y="342"/>
                    </a:lnTo>
                    <a:lnTo>
                      <a:pt x="659" y="342"/>
                    </a:lnTo>
                    <a:lnTo>
                      <a:pt x="660" y="342"/>
                    </a:lnTo>
                    <a:lnTo>
                      <a:pt x="662" y="342"/>
                    </a:lnTo>
                    <a:lnTo>
                      <a:pt x="663" y="342"/>
                    </a:lnTo>
                    <a:lnTo>
                      <a:pt x="664" y="342"/>
                    </a:lnTo>
                    <a:lnTo>
                      <a:pt x="666" y="342"/>
                    </a:lnTo>
                    <a:lnTo>
                      <a:pt x="667" y="342"/>
                    </a:lnTo>
                    <a:lnTo>
                      <a:pt x="669" y="342"/>
                    </a:lnTo>
                    <a:lnTo>
                      <a:pt x="670" y="341"/>
                    </a:lnTo>
                    <a:lnTo>
                      <a:pt x="671" y="341"/>
                    </a:lnTo>
                    <a:lnTo>
                      <a:pt x="673" y="341"/>
                    </a:lnTo>
                    <a:lnTo>
                      <a:pt x="674" y="341"/>
                    </a:lnTo>
                    <a:lnTo>
                      <a:pt x="676" y="341"/>
                    </a:lnTo>
                    <a:lnTo>
                      <a:pt x="677" y="341"/>
                    </a:lnTo>
                    <a:lnTo>
                      <a:pt x="678" y="341"/>
                    </a:lnTo>
                    <a:lnTo>
                      <a:pt x="680" y="341"/>
                    </a:lnTo>
                    <a:lnTo>
                      <a:pt x="681" y="341"/>
                    </a:lnTo>
                    <a:lnTo>
                      <a:pt x="683" y="341"/>
                    </a:lnTo>
                    <a:lnTo>
                      <a:pt x="684" y="341"/>
                    </a:lnTo>
                    <a:lnTo>
                      <a:pt x="686" y="341"/>
                    </a:lnTo>
                    <a:lnTo>
                      <a:pt x="687" y="341"/>
                    </a:lnTo>
                    <a:lnTo>
                      <a:pt x="688" y="341"/>
                    </a:lnTo>
                    <a:lnTo>
                      <a:pt x="690" y="341"/>
                    </a:lnTo>
                    <a:lnTo>
                      <a:pt x="691" y="341"/>
                    </a:lnTo>
                    <a:lnTo>
                      <a:pt x="693" y="341"/>
                    </a:lnTo>
                    <a:lnTo>
                      <a:pt x="694" y="341"/>
                    </a:lnTo>
                    <a:lnTo>
                      <a:pt x="695" y="341"/>
                    </a:lnTo>
                    <a:lnTo>
                      <a:pt x="697" y="341"/>
                    </a:lnTo>
                    <a:lnTo>
                      <a:pt x="698" y="341"/>
                    </a:lnTo>
                    <a:lnTo>
                      <a:pt x="700" y="341"/>
                    </a:lnTo>
                    <a:lnTo>
                      <a:pt x="701" y="340"/>
                    </a:lnTo>
                    <a:lnTo>
                      <a:pt x="702" y="340"/>
                    </a:lnTo>
                    <a:lnTo>
                      <a:pt x="704" y="340"/>
                    </a:lnTo>
                    <a:lnTo>
                      <a:pt x="705" y="340"/>
                    </a:lnTo>
                    <a:lnTo>
                      <a:pt x="707" y="340"/>
                    </a:lnTo>
                    <a:lnTo>
                      <a:pt x="708" y="340"/>
                    </a:lnTo>
                    <a:lnTo>
                      <a:pt x="709" y="340"/>
                    </a:lnTo>
                    <a:lnTo>
                      <a:pt x="711" y="340"/>
                    </a:lnTo>
                    <a:lnTo>
                      <a:pt x="712" y="340"/>
                    </a:lnTo>
                    <a:lnTo>
                      <a:pt x="714" y="340"/>
                    </a:lnTo>
                    <a:lnTo>
                      <a:pt x="715" y="340"/>
                    </a:lnTo>
                    <a:lnTo>
                      <a:pt x="717" y="340"/>
                    </a:lnTo>
                    <a:lnTo>
                      <a:pt x="718" y="340"/>
                    </a:lnTo>
                    <a:lnTo>
                      <a:pt x="719" y="340"/>
                    </a:lnTo>
                    <a:lnTo>
                      <a:pt x="721" y="340"/>
                    </a:lnTo>
                    <a:lnTo>
                      <a:pt x="722" y="340"/>
                    </a:lnTo>
                    <a:lnTo>
                      <a:pt x="724" y="340"/>
                    </a:lnTo>
                    <a:lnTo>
                      <a:pt x="725" y="340"/>
                    </a:lnTo>
                    <a:lnTo>
                      <a:pt x="726" y="340"/>
                    </a:lnTo>
                    <a:lnTo>
                      <a:pt x="728" y="340"/>
                    </a:lnTo>
                    <a:lnTo>
                      <a:pt x="729" y="340"/>
                    </a:lnTo>
                    <a:lnTo>
                      <a:pt x="731" y="339"/>
                    </a:lnTo>
                    <a:lnTo>
                      <a:pt x="732" y="339"/>
                    </a:lnTo>
                    <a:lnTo>
                      <a:pt x="733" y="339"/>
                    </a:lnTo>
                    <a:lnTo>
                      <a:pt x="735" y="339"/>
                    </a:lnTo>
                    <a:lnTo>
                      <a:pt x="736" y="340"/>
                    </a:lnTo>
                    <a:lnTo>
                      <a:pt x="738" y="340"/>
                    </a:lnTo>
                    <a:lnTo>
                      <a:pt x="739" y="340"/>
                    </a:lnTo>
                    <a:lnTo>
                      <a:pt x="741" y="340"/>
                    </a:lnTo>
                    <a:lnTo>
                      <a:pt x="742" y="340"/>
                    </a:lnTo>
                    <a:lnTo>
                      <a:pt x="743" y="340"/>
                    </a:lnTo>
                    <a:lnTo>
                      <a:pt x="745" y="340"/>
                    </a:lnTo>
                    <a:lnTo>
                      <a:pt x="746" y="340"/>
                    </a:lnTo>
                    <a:lnTo>
                      <a:pt x="748" y="340"/>
                    </a:lnTo>
                    <a:lnTo>
                      <a:pt x="749" y="340"/>
                    </a:lnTo>
                    <a:lnTo>
                      <a:pt x="750" y="339"/>
                    </a:lnTo>
                    <a:lnTo>
                      <a:pt x="752" y="339"/>
                    </a:lnTo>
                    <a:lnTo>
                      <a:pt x="753" y="339"/>
                    </a:lnTo>
                    <a:lnTo>
                      <a:pt x="755" y="339"/>
                    </a:lnTo>
                    <a:lnTo>
                      <a:pt x="756" y="339"/>
                    </a:lnTo>
                    <a:lnTo>
                      <a:pt x="757" y="339"/>
                    </a:lnTo>
                    <a:lnTo>
                      <a:pt x="759" y="339"/>
                    </a:lnTo>
                    <a:lnTo>
                      <a:pt x="760" y="339"/>
                    </a:lnTo>
                    <a:lnTo>
                      <a:pt x="762" y="339"/>
                    </a:lnTo>
                    <a:lnTo>
                      <a:pt x="763" y="339"/>
                    </a:lnTo>
                    <a:lnTo>
                      <a:pt x="765" y="339"/>
                    </a:lnTo>
                    <a:lnTo>
                      <a:pt x="766" y="339"/>
                    </a:lnTo>
                    <a:lnTo>
                      <a:pt x="767" y="339"/>
                    </a:lnTo>
                    <a:lnTo>
                      <a:pt x="769" y="339"/>
                    </a:lnTo>
                    <a:lnTo>
                      <a:pt x="770" y="339"/>
                    </a:lnTo>
                    <a:lnTo>
                      <a:pt x="772" y="339"/>
                    </a:lnTo>
                    <a:lnTo>
                      <a:pt x="773" y="339"/>
                    </a:lnTo>
                    <a:lnTo>
                      <a:pt x="774" y="339"/>
                    </a:lnTo>
                    <a:lnTo>
                      <a:pt x="776" y="339"/>
                    </a:lnTo>
                    <a:lnTo>
                      <a:pt x="777" y="339"/>
                    </a:lnTo>
                    <a:lnTo>
                      <a:pt x="779" y="339"/>
                    </a:lnTo>
                    <a:lnTo>
                      <a:pt x="780" y="339"/>
                    </a:lnTo>
                    <a:lnTo>
                      <a:pt x="781" y="339"/>
                    </a:lnTo>
                    <a:lnTo>
                      <a:pt x="783" y="339"/>
                    </a:lnTo>
                    <a:lnTo>
                      <a:pt x="784" y="339"/>
                    </a:lnTo>
                    <a:lnTo>
                      <a:pt x="786" y="338"/>
                    </a:lnTo>
                    <a:lnTo>
                      <a:pt x="787" y="338"/>
                    </a:lnTo>
                    <a:lnTo>
                      <a:pt x="789" y="338"/>
                    </a:lnTo>
                    <a:lnTo>
                      <a:pt x="790" y="338"/>
                    </a:lnTo>
                    <a:lnTo>
                      <a:pt x="791" y="338"/>
                    </a:lnTo>
                    <a:lnTo>
                      <a:pt x="793" y="338"/>
                    </a:lnTo>
                    <a:lnTo>
                      <a:pt x="794" y="338"/>
                    </a:lnTo>
                    <a:lnTo>
                      <a:pt x="796" y="338"/>
                    </a:lnTo>
                    <a:lnTo>
                      <a:pt x="797" y="338"/>
                    </a:lnTo>
                    <a:lnTo>
                      <a:pt x="798" y="338"/>
                    </a:lnTo>
                    <a:lnTo>
                      <a:pt x="800" y="338"/>
                    </a:lnTo>
                    <a:lnTo>
                      <a:pt x="801" y="338"/>
                    </a:lnTo>
                    <a:lnTo>
                      <a:pt x="803" y="338"/>
                    </a:lnTo>
                    <a:lnTo>
                      <a:pt x="804" y="338"/>
                    </a:lnTo>
                    <a:lnTo>
                      <a:pt x="805" y="338"/>
                    </a:lnTo>
                    <a:lnTo>
                      <a:pt x="807" y="338"/>
                    </a:lnTo>
                    <a:lnTo>
                      <a:pt x="808" y="338"/>
                    </a:lnTo>
                    <a:lnTo>
                      <a:pt x="810" y="338"/>
                    </a:lnTo>
                    <a:lnTo>
                      <a:pt x="811" y="338"/>
                    </a:lnTo>
                    <a:lnTo>
                      <a:pt x="813" y="338"/>
                    </a:lnTo>
                    <a:lnTo>
                      <a:pt x="814" y="338"/>
                    </a:lnTo>
                    <a:lnTo>
                      <a:pt x="815" y="338"/>
                    </a:lnTo>
                    <a:lnTo>
                      <a:pt x="817" y="338"/>
                    </a:lnTo>
                    <a:lnTo>
                      <a:pt x="818" y="338"/>
                    </a:lnTo>
                    <a:lnTo>
                      <a:pt x="820" y="338"/>
                    </a:lnTo>
                    <a:lnTo>
                      <a:pt x="821" y="338"/>
                    </a:lnTo>
                    <a:lnTo>
                      <a:pt x="822" y="338"/>
                    </a:lnTo>
                    <a:lnTo>
                      <a:pt x="824" y="338"/>
                    </a:lnTo>
                    <a:lnTo>
                      <a:pt x="825" y="338"/>
                    </a:lnTo>
                    <a:lnTo>
                      <a:pt x="827" y="338"/>
                    </a:lnTo>
                    <a:lnTo>
                      <a:pt x="828" y="338"/>
                    </a:lnTo>
                    <a:lnTo>
                      <a:pt x="829" y="337"/>
                    </a:lnTo>
                    <a:lnTo>
                      <a:pt x="831" y="337"/>
                    </a:lnTo>
                    <a:lnTo>
                      <a:pt x="832" y="337"/>
                    </a:lnTo>
                    <a:lnTo>
                      <a:pt x="834" y="337"/>
                    </a:lnTo>
                    <a:lnTo>
                      <a:pt x="835" y="337"/>
                    </a:lnTo>
                    <a:lnTo>
                      <a:pt x="837" y="337"/>
                    </a:lnTo>
                    <a:lnTo>
                      <a:pt x="838" y="337"/>
                    </a:lnTo>
                    <a:lnTo>
                      <a:pt x="839" y="337"/>
                    </a:lnTo>
                    <a:lnTo>
                      <a:pt x="841" y="337"/>
                    </a:lnTo>
                    <a:lnTo>
                      <a:pt x="842" y="337"/>
                    </a:lnTo>
                    <a:lnTo>
                      <a:pt x="844" y="337"/>
                    </a:lnTo>
                    <a:lnTo>
                      <a:pt x="845" y="337"/>
                    </a:lnTo>
                    <a:lnTo>
                      <a:pt x="846" y="337"/>
                    </a:lnTo>
                    <a:lnTo>
                      <a:pt x="848" y="337"/>
                    </a:lnTo>
                    <a:lnTo>
                      <a:pt x="849" y="337"/>
                    </a:lnTo>
                    <a:lnTo>
                      <a:pt x="851" y="337"/>
                    </a:lnTo>
                    <a:lnTo>
                      <a:pt x="852" y="337"/>
                    </a:lnTo>
                    <a:lnTo>
                      <a:pt x="853" y="337"/>
                    </a:lnTo>
                    <a:lnTo>
                      <a:pt x="855" y="338"/>
                    </a:lnTo>
                    <a:lnTo>
                      <a:pt x="856" y="338"/>
                    </a:lnTo>
                    <a:lnTo>
                      <a:pt x="858" y="338"/>
                    </a:lnTo>
                    <a:lnTo>
                      <a:pt x="859" y="338"/>
                    </a:lnTo>
                    <a:lnTo>
                      <a:pt x="861" y="338"/>
                    </a:lnTo>
                    <a:lnTo>
                      <a:pt x="862" y="338"/>
                    </a:lnTo>
                    <a:lnTo>
                      <a:pt x="863" y="338"/>
                    </a:lnTo>
                    <a:lnTo>
                      <a:pt x="865" y="338"/>
                    </a:lnTo>
                    <a:lnTo>
                      <a:pt x="866" y="338"/>
                    </a:lnTo>
                    <a:lnTo>
                      <a:pt x="868" y="338"/>
                    </a:lnTo>
                    <a:lnTo>
                      <a:pt x="869" y="338"/>
                    </a:lnTo>
                    <a:lnTo>
                      <a:pt x="870" y="338"/>
                    </a:lnTo>
                    <a:lnTo>
                      <a:pt x="872" y="337"/>
                    </a:lnTo>
                    <a:lnTo>
                      <a:pt x="873" y="337"/>
                    </a:lnTo>
                    <a:lnTo>
                      <a:pt x="875" y="337"/>
                    </a:lnTo>
                    <a:lnTo>
                      <a:pt x="876" y="337"/>
                    </a:lnTo>
                    <a:lnTo>
                      <a:pt x="877" y="337"/>
                    </a:lnTo>
                    <a:lnTo>
                      <a:pt x="879" y="337"/>
                    </a:lnTo>
                    <a:lnTo>
                      <a:pt x="880" y="337"/>
                    </a:lnTo>
                    <a:lnTo>
                      <a:pt x="882" y="337"/>
                    </a:lnTo>
                    <a:lnTo>
                      <a:pt x="883" y="337"/>
                    </a:lnTo>
                    <a:lnTo>
                      <a:pt x="884" y="337"/>
                    </a:lnTo>
                    <a:lnTo>
                      <a:pt x="886" y="337"/>
                    </a:lnTo>
                    <a:lnTo>
                      <a:pt x="887" y="337"/>
                    </a:lnTo>
                    <a:lnTo>
                      <a:pt x="889" y="337"/>
                    </a:lnTo>
                    <a:lnTo>
                      <a:pt x="890" y="337"/>
                    </a:lnTo>
                    <a:lnTo>
                      <a:pt x="892" y="337"/>
                    </a:lnTo>
                    <a:lnTo>
                      <a:pt x="893" y="337"/>
                    </a:lnTo>
                    <a:lnTo>
                      <a:pt x="894" y="337"/>
                    </a:lnTo>
                    <a:lnTo>
                      <a:pt x="896" y="337"/>
                    </a:lnTo>
                    <a:lnTo>
                      <a:pt x="897" y="337"/>
                    </a:lnTo>
                    <a:lnTo>
                      <a:pt x="899" y="337"/>
                    </a:lnTo>
                    <a:lnTo>
                      <a:pt x="900" y="337"/>
                    </a:lnTo>
                    <a:lnTo>
                      <a:pt x="901" y="337"/>
                    </a:lnTo>
                    <a:lnTo>
                      <a:pt x="903" y="337"/>
                    </a:lnTo>
                    <a:lnTo>
                      <a:pt x="904" y="337"/>
                    </a:lnTo>
                    <a:lnTo>
                      <a:pt x="906" y="337"/>
                    </a:lnTo>
                    <a:lnTo>
                      <a:pt x="907" y="337"/>
                    </a:lnTo>
                    <a:lnTo>
                      <a:pt x="908" y="337"/>
                    </a:lnTo>
                    <a:lnTo>
                      <a:pt x="910" y="337"/>
                    </a:lnTo>
                    <a:lnTo>
                      <a:pt x="911" y="337"/>
                    </a:lnTo>
                    <a:lnTo>
                      <a:pt x="913" y="337"/>
                    </a:lnTo>
                    <a:lnTo>
                      <a:pt x="914" y="337"/>
                    </a:lnTo>
                    <a:lnTo>
                      <a:pt x="916" y="337"/>
                    </a:lnTo>
                    <a:lnTo>
                      <a:pt x="917" y="337"/>
                    </a:lnTo>
                    <a:lnTo>
                      <a:pt x="918" y="337"/>
                    </a:lnTo>
                    <a:lnTo>
                      <a:pt x="920" y="337"/>
                    </a:lnTo>
                    <a:lnTo>
                      <a:pt x="921" y="337"/>
                    </a:lnTo>
                    <a:lnTo>
                      <a:pt x="923" y="337"/>
                    </a:lnTo>
                    <a:lnTo>
                      <a:pt x="924" y="337"/>
                    </a:lnTo>
                    <a:lnTo>
                      <a:pt x="925" y="337"/>
                    </a:lnTo>
                    <a:lnTo>
                      <a:pt x="927" y="337"/>
                    </a:lnTo>
                    <a:lnTo>
                      <a:pt x="928" y="337"/>
                    </a:lnTo>
                    <a:lnTo>
                      <a:pt x="930" y="337"/>
                    </a:lnTo>
                    <a:lnTo>
                      <a:pt x="931" y="337"/>
                    </a:lnTo>
                    <a:lnTo>
                      <a:pt x="932" y="337"/>
                    </a:lnTo>
                    <a:lnTo>
                      <a:pt x="934" y="337"/>
                    </a:lnTo>
                    <a:lnTo>
                      <a:pt x="935" y="337"/>
                    </a:lnTo>
                    <a:lnTo>
                      <a:pt x="937" y="336"/>
                    </a:lnTo>
                    <a:lnTo>
                      <a:pt x="938" y="336"/>
                    </a:lnTo>
                    <a:lnTo>
                      <a:pt x="940" y="336"/>
                    </a:lnTo>
                    <a:lnTo>
                      <a:pt x="941" y="336"/>
                    </a:lnTo>
                    <a:lnTo>
                      <a:pt x="942" y="336"/>
                    </a:lnTo>
                    <a:lnTo>
                      <a:pt x="944" y="336"/>
                    </a:lnTo>
                    <a:lnTo>
                      <a:pt x="945" y="336"/>
                    </a:lnTo>
                    <a:lnTo>
                      <a:pt x="947" y="336"/>
                    </a:lnTo>
                    <a:lnTo>
                      <a:pt x="948" y="336"/>
                    </a:lnTo>
                    <a:lnTo>
                      <a:pt x="949" y="336"/>
                    </a:lnTo>
                    <a:lnTo>
                      <a:pt x="951" y="336"/>
                    </a:lnTo>
                    <a:lnTo>
                      <a:pt x="952" y="336"/>
                    </a:lnTo>
                    <a:lnTo>
                      <a:pt x="954" y="336"/>
                    </a:lnTo>
                    <a:lnTo>
                      <a:pt x="955" y="336"/>
                    </a:lnTo>
                    <a:lnTo>
                      <a:pt x="956" y="336"/>
                    </a:lnTo>
                    <a:lnTo>
                      <a:pt x="958" y="336"/>
                    </a:lnTo>
                    <a:lnTo>
                      <a:pt x="959" y="336"/>
                    </a:lnTo>
                    <a:lnTo>
                      <a:pt x="961" y="336"/>
                    </a:lnTo>
                    <a:lnTo>
                      <a:pt x="962" y="336"/>
                    </a:lnTo>
                    <a:lnTo>
                      <a:pt x="964" y="336"/>
                    </a:lnTo>
                    <a:lnTo>
                      <a:pt x="965" y="336"/>
                    </a:lnTo>
                    <a:lnTo>
                      <a:pt x="966" y="336"/>
                    </a:lnTo>
                    <a:lnTo>
                      <a:pt x="968" y="336"/>
                    </a:lnTo>
                    <a:lnTo>
                      <a:pt x="969" y="336"/>
                    </a:lnTo>
                    <a:lnTo>
                      <a:pt x="971" y="336"/>
                    </a:lnTo>
                    <a:lnTo>
                      <a:pt x="972" y="336"/>
                    </a:lnTo>
                    <a:lnTo>
                      <a:pt x="973" y="336"/>
                    </a:lnTo>
                    <a:lnTo>
                      <a:pt x="975" y="336"/>
                    </a:lnTo>
                    <a:lnTo>
                      <a:pt x="976" y="336"/>
                    </a:lnTo>
                    <a:lnTo>
                      <a:pt x="978" y="336"/>
                    </a:lnTo>
                    <a:lnTo>
                      <a:pt x="979" y="336"/>
                    </a:lnTo>
                    <a:lnTo>
                      <a:pt x="980" y="336"/>
                    </a:lnTo>
                    <a:lnTo>
                      <a:pt x="982" y="336"/>
                    </a:lnTo>
                    <a:lnTo>
                      <a:pt x="983" y="336"/>
                    </a:lnTo>
                    <a:lnTo>
                      <a:pt x="985" y="336"/>
                    </a:lnTo>
                    <a:lnTo>
                      <a:pt x="986" y="336"/>
                    </a:lnTo>
                    <a:lnTo>
                      <a:pt x="988" y="336"/>
                    </a:lnTo>
                    <a:lnTo>
                      <a:pt x="989" y="336"/>
                    </a:lnTo>
                    <a:lnTo>
                      <a:pt x="990" y="336"/>
                    </a:lnTo>
                    <a:lnTo>
                      <a:pt x="992" y="336"/>
                    </a:lnTo>
                    <a:lnTo>
                      <a:pt x="993" y="336"/>
                    </a:lnTo>
                    <a:lnTo>
                      <a:pt x="995" y="336"/>
                    </a:lnTo>
                    <a:lnTo>
                      <a:pt x="996" y="336"/>
                    </a:lnTo>
                    <a:lnTo>
                      <a:pt x="997" y="336"/>
                    </a:lnTo>
                    <a:lnTo>
                      <a:pt x="999" y="336"/>
                    </a:lnTo>
                    <a:lnTo>
                      <a:pt x="1000" y="336"/>
                    </a:lnTo>
                    <a:lnTo>
                      <a:pt x="1002" y="336"/>
                    </a:lnTo>
                    <a:lnTo>
                      <a:pt x="1003" y="336"/>
                    </a:lnTo>
                    <a:lnTo>
                      <a:pt x="1004" y="336"/>
                    </a:lnTo>
                    <a:lnTo>
                      <a:pt x="1006" y="336"/>
                    </a:lnTo>
                    <a:lnTo>
                      <a:pt x="1007" y="336"/>
                    </a:lnTo>
                    <a:lnTo>
                      <a:pt x="1009" y="336"/>
                    </a:lnTo>
                    <a:lnTo>
                      <a:pt x="1010" y="336"/>
                    </a:lnTo>
                    <a:lnTo>
                      <a:pt x="1012" y="336"/>
                    </a:lnTo>
                    <a:lnTo>
                      <a:pt x="1013" y="335"/>
                    </a:lnTo>
                    <a:lnTo>
                      <a:pt x="1014" y="335"/>
                    </a:lnTo>
                    <a:lnTo>
                      <a:pt x="1016" y="335"/>
                    </a:lnTo>
                    <a:lnTo>
                      <a:pt x="1017" y="335"/>
                    </a:lnTo>
                    <a:lnTo>
                      <a:pt x="1019" y="335"/>
                    </a:lnTo>
                    <a:lnTo>
                      <a:pt x="1020" y="335"/>
                    </a:lnTo>
                    <a:lnTo>
                      <a:pt x="1021" y="335"/>
                    </a:lnTo>
                    <a:lnTo>
                      <a:pt x="1023" y="335"/>
                    </a:lnTo>
                    <a:lnTo>
                      <a:pt x="1024" y="335"/>
                    </a:lnTo>
                    <a:lnTo>
                      <a:pt x="1026" y="335"/>
                    </a:lnTo>
                    <a:lnTo>
                      <a:pt x="1027" y="335"/>
                    </a:lnTo>
                    <a:lnTo>
                      <a:pt x="1028" y="335"/>
                    </a:lnTo>
                    <a:lnTo>
                      <a:pt x="1030" y="335"/>
                    </a:lnTo>
                    <a:lnTo>
                      <a:pt x="1031" y="335"/>
                    </a:lnTo>
                    <a:lnTo>
                      <a:pt x="1033" y="335"/>
                    </a:lnTo>
                    <a:lnTo>
                      <a:pt x="1034" y="335"/>
                    </a:lnTo>
                    <a:lnTo>
                      <a:pt x="1036" y="335"/>
                    </a:lnTo>
                    <a:lnTo>
                      <a:pt x="1037" y="335"/>
                    </a:lnTo>
                    <a:lnTo>
                      <a:pt x="1038" y="335"/>
                    </a:lnTo>
                    <a:lnTo>
                      <a:pt x="1040" y="335"/>
                    </a:lnTo>
                    <a:lnTo>
                      <a:pt x="1041" y="335"/>
                    </a:lnTo>
                    <a:lnTo>
                      <a:pt x="1043" y="335"/>
                    </a:lnTo>
                    <a:lnTo>
                      <a:pt x="1044" y="335"/>
                    </a:lnTo>
                    <a:lnTo>
                      <a:pt x="1045" y="335"/>
                    </a:lnTo>
                    <a:lnTo>
                      <a:pt x="1047" y="335"/>
                    </a:lnTo>
                    <a:lnTo>
                      <a:pt x="1048" y="335"/>
                    </a:lnTo>
                    <a:lnTo>
                      <a:pt x="1050" y="335"/>
                    </a:lnTo>
                    <a:lnTo>
                      <a:pt x="1051" y="335"/>
                    </a:lnTo>
                    <a:lnTo>
                      <a:pt x="1052" y="335"/>
                    </a:lnTo>
                    <a:lnTo>
                      <a:pt x="1054" y="335"/>
                    </a:lnTo>
                    <a:lnTo>
                      <a:pt x="1055" y="335"/>
                    </a:lnTo>
                    <a:lnTo>
                      <a:pt x="1057" y="335"/>
                    </a:lnTo>
                    <a:lnTo>
                      <a:pt x="1058" y="335"/>
                    </a:lnTo>
                    <a:lnTo>
                      <a:pt x="1059" y="335"/>
                    </a:lnTo>
                    <a:lnTo>
                      <a:pt x="1061" y="335"/>
                    </a:lnTo>
                    <a:lnTo>
                      <a:pt x="1062" y="335"/>
                    </a:lnTo>
                    <a:lnTo>
                      <a:pt x="1064" y="335"/>
                    </a:lnTo>
                    <a:lnTo>
                      <a:pt x="1065" y="335"/>
                    </a:lnTo>
                    <a:lnTo>
                      <a:pt x="1067" y="335"/>
                    </a:lnTo>
                    <a:lnTo>
                      <a:pt x="1068" y="335"/>
                    </a:lnTo>
                    <a:lnTo>
                      <a:pt x="1069" y="335"/>
                    </a:lnTo>
                    <a:lnTo>
                      <a:pt x="1071" y="335"/>
                    </a:lnTo>
                    <a:lnTo>
                      <a:pt x="1072" y="335"/>
                    </a:lnTo>
                    <a:lnTo>
                      <a:pt x="1074" y="335"/>
                    </a:lnTo>
                    <a:lnTo>
                      <a:pt x="1075" y="335"/>
                    </a:lnTo>
                    <a:lnTo>
                      <a:pt x="1076" y="334"/>
                    </a:lnTo>
                    <a:lnTo>
                      <a:pt x="1078" y="334"/>
                    </a:lnTo>
                    <a:lnTo>
                      <a:pt x="1079" y="334"/>
                    </a:lnTo>
                    <a:lnTo>
                      <a:pt x="1081" y="334"/>
                    </a:lnTo>
                    <a:lnTo>
                      <a:pt x="1082" y="334"/>
                    </a:lnTo>
                    <a:lnTo>
                      <a:pt x="1083" y="334"/>
                    </a:lnTo>
                    <a:lnTo>
                      <a:pt x="1085" y="334"/>
                    </a:lnTo>
                    <a:lnTo>
                      <a:pt x="1086" y="334"/>
                    </a:lnTo>
                    <a:lnTo>
                      <a:pt x="1088" y="334"/>
                    </a:lnTo>
                    <a:lnTo>
                      <a:pt x="1089" y="334"/>
                    </a:lnTo>
                    <a:lnTo>
                      <a:pt x="1091" y="334"/>
                    </a:lnTo>
                    <a:lnTo>
                      <a:pt x="1092" y="334"/>
                    </a:lnTo>
                    <a:lnTo>
                      <a:pt x="1093" y="334"/>
                    </a:lnTo>
                    <a:lnTo>
                      <a:pt x="1095" y="334"/>
                    </a:lnTo>
                    <a:lnTo>
                      <a:pt x="1096" y="334"/>
                    </a:lnTo>
                    <a:lnTo>
                      <a:pt x="1098" y="334"/>
                    </a:lnTo>
                    <a:lnTo>
                      <a:pt x="1099" y="334"/>
                    </a:lnTo>
                    <a:lnTo>
                      <a:pt x="1100" y="334"/>
                    </a:lnTo>
                    <a:lnTo>
                      <a:pt x="1102" y="334"/>
                    </a:lnTo>
                    <a:lnTo>
                      <a:pt x="1103" y="334"/>
                    </a:lnTo>
                    <a:lnTo>
                      <a:pt x="1105" y="334"/>
                    </a:lnTo>
                    <a:lnTo>
                      <a:pt x="1106" y="334"/>
                    </a:lnTo>
                    <a:lnTo>
                      <a:pt x="1107" y="334"/>
                    </a:lnTo>
                    <a:lnTo>
                      <a:pt x="1109" y="334"/>
                    </a:lnTo>
                    <a:lnTo>
                      <a:pt x="1110" y="334"/>
                    </a:lnTo>
                    <a:lnTo>
                      <a:pt x="1112" y="334"/>
                    </a:lnTo>
                    <a:lnTo>
                      <a:pt x="1113" y="334"/>
                    </a:lnTo>
                    <a:lnTo>
                      <a:pt x="1115" y="334"/>
                    </a:lnTo>
                    <a:lnTo>
                      <a:pt x="1116" y="334"/>
                    </a:lnTo>
                    <a:lnTo>
                      <a:pt x="1117" y="334"/>
                    </a:lnTo>
                    <a:lnTo>
                      <a:pt x="1119" y="334"/>
                    </a:lnTo>
                    <a:lnTo>
                      <a:pt x="1120" y="334"/>
                    </a:lnTo>
                    <a:lnTo>
                      <a:pt x="1122" y="334"/>
                    </a:lnTo>
                    <a:lnTo>
                      <a:pt x="1123" y="334"/>
                    </a:lnTo>
                    <a:lnTo>
                      <a:pt x="1124" y="334"/>
                    </a:lnTo>
                    <a:lnTo>
                      <a:pt x="1126" y="334"/>
                    </a:lnTo>
                    <a:lnTo>
                      <a:pt x="1127" y="334"/>
                    </a:lnTo>
                    <a:lnTo>
                      <a:pt x="1129" y="334"/>
                    </a:lnTo>
                    <a:lnTo>
                      <a:pt x="1130" y="334"/>
                    </a:lnTo>
                    <a:lnTo>
                      <a:pt x="1131" y="334"/>
                    </a:lnTo>
                    <a:lnTo>
                      <a:pt x="1133" y="333"/>
                    </a:lnTo>
                    <a:lnTo>
                      <a:pt x="1134" y="333"/>
                    </a:lnTo>
                    <a:lnTo>
                      <a:pt x="1136" y="333"/>
                    </a:lnTo>
                    <a:lnTo>
                      <a:pt x="1137" y="333"/>
                    </a:lnTo>
                    <a:lnTo>
                      <a:pt x="1139" y="333"/>
                    </a:lnTo>
                    <a:lnTo>
                      <a:pt x="1140" y="333"/>
                    </a:lnTo>
                    <a:lnTo>
                      <a:pt x="1141" y="333"/>
                    </a:lnTo>
                    <a:lnTo>
                      <a:pt x="1143" y="333"/>
                    </a:lnTo>
                    <a:lnTo>
                      <a:pt x="1144" y="333"/>
                    </a:lnTo>
                    <a:lnTo>
                      <a:pt x="1146" y="333"/>
                    </a:lnTo>
                    <a:lnTo>
                      <a:pt x="1147" y="333"/>
                    </a:lnTo>
                    <a:lnTo>
                      <a:pt x="1148" y="333"/>
                    </a:lnTo>
                    <a:lnTo>
                      <a:pt x="1150" y="333"/>
                    </a:lnTo>
                    <a:lnTo>
                      <a:pt x="1151" y="333"/>
                    </a:lnTo>
                    <a:lnTo>
                      <a:pt x="1153" y="333"/>
                    </a:lnTo>
                    <a:lnTo>
                      <a:pt x="1154" y="333"/>
                    </a:lnTo>
                    <a:lnTo>
                      <a:pt x="1155" y="333"/>
                    </a:lnTo>
                    <a:lnTo>
                      <a:pt x="1157" y="333"/>
                    </a:lnTo>
                    <a:lnTo>
                      <a:pt x="1158" y="333"/>
                    </a:lnTo>
                    <a:lnTo>
                      <a:pt x="1160" y="333"/>
                    </a:lnTo>
                    <a:lnTo>
                      <a:pt x="1161" y="333"/>
                    </a:lnTo>
                    <a:lnTo>
                      <a:pt x="1163" y="333"/>
                    </a:lnTo>
                    <a:lnTo>
                      <a:pt x="1164" y="333"/>
                    </a:lnTo>
                    <a:lnTo>
                      <a:pt x="1165" y="333"/>
                    </a:lnTo>
                    <a:lnTo>
                      <a:pt x="1167" y="333"/>
                    </a:lnTo>
                    <a:lnTo>
                      <a:pt x="1168" y="333"/>
                    </a:lnTo>
                    <a:lnTo>
                      <a:pt x="1170" y="333"/>
                    </a:lnTo>
                    <a:lnTo>
                      <a:pt x="1171" y="332"/>
                    </a:lnTo>
                    <a:lnTo>
                      <a:pt x="1172" y="332"/>
                    </a:lnTo>
                    <a:lnTo>
                      <a:pt x="1174" y="332"/>
                    </a:lnTo>
                    <a:lnTo>
                      <a:pt x="1175" y="332"/>
                    </a:lnTo>
                    <a:lnTo>
                      <a:pt x="1177" y="332"/>
                    </a:lnTo>
                    <a:lnTo>
                      <a:pt x="1178" y="332"/>
                    </a:lnTo>
                    <a:lnTo>
                      <a:pt x="1179" y="332"/>
                    </a:lnTo>
                    <a:lnTo>
                      <a:pt x="1181" y="332"/>
                    </a:lnTo>
                    <a:lnTo>
                      <a:pt x="1182" y="332"/>
                    </a:lnTo>
                    <a:lnTo>
                      <a:pt x="1184" y="332"/>
                    </a:lnTo>
                    <a:lnTo>
                      <a:pt x="1185" y="332"/>
                    </a:lnTo>
                    <a:lnTo>
                      <a:pt x="1187" y="331"/>
                    </a:lnTo>
                    <a:lnTo>
                      <a:pt x="1188" y="331"/>
                    </a:lnTo>
                    <a:lnTo>
                      <a:pt x="1189" y="331"/>
                    </a:lnTo>
                    <a:lnTo>
                      <a:pt x="1191" y="331"/>
                    </a:lnTo>
                    <a:lnTo>
                      <a:pt x="1192" y="331"/>
                    </a:lnTo>
                    <a:lnTo>
                      <a:pt x="1194" y="331"/>
                    </a:lnTo>
                    <a:lnTo>
                      <a:pt x="1195" y="331"/>
                    </a:lnTo>
                    <a:lnTo>
                      <a:pt x="1196" y="331"/>
                    </a:lnTo>
                    <a:lnTo>
                      <a:pt x="1198" y="331"/>
                    </a:lnTo>
                    <a:lnTo>
                      <a:pt x="1199" y="331"/>
                    </a:lnTo>
                    <a:lnTo>
                      <a:pt x="1201" y="331"/>
                    </a:lnTo>
                    <a:lnTo>
                      <a:pt x="1202" y="331"/>
                    </a:lnTo>
                    <a:lnTo>
                      <a:pt x="1203" y="331"/>
                    </a:lnTo>
                    <a:lnTo>
                      <a:pt x="1205" y="331"/>
                    </a:lnTo>
                    <a:lnTo>
                      <a:pt x="1206" y="331"/>
                    </a:lnTo>
                    <a:lnTo>
                      <a:pt x="1208" y="331"/>
                    </a:lnTo>
                    <a:lnTo>
                      <a:pt x="1209" y="331"/>
                    </a:lnTo>
                    <a:lnTo>
                      <a:pt x="1211" y="331"/>
                    </a:lnTo>
                    <a:lnTo>
                      <a:pt x="1212" y="331"/>
                    </a:lnTo>
                    <a:lnTo>
                      <a:pt x="1213" y="331"/>
                    </a:lnTo>
                    <a:lnTo>
                      <a:pt x="1215" y="331"/>
                    </a:lnTo>
                    <a:lnTo>
                      <a:pt x="1216" y="331"/>
                    </a:lnTo>
                    <a:lnTo>
                      <a:pt x="1218" y="331"/>
                    </a:lnTo>
                    <a:lnTo>
                      <a:pt x="1219" y="331"/>
                    </a:lnTo>
                    <a:lnTo>
                      <a:pt x="1220" y="331"/>
                    </a:lnTo>
                    <a:lnTo>
                      <a:pt x="1222" y="331"/>
                    </a:lnTo>
                    <a:lnTo>
                      <a:pt x="1223" y="331"/>
                    </a:lnTo>
                    <a:lnTo>
                      <a:pt x="1225" y="331"/>
                    </a:lnTo>
                    <a:lnTo>
                      <a:pt x="1226" y="331"/>
                    </a:lnTo>
                    <a:lnTo>
                      <a:pt x="1227" y="331"/>
                    </a:lnTo>
                    <a:lnTo>
                      <a:pt x="1229" y="331"/>
                    </a:lnTo>
                    <a:lnTo>
                      <a:pt x="1230" y="331"/>
                    </a:lnTo>
                    <a:lnTo>
                      <a:pt x="1232" y="331"/>
                    </a:lnTo>
                    <a:lnTo>
                      <a:pt x="1233" y="331"/>
                    </a:lnTo>
                    <a:lnTo>
                      <a:pt x="1234" y="331"/>
                    </a:lnTo>
                    <a:lnTo>
                      <a:pt x="1236" y="331"/>
                    </a:lnTo>
                    <a:lnTo>
                      <a:pt x="1237" y="331"/>
                    </a:lnTo>
                    <a:lnTo>
                      <a:pt x="1239" y="331"/>
                    </a:lnTo>
                    <a:lnTo>
                      <a:pt x="1240" y="331"/>
                    </a:lnTo>
                    <a:lnTo>
                      <a:pt x="1242" y="331"/>
                    </a:lnTo>
                    <a:lnTo>
                      <a:pt x="1243" y="331"/>
                    </a:lnTo>
                    <a:lnTo>
                      <a:pt x="1244" y="331"/>
                    </a:lnTo>
                    <a:lnTo>
                      <a:pt x="1246" y="331"/>
                    </a:lnTo>
                    <a:lnTo>
                      <a:pt x="1247" y="331"/>
                    </a:lnTo>
                    <a:lnTo>
                      <a:pt x="1249" y="331"/>
                    </a:lnTo>
                    <a:lnTo>
                      <a:pt x="1250" y="331"/>
                    </a:lnTo>
                    <a:lnTo>
                      <a:pt x="1251" y="331"/>
                    </a:lnTo>
                    <a:lnTo>
                      <a:pt x="1253" y="330"/>
                    </a:lnTo>
                    <a:lnTo>
                      <a:pt x="1254" y="330"/>
                    </a:lnTo>
                    <a:lnTo>
                      <a:pt x="1256" y="330"/>
                    </a:lnTo>
                    <a:lnTo>
                      <a:pt x="1257" y="330"/>
                    </a:lnTo>
                    <a:lnTo>
                      <a:pt x="1258" y="330"/>
                    </a:lnTo>
                    <a:lnTo>
                      <a:pt x="1260" y="331"/>
                    </a:lnTo>
                    <a:lnTo>
                      <a:pt x="1261" y="331"/>
                    </a:lnTo>
                    <a:lnTo>
                      <a:pt x="1263" y="331"/>
                    </a:lnTo>
                    <a:lnTo>
                      <a:pt x="1264" y="331"/>
                    </a:lnTo>
                    <a:lnTo>
                      <a:pt x="1266" y="331"/>
                    </a:lnTo>
                    <a:lnTo>
                      <a:pt x="1267" y="331"/>
                    </a:lnTo>
                    <a:lnTo>
                      <a:pt x="1268" y="331"/>
                    </a:lnTo>
                    <a:lnTo>
                      <a:pt x="1270" y="331"/>
                    </a:lnTo>
                    <a:lnTo>
                      <a:pt x="1271" y="331"/>
                    </a:lnTo>
                    <a:lnTo>
                      <a:pt x="1273" y="331"/>
                    </a:lnTo>
                    <a:lnTo>
                      <a:pt x="1274" y="331"/>
                    </a:lnTo>
                    <a:lnTo>
                      <a:pt x="1275" y="331"/>
                    </a:lnTo>
                    <a:lnTo>
                      <a:pt x="1277" y="331"/>
                    </a:lnTo>
                    <a:lnTo>
                      <a:pt x="1278" y="331"/>
                    </a:lnTo>
                    <a:lnTo>
                      <a:pt x="1280" y="331"/>
                    </a:lnTo>
                    <a:lnTo>
                      <a:pt x="1281" y="331"/>
                    </a:lnTo>
                    <a:lnTo>
                      <a:pt x="1282" y="331"/>
                    </a:lnTo>
                    <a:lnTo>
                      <a:pt x="1284" y="331"/>
                    </a:lnTo>
                    <a:lnTo>
                      <a:pt x="1285" y="331"/>
                    </a:lnTo>
                    <a:lnTo>
                      <a:pt x="1287" y="331"/>
                    </a:lnTo>
                    <a:lnTo>
                      <a:pt x="1288" y="331"/>
                    </a:lnTo>
                    <a:lnTo>
                      <a:pt x="1290" y="331"/>
                    </a:lnTo>
                    <a:lnTo>
                      <a:pt x="1291" y="331"/>
                    </a:lnTo>
                    <a:lnTo>
                      <a:pt x="1292" y="331"/>
                    </a:lnTo>
                    <a:lnTo>
                      <a:pt x="1294" y="331"/>
                    </a:lnTo>
                    <a:lnTo>
                      <a:pt x="1295" y="331"/>
                    </a:lnTo>
                    <a:lnTo>
                      <a:pt x="1297" y="331"/>
                    </a:lnTo>
                    <a:lnTo>
                      <a:pt x="1298" y="331"/>
                    </a:lnTo>
                    <a:lnTo>
                      <a:pt x="1299" y="331"/>
                    </a:lnTo>
                    <a:lnTo>
                      <a:pt x="1301" y="331"/>
                    </a:lnTo>
                    <a:lnTo>
                      <a:pt x="1302" y="331"/>
                    </a:lnTo>
                    <a:lnTo>
                      <a:pt x="1304" y="331"/>
                    </a:lnTo>
                    <a:lnTo>
                      <a:pt x="1305" y="331"/>
                    </a:lnTo>
                    <a:lnTo>
                      <a:pt x="1306" y="331"/>
                    </a:lnTo>
                    <a:lnTo>
                      <a:pt x="1308" y="331"/>
                    </a:lnTo>
                    <a:lnTo>
                      <a:pt x="1309" y="331"/>
                    </a:lnTo>
                    <a:lnTo>
                      <a:pt x="1311" y="331"/>
                    </a:lnTo>
                    <a:lnTo>
                      <a:pt x="1312" y="330"/>
                    </a:lnTo>
                    <a:lnTo>
                      <a:pt x="1314" y="331"/>
                    </a:lnTo>
                    <a:lnTo>
                      <a:pt x="1315" y="331"/>
                    </a:lnTo>
                    <a:lnTo>
                      <a:pt x="1316" y="331"/>
                    </a:lnTo>
                    <a:lnTo>
                      <a:pt x="1318" y="331"/>
                    </a:lnTo>
                    <a:lnTo>
                      <a:pt x="1319" y="331"/>
                    </a:lnTo>
                    <a:lnTo>
                      <a:pt x="1321" y="331"/>
                    </a:lnTo>
                    <a:lnTo>
                      <a:pt x="1322" y="331"/>
                    </a:lnTo>
                    <a:lnTo>
                      <a:pt x="1323" y="331"/>
                    </a:lnTo>
                    <a:lnTo>
                      <a:pt x="1325" y="330"/>
                    </a:lnTo>
                    <a:lnTo>
                      <a:pt x="1326" y="330"/>
                    </a:lnTo>
                    <a:lnTo>
                      <a:pt x="1328" y="330"/>
                    </a:lnTo>
                    <a:lnTo>
                      <a:pt x="1329" y="330"/>
                    </a:lnTo>
                    <a:lnTo>
                      <a:pt x="1330" y="330"/>
                    </a:lnTo>
                    <a:lnTo>
                      <a:pt x="1332" y="330"/>
                    </a:lnTo>
                    <a:lnTo>
                      <a:pt x="1333" y="330"/>
                    </a:lnTo>
                    <a:lnTo>
                      <a:pt x="1335" y="330"/>
                    </a:lnTo>
                    <a:lnTo>
                      <a:pt x="1336" y="330"/>
                    </a:lnTo>
                    <a:lnTo>
                      <a:pt x="1338" y="330"/>
                    </a:lnTo>
                    <a:lnTo>
                      <a:pt x="1339" y="330"/>
                    </a:lnTo>
                    <a:lnTo>
                      <a:pt x="1340" y="330"/>
                    </a:lnTo>
                    <a:lnTo>
                      <a:pt x="1342" y="330"/>
                    </a:lnTo>
                    <a:lnTo>
                      <a:pt x="1343" y="330"/>
                    </a:lnTo>
                    <a:lnTo>
                      <a:pt x="1345" y="330"/>
                    </a:lnTo>
                    <a:lnTo>
                      <a:pt x="1346" y="330"/>
                    </a:lnTo>
                    <a:lnTo>
                      <a:pt x="1347" y="330"/>
                    </a:lnTo>
                    <a:lnTo>
                      <a:pt x="1349" y="330"/>
                    </a:lnTo>
                    <a:lnTo>
                      <a:pt x="1350" y="330"/>
                    </a:lnTo>
                    <a:lnTo>
                      <a:pt x="1352" y="330"/>
                    </a:lnTo>
                    <a:lnTo>
                      <a:pt x="1353" y="330"/>
                    </a:lnTo>
                    <a:lnTo>
                      <a:pt x="1354" y="330"/>
                    </a:lnTo>
                    <a:lnTo>
                      <a:pt x="1356" y="331"/>
                    </a:lnTo>
                    <a:lnTo>
                      <a:pt x="1357" y="330"/>
                    </a:lnTo>
                    <a:lnTo>
                      <a:pt x="1359" y="330"/>
                    </a:lnTo>
                    <a:lnTo>
                      <a:pt x="1360" y="330"/>
                    </a:lnTo>
                    <a:lnTo>
                      <a:pt x="1362" y="330"/>
                    </a:lnTo>
                    <a:lnTo>
                      <a:pt x="1363" y="330"/>
                    </a:lnTo>
                    <a:lnTo>
                      <a:pt x="1364" y="330"/>
                    </a:lnTo>
                    <a:lnTo>
                      <a:pt x="1366" y="331"/>
                    </a:lnTo>
                    <a:lnTo>
                      <a:pt x="1367" y="331"/>
                    </a:lnTo>
                    <a:lnTo>
                      <a:pt x="1369" y="331"/>
                    </a:lnTo>
                    <a:lnTo>
                      <a:pt x="1370" y="330"/>
                    </a:lnTo>
                    <a:lnTo>
                      <a:pt x="1371" y="331"/>
                    </a:lnTo>
                    <a:lnTo>
                      <a:pt x="1373" y="331"/>
                    </a:lnTo>
                    <a:lnTo>
                      <a:pt x="1374" y="331"/>
                    </a:lnTo>
                    <a:lnTo>
                      <a:pt x="1376" y="331"/>
                    </a:lnTo>
                    <a:lnTo>
                      <a:pt x="1377" y="331"/>
                    </a:lnTo>
                    <a:lnTo>
                      <a:pt x="1378" y="331"/>
                    </a:lnTo>
                    <a:lnTo>
                      <a:pt x="1380" y="331"/>
                    </a:lnTo>
                    <a:lnTo>
                      <a:pt x="1381" y="331"/>
                    </a:lnTo>
                    <a:lnTo>
                      <a:pt x="1383" y="331"/>
                    </a:lnTo>
                    <a:lnTo>
                      <a:pt x="1384" y="331"/>
                    </a:lnTo>
                    <a:lnTo>
                      <a:pt x="1386" y="330"/>
                    </a:lnTo>
                    <a:lnTo>
                      <a:pt x="1387" y="330"/>
                    </a:lnTo>
                    <a:lnTo>
                      <a:pt x="1388" y="330"/>
                    </a:lnTo>
                    <a:lnTo>
                      <a:pt x="1390" y="330"/>
                    </a:lnTo>
                    <a:lnTo>
                      <a:pt x="1391" y="330"/>
                    </a:lnTo>
                    <a:lnTo>
                      <a:pt x="1393" y="330"/>
                    </a:lnTo>
                    <a:lnTo>
                      <a:pt x="1394" y="330"/>
                    </a:lnTo>
                    <a:lnTo>
                      <a:pt x="1395" y="330"/>
                    </a:lnTo>
                    <a:lnTo>
                      <a:pt x="1397" y="330"/>
                    </a:lnTo>
                    <a:lnTo>
                      <a:pt x="1398" y="330"/>
                    </a:lnTo>
                    <a:lnTo>
                      <a:pt x="1400" y="330"/>
                    </a:lnTo>
                    <a:lnTo>
                      <a:pt x="1401" y="330"/>
                    </a:lnTo>
                    <a:lnTo>
                      <a:pt x="1402" y="330"/>
                    </a:lnTo>
                    <a:lnTo>
                      <a:pt x="1404" y="330"/>
                    </a:lnTo>
                    <a:lnTo>
                      <a:pt x="1405" y="330"/>
                    </a:lnTo>
                    <a:lnTo>
                      <a:pt x="1407" y="330"/>
                    </a:lnTo>
                    <a:lnTo>
                      <a:pt x="1408" y="330"/>
                    </a:lnTo>
                    <a:lnTo>
                      <a:pt x="1409" y="330"/>
                    </a:lnTo>
                    <a:lnTo>
                      <a:pt x="1411" y="330"/>
                    </a:lnTo>
                    <a:lnTo>
                      <a:pt x="1412" y="330"/>
                    </a:lnTo>
                    <a:lnTo>
                      <a:pt x="1414" y="330"/>
                    </a:lnTo>
                    <a:lnTo>
                      <a:pt x="1415" y="330"/>
                    </a:lnTo>
                    <a:lnTo>
                      <a:pt x="1417" y="330"/>
                    </a:lnTo>
                    <a:lnTo>
                      <a:pt x="1418" y="330"/>
                    </a:lnTo>
                    <a:lnTo>
                      <a:pt x="1419" y="330"/>
                    </a:lnTo>
                    <a:lnTo>
                      <a:pt x="1421" y="330"/>
                    </a:lnTo>
                    <a:lnTo>
                      <a:pt x="1422" y="330"/>
                    </a:lnTo>
                    <a:lnTo>
                      <a:pt x="1424" y="330"/>
                    </a:lnTo>
                    <a:lnTo>
                      <a:pt x="1425" y="330"/>
                    </a:lnTo>
                    <a:lnTo>
                      <a:pt x="1426" y="330"/>
                    </a:lnTo>
                    <a:lnTo>
                      <a:pt x="1428" y="330"/>
                    </a:lnTo>
                    <a:lnTo>
                      <a:pt x="1429" y="330"/>
                    </a:lnTo>
                    <a:lnTo>
                      <a:pt x="1431" y="330"/>
                    </a:lnTo>
                    <a:lnTo>
                      <a:pt x="1432" y="330"/>
                    </a:lnTo>
                    <a:lnTo>
                      <a:pt x="1433" y="330"/>
                    </a:lnTo>
                    <a:lnTo>
                      <a:pt x="1435" y="330"/>
                    </a:lnTo>
                    <a:lnTo>
                      <a:pt x="1436" y="330"/>
                    </a:lnTo>
                    <a:lnTo>
                      <a:pt x="1438" y="330"/>
                    </a:lnTo>
                    <a:lnTo>
                      <a:pt x="1439" y="330"/>
                    </a:lnTo>
                    <a:lnTo>
                      <a:pt x="1441" y="330"/>
                    </a:lnTo>
                    <a:lnTo>
                      <a:pt x="1442" y="330"/>
                    </a:lnTo>
                    <a:lnTo>
                      <a:pt x="1443" y="330"/>
                    </a:lnTo>
                    <a:lnTo>
                      <a:pt x="1445" y="330"/>
                    </a:lnTo>
                    <a:lnTo>
                      <a:pt x="1446" y="330"/>
                    </a:lnTo>
                    <a:lnTo>
                      <a:pt x="1448" y="330"/>
                    </a:lnTo>
                    <a:lnTo>
                      <a:pt x="1449" y="330"/>
                    </a:lnTo>
                    <a:lnTo>
                      <a:pt x="1450" y="330"/>
                    </a:lnTo>
                    <a:lnTo>
                      <a:pt x="1452" y="330"/>
                    </a:lnTo>
                    <a:lnTo>
                      <a:pt x="1453" y="330"/>
                    </a:lnTo>
                    <a:lnTo>
                      <a:pt x="1455" y="330"/>
                    </a:lnTo>
                    <a:lnTo>
                      <a:pt x="1456" y="330"/>
                    </a:lnTo>
                    <a:lnTo>
                      <a:pt x="1457" y="330"/>
                    </a:lnTo>
                    <a:lnTo>
                      <a:pt x="1459" y="330"/>
                    </a:lnTo>
                    <a:lnTo>
                      <a:pt x="1460" y="330"/>
                    </a:lnTo>
                    <a:lnTo>
                      <a:pt x="1462" y="330"/>
                    </a:lnTo>
                    <a:lnTo>
                      <a:pt x="1463" y="330"/>
                    </a:lnTo>
                    <a:lnTo>
                      <a:pt x="1465" y="330"/>
                    </a:lnTo>
                    <a:lnTo>
                      <a:pt x="1466" y="330"/>
                    </a:lnTo>
                    <a:lnTo>
                      <a:pt x="1467" y="330"/>
                    </a:lnTo>
                    <a:lnTo>
                      <a:pt x="1469" y="330"/>
                    </a:lnTo>
                    <a:lnTo>
                      <a:pt x="1470" y="330"/>
                    </a:lnTo>
                    <a:lnTo>
                      <a:pt x="1472" y="330"/>
                    </a:lnTo>
                    <a:lnTo>
                      <a:pt x="1473" y="330"/>
                    </a:lnTo>
                    <a:lnTo>
                      <a:pt x="1474" y="330"/>
                    </a:lnTo>
                    <a:lnTo>
                      <a:pt x="1476" y="330"/>
                    </a:lnTo>
                    <a:lnTo>
                      <a:pt x="1477" y="330"/>
                    </a:lnTo>
                    <a:lnTo>
                      <a:pt x="1479" y="330"/>
                    </a:lnTo>
                    <a:lnTo>
                      <a:pt x="1480" y="330"/>
                    </a:lnTo>
                    <a:lnTo>
                      <a:pt x="1481" y="330"/>
                    </a:lnTo>
                    <a:lnTo>
                      <a:pt x="1483" y="330"/>
                    </a:lnTo>
                    <a:lnTo>
                      <a:pt x="1484" y="330"/>
                    </a:lnTo>
                    <a:lnTo>
                      <a:pt x="1486" y="330"/>
                    </a:lnTo>
                    <a:lnTo>
                      <a:pt x="1487" y="330"/>
                    </a:lnTo>
                    <a:lnTo>
                      <a:pt x="1489" y="330"/>
                    </a:lnTo>
                    <a:lnTo>
                      <a:pt x="1490" y="330"/>
                    </a:lnTo>
                    <a:lnTo>
                      <a:pt x="1491" y="330"/>
                    </a:lnTo>
                    <a:lnTo>
                      <a:pt x="1493" y="330"/>
                    </a:lnTo>
                    <a:lnTo>
                      <a:pt x="1494" y="329"/>
                    </a:lnTo>
                    <a:lnTo>
                      <a:pt x="1496" y="330"/>
                    </a:lnTo>
                    <a:lnTo>
                      <a:pt x="1497" y="330"/>
                    </a:lnTo>
                    <a:lnTo>
                      <a:pt x="1498" y="330"/>
                    </a:lnTo>
                    <a:lnTo>
                      <a:pt x="1500" y="330"/>
                    </a:lnTo>
                    <a:lnTo>
                      <a:pt x="1501" y="330"/>
                    </a:lnTo>
                    <a:lnTo>
                      <a:pt x="1503" y="330"/>
                    </a:lnTo>
                    <a:lnTo>
                      <a:pt x="1504" y="330"/>
                    </a:lnTo>
                    <a:lnTo>
                      <a:pt x="1505" y="330"/>
                    </a:lnTo>
                    <a:lnTo>
                      <a:pt x="1507" y="330"/>
                    </a:lnTo>
                    <a:lnTo>
                      <a:pt x="1508" y="330"/>
                    </a:lnTo>
                    <a:lnTo>
                      <a:pt x="1510" y="330"/>
                    </a:lnTo>
                    <a:lnTo>
                      <a:pt x="1511" y="330"/>
                    </a:lnTo>
                    <a:lnTo>
                      <a:pt x="1513" y="330"/>
                    </a:lnTo>
                    <a:lnTo>
                      <a:pt x="1514" y="329"/>
                    </a:lnTo>
                    <a:lnTo>
                      <a:pt x="1515" y="329"/>
                    </a:lnTo>
                    <a:lnTo>
                      <a:pt x="1517" y="329"/>
                    </a:lnTo>
                    <a:lnTo>
                      <a:pt x="1518" y="329"/>
                    </a:lnTo>
                    <a:lnTo>
                      <a:pt x="1520" y="329"/>
                    </a:lnTo>
                    <a:lnTo>
                      <a:pt x="1521" y="330"/>
                    </a:lnTo>
                    <a:lnTo>
                      <a:pt x="1522" y="330"/>
                    </a:lnTo>
                    <a:lnTo>
                      <a:pt x="1524" y="330"/>
                    </a:lnTo>
                    <a:lnTo>
                      <a:pt x="1525" y="330"/>
                    </a:lnTo>
                    <a:lnTo>
                      <a:pt x="1527" y="330"/>
                    </a:lnTo>
                    <a:lnTo>
                      <a:pt x="1528" y="330"/>
                    </a:lnTo>
                    <a:lnTo>
                      <a:pt x="1529" y="330"/>
                    </a:lnTo>
                    <a:lnTo>
                      <a:pt x="1531" y="330"/>
                    </a:lnTo>
                    <a:lnTo>
                      <a:pt x="1532" y="329"/>
                    </a:lnTo>
                    <a:lnTo>
                      <a:pt x="1534" y="329"/>
                    </a:lnTo>
                    <a:lnTo>
                      <a:pt x="1535" y="329"/>
                    </a:lnTo>
                    <a:lnTo>
                      <a:pt x="1537" y="329"/>
                    </a:lnTo>
                    <a:lnTo>
                      <a:pt x="1538" y="329"/>
                    </a:lnTo>
                    <a:lnTo>
                      <a:pt x="1539" y="329"/>
                    </a:lnTo>
                    <a:lnTo>
                      <a:pt x="1541" y="329"/>
                    </a:lnTo>
                    <a:lnTo>
                      <a:pt x="1542" y="329"/>
                    </a:lnTo>
                    <a:lnTo>
                      <a:pt x="1544" y="329"/>
                    </a:lnTo>
                    <a:lnTo>
                      <a:pt x="1545" y="329"/>
                    </a:lnTo>
                    <a:lnTo>
                      <a:pt x="1546" y="329"/>
                    </a:lnTo>
                    <a:lnTo>
                      <a:pt x="1548" y="329"/>
                    </a:lnTo>
                    <a:lnTo>
                      <a:pt x="1549" y="329"/>
                    </a:lnTo>
                    <a:lnTo>
                      <a:pt x="1551" y="329"/>
                    </a:lnTo>
                    <a:lnTo>
                      <a:pt x="1552" y="329"/>
                    </a:lnTo>
                    <a:lnTo>
                      <a:pt x="1553" y="329"/>
                    </a:lnTo>
                    <a:lnTo>
                      <a:pt x="1555" y="329"/>
                    </a:lnTo>
                    <a:lnTo>
                      <a:pt x="1556" y="329"/>
                    </a:lnTo>
                    <a:lnTo>
                      <a:pt x="1558" y="329"/>
                    </a:lnTo>
                    <a:lnTo>
                      <a:pt x="1559" y="329"/>
                    </a:lnTo>
                    <a:lnTo>
                      <a:pt x="1561" y="329"/>
                    </a:lnTo>
                    <a:lnTo>
                      <a:pt x="1562" y="329"/>
                    </a:lnTo>
                    <a:lnTo>
                      <a:pt x="1563" y="329"/>
                    </a:lnTo>
                    <a:lnTo>
                      <a:pt x="1565" y="329"/>
                    </a:lnTo>
                    <a:lnTo>
                      <a:pt x="1566" y="329"/>
                    </a:lnTo>
                    <a:lnTo>
                      <a:pt x="1568" y="329"/>
                    </a:lnTo>
                    <a:lnTo>
                      <a:pt x="1569" y="329"/>
                    </a:lnTo>
                    <a:lnTo>
                      <a:pt x="1570" y="329"/>
                    </a:lnTo>
                    <a:lnTo>
                      <a:pt x="1572" y="329"/>
                    </a:lnTo>
                    <a:lnTo>
                      <a:pt x="1573" y="329"/>
                    </a:lnTo>
                    <a:lnTo>
                      <a:pt x="1575" y="329"/>
                    </a:lnTo>
                    <a:lnTo>
                      <a:pt x="1576" y="329"/>
                    </a:lnTo>
                    <a:lnTo>
                      <a:pt x="1577" y="329"/>
                    </a:lnTo>
                    <a:lnTo>
                      <a:pt x="1579" y="329"/>
                    </a:lnTo>
                    <a:lnTo>
                      <a:pt x="1580" y="329"/>
                    </a:lnTo>
                    <a:lnTo>
                      <a:pt x="1582" y="329"/>
                    </a:lnTo>
                    <a:lnTo>
                      <a:pt x="1583" y="329"/>
                    </a:lnTo>
                    <a:lnTo>
                      <a:pt x="1584" y="329"/>
                    </a:lnTo>
                    <a:lnTo>
                      <a:pt x="1586" y="329"/>
                    </a:lnTo>
                    <a:lnTo>
                      <a:pt x="1587" y="329"/>
                    </a:lnTo>
                    <a:lnTo>
                      <a:pt x="1589" y="329"/>
                    </a:lnTo>
                    <a:lnTo>
                      <a:pt x="1590" y="329"/>
                    </a:lnTo>
                    <a:lnTo>
                      <a:pt x="1592" y="329"/>
                    </a:lnTo>
                    <a:lnTo>
                      <a:pt x="1593" y="329"/>
                    </a:lnTo>
                    <a:lnTo>
                      <a:pt x="1594" y="329"/>
                    </a:lnTo>
                    <a:lnTo>
                      <a:pt x="1596" y="329"/>
                    </a:lnTo>
                    <a:lnTo>
                      <a:pt x="1597" y="329"/>
                    </a:lnTo>
                    <a:lnTo>
                      <a:pt x="1599" y="329"/>
                    </a:lnTo>
                    <a:lnTo>
                      <a:pt x="1600" y="329"/>
                    </a:lnTo>
                    <a:lnTo>
                      <a:pt x="1601" y="329"/>
                    </a:lnTo>
                    <a:lnTo>
                      <a:pt x="1603" y="329"/>
                    </a:lnTo>
                    <a:lnTo>
                      <a:pt x="1604" y="329"/>
                    </a:lnTo>
                    <a:lnTo>
                      <a:pt x="1606" y="329"/>
                    </a:lnTo>
                    <a:lnTo>
                      <a:pt x="1607" y="329"/>
                    </a:lnTo>
                    <a:lnTo>
                      <a:pt x="1608" y="329"/>
                    </a:lnTo>
                    <a:lnTo>
                      <a:pt x="1610" y="329"/>
                    </a:lnTo>
                    <a:lnTo>
                      <a:pt x="1611" y="329"/>
                    </a:lnTo>
                    <a:lnTo>
                      <a:pt x="1613" y="329"/>
                    </a:lnTo>
                    <a:lnTo>
                      <a:pt x="1614" y="329"/>
                    </a:lnTo>
                    <a:lnTo>
                      <a:pt x="1616" y="329"/>
                    </a:lnTo>
                    <a:lnTo>
                      <a:pt x="1617" y="329"/>
                    </a:lnTo>
                    <a:lnTo>
                      <a:pt x="1618" y="329"/>
                    </a:lnTo>
                    <a:lnTo>
                      <a:pt x="1620" y="329"/>
                    </a:lnTo>
                    <a:lnTo>
                      <a:pt x="1621" y="329"/>
                    </a:lnTo>
                    <a:lnTo>
                      <a:pt x="1623" y="329"/>
                    </a:lnTo>
                    <a:lnTo>
                      <a:pt x="1624" y="329"/>
                    </a:lnTo>
                    <a:lnTo>
                      <a:pt x="1625" y="329"/>
                    </a:lnTo>
                    <a:lnTo>
                      <a:pt x="1627" y="329"/>
                    </a:lnTo>
                    <a:lnTo>
                      <a:pt x="1628" y="329"/>
                    </a:lnTo>
                    <a:lnTo>
                      <a:pt x="1630" y="329"/>
                    </a:lnTo>
                    <a:lnTo>
                      <a:pt x="1631" y="329"/>
                    </a:lnTo>
                    <a:lnTo>
                      <a:pt x="1632" y="329"/>
                    </a:lnTo>
                    <a:lnTo>
                      <a:pt x="1634" y="329"/>
                    </a:lnTo>
                    <a:lnTo>
                      <a:pt x="1635" y="329"/>
                    </a:lnTo>
                    <a:lnTo>
                      <a:pt x="1637" y="329"/>
                    </a:lnTo>
                    <a:lnTo>
                      <a:pt x="1638" y="329"/>
                    </a:lnTo>
                    <a:lnTo>
                      <a:pt x="1640" y="329"/>
                    </a:lnTo>
                    <a:lnTo>
                      <a:pt x="1641" y="329"/>
                    </a:lnTo>
                    <a:lnTo>
                      <a:pt x="1642" y="329"/>
                    </a:lnTo>
                    <a:lnTo>
                      <a:pt x="1644" y="329"/>
                    </a:lnTo>
                    <a:lnTo>
                      <a:pt x="1645" y="328"/>
                    </a:lnTo>
                    <a:lnTo>
                      <a:pt x="1647" y="328"/>
                    </a:lnTo>
                    <a:lnTo>
                      <a:pt x="1648" y="328"/>
                    </a:lnTo>
                    <a:lnTo>
                      <a:pt x="1649" y="328"/>
                    </a:lnTo>
                    <a:lnTo>
                      <a:pt x="1651" y="328"/>
                    </a:lnTo>
                    <a:lnTo>
                      <a:pt x="1652" y="328"/>
                    </a:lnTo>
                    <a:lnTo>
                      <a:pt x="1654" y="328"/>
                    </a:lnTo>
                    <a:lnTo>
                      <a:pt x="1655" y="328"/>
                    </a:lnTo>
                    <a:lnTo>
                      <a:pt x="1656" y="328"/>
                    </a:lnTo>
                    <a:lnTo>
                      <a:pt x="1658" y="328"/>
                    </a:lnTo>
                    <a:lnTo>
                      <a:pt x="1659" y="329"/>
                    </a:lnTo>
                    <a:lnTo>
                      <a:pt x="1661" y="329"/>
                    </a:lnTo>
                    <a:lnTo>
                      <a:pt x="1662" y="329"/>
                    </a:lnTo>
                    <a:lnTo>
                      <a:pt x="1664" y="328"/>
                    </a:lnTo>
                    <a:lnTo>
                      <a:pt x="1665" y="328"/>
                    </a:lnTo>
                    <a:lnTo>
                      <a:pt x="1666" y="328"/>
                    </a:lnTo>
                    <a:lnTo>
                      <a:pt x="1668" y="328"/>
                    </a:lnTo>
                    <a:lnTo>
                      <a:pt x="1669" y="328"/>
                    </a:lnTo>
                    <a:lnTo>
                      <a:pt x="1671" y="328"/>
                    </a:lnTo>
                    <a:lnTo>
                      <a:pt x="1672" y="328"/>
                    </a:lnTo>
                    <a:lnTo>
                      <a:pt x="1673" y="328"/>
                    </a:lnTo>
                    <a:lnTo>
                      <a:pt x="1675" y="328"/>
                    </a:lnTo>
                    <a:lnTo>
                      <a:pt x="1676" y="328"/>
                    </a:lnTo>
                    <a:lnTo>
                      <a:pt x="1678" y="328"/>
                    </a:lnTo>
                    <a:lnTo>
                      <a:pt x="1679" y="328"/>
                    </a:lnTo>
                    <a:lnTo>
                      <a:pt x="1680" y="329"/>
                    </a:lnTo>
                    <a:lnTo>
                      <a:pt x="1682" y="329"/>
                    </a:lnTo>
                    <a:lnTo>
                      <a:pt x="1683" y="329"/>
                    </a:lnTo>
                    <a:lnTo>
                      <a:pt x="1685" y="329"/>
                    </a:lnTo>
                    <a:lnTo>
                      <a:pt x="1686" y="329"/>
                    </a:lnTo>
                    <a:lnTo>
                      <a:pt x="1688" y="329"/>
                    </a:lnTo>
                    <a:lnTo>
                      <a:pt x="1689" y="329"/>
                    </a:lnTo>
                    <a:lnTo>
                      <a:pt x="1690" y="329"/>
                    </a:lnTo>
                    <a:lnTo>
                      <a:pt x="1692" y="329"/>
                    </a:lnTo>
                    <a:lnTo>
                      <a:pt x="1693" y="329"/>
                    </a:lnTo>
                    <a:lnTo>
                      <a:pt x="1695" y="329"/>
                    </a:lnTo>
                    <a:lnTo>
                      <a:pt x="1696" y="329"/>
                    </a:lnTo>
                    <a:lnTo>
                      <a:pt x="1697" y="328"/>
                    </a:lnTo>
                    <a:lnTo>
                      <a:pt x="1699" y="328"/>
                    </a:lnTo>
                    <a:lnTo>
                      <a:pt x="1700" y="328"/>
                    </a:lnTo>
                    <a:lnTo>
                      <a:pt x="1702" y="328"/>
                    </a:lnTo>
                    <a:lnTo>
                      <a:pt x="1703" y="328"/>
                    </a:lnTo>
                    <a:lnTo>
                      <a:pt x="1704" y="328"/>
                    </a:lnTo>
                    <a:lnTo>
                      <a:pt x="1706" y="328"/>
                    </a:lnTo>
                    <a:lnTo>
                      <a:pt x="1707" y="328"/>
                    </a:lnTo>
                    <a:lnTo>
                      <a:pt x="1709" y="328"/>
                    </a:lnTo>
                    <a:lnTo>
                      <a:pt x="1710" y="328"/>
                    </a:lnTo>
                    <a:lnTo>
                      <a:pt x="1712" y="328"/>
                    </a:lnTo>
                    <a:lnTo>
                      <a:pt x="1713" y="328"/>
                    </a:lnTo>
                    <a:lnTo>
                      <a:pt x="1714" y="328"/>
                    </a:lnTo>
                    <a:lnTo>
                      <a:pt x="1716" y="328"/>
                    </a:lnTo>
                    <a:lnTo>
                      <a:pt x="1717" y="328"/>
                    </a:lnTo>
                    <a:lnTo>
                      <a:pt x="1719" y="328"/>
                    </a:lnTo>
                    <a:lnTo>
                      <a:pt x="1720" y="328"/>
                    </a:lnTo>
                    <a:lnTo>
                      <a:pt x="1721" y="328"/>
                    </a:lnTo>
                    <a:lnTo>
                      <a:pt x="1723" y="328"/>
                    </a:lnTo>
                    <a:lnTo>
                      <a:pt x="1724" y="328"/>
                    </a:lnTo>
                    <a:lnTo>
                      <a:pt x="1726" y="328"/>
                    </a:lnTo>
                    <a:lnTo>
                      <a:pt x="1727" y="328"/>
                    </a:lnTo>
                    <a:lnTo>
                      <a:pt x="1728" y="328"/>
                    </a:lnTo>
                    <a:lnTo>
                      <a:pt x="1730" y="328"/>
                    </a:lnTo>
                    <a:lnTo>
                      <a:pt x="1731" y="328"/>
                    </a:lnTo>
                    <a:lnTo>
                      <a:pt x="1733" y="328"/>
                    </a:lnTo>
                    <a:lnTo>
                      <a:pt x="1734" y="328"/>
                    </a:lnTo>
                    <a:lnTo>
                      <a:pt x="1736" y="328"/>
                    </a:lnTo>
                    <a:lnTo>
                      <a:pt x="1737" y="328"/>
                    </a:lnTo>
                    <a:lnTo>
                      <a:pt x="1738" y="328"/>
                    </a:lnTo>
                    <a:lnTo>
                      <a:pt x="1740" y="328"/>
                    </a:lnTo>
                    <a:lnTo>
                      <a:pt x="1741" y="328"/>
                    </a:lnTo>
                    <a:lnTo>
                      <a:pt x="1743" y="328"/>
                    </a:lnTo>
                    <a:lnTo>
                      <a:pt x="1744" y="328"/>
                    </a:lnTo>
                    <a:lnTo>
                      <a:pt x="1745" y="328"/>
                    </a:lnTo>
                    <a:lnTo>
                      <a:pt x="1747" y="328"/>
                    </a:lnTo>
                    <a:lnTo>
                      <a:pt x="1748" y="328"/>
                    </a:lnTo>
                    <a:lnTo>
                      <a:pt x="1750" y="328"/>
                    </a:lnTo>
                    <a:lnTo>
                      <a:pt x="1751" y="328"/>
                    </a:lnTo>
                    <a:lnTo>
                      <a:pt x="1752" y="328"/>
                    </a:lnTo>
                    <a:lnTo>
                      <a:pt x="1754" y="328"/>
                    </a:lnTo>
                    <a:lnTo>
                      <a:pt x="1755" y="328"/>
                    </a:lnTo>
                    <a:lnTo>
                      <a:pt x="1757" y="328"/>
                    </a:lnTo>
                    <a:lnTo>
                      <a:pt x="1758" y="328"/>
                    </a:lnTo>
                    <a:lnTo>
                      <a:pt x="1759" y="328"/>
                    </a:lnTo>
                    <a:lnTo>
                      <a:pt x="1761" y="327"/>
                    </a:lnTo>
                    <a:lnTo>
                      <a:pt x="1762" y="327"/>
                    </a:lnTo>
                    <a:lnTo>
                      <a:pt x="1764" y="327"/>
                    </a:lnTo>
                    <a:lnTo>
                      <a:pt x="1765" y="327"/>
                    </a:lnTo>
                    <a:lnTo>
                      <a:pt x="1767" y="327"/>
                    </a:lnTo>
                    <a:lnTo>
                      <a:pt x="1768" y="327"/>
                    </a:lnTo>
                    <a:lnTo>
                      <a:pt x="1769" y="327"/>
                    </a:lnTo>
                    <a:lnTo>
                      <a:pt x="1771" y="327"/>
                    </a:lnTo>
                    <a:lnTo>
                      <a:pt x="1772" y="327"/>
                    </a:lnTo>
                    <a:lnTo>
                      <a:pt x="1774" y="327"/>
                    </a:lnTo>
                    <a:lnTo>
                      <a:pt x="1775" y="327"/>
                    </a:lnTo>
                    <a:lnTo>
                      <a:pt x="1776" y="327"/>
                    </a:lnTo>
                    <a:lnTo>
                      <a:pt x="1778" y="327"/>
                    </a:lnTo>
                    <a:lnTo>
                      <a:pt x="1779" y="327"/>
                    </a:lnTo>
                    <a:lnTo>
                      <a:pt x="1781" y="327"/>
                    </a:lnTo>
                    <a:lnTo>
                      <a:pt x="1782" y="327"/>
                    </a:lnTo>
                    <a:lnTo>
                      <a:pt x="1783" y="327"/>
                    </a:lnTo>
                    <a:lnTo>
                      <a:pt x="1785" y="327"/>
                    </a:lnTo>
                    <a:lnTo>
                      <a:pt x="1786" y="327"/>
                    </a:lnTo>
                    <a:lnTo>
                      <a:pt x="1788" y="327"/>
                    </a:lnTo>
                    <a:lnTo>
                      <a:pt x="1789" y="327"/>
                    </a:lnTo>
                    <a:lnTo>
                      <a:pt x="1791" y="327"/>
                    </a:lnTo>
                    <a:lnTo>
                      <a:pt x="1792" y="327"/>
                    </a:lnTo>
                    <a:lnTo>
                      <a:pt x="1793" y="327"/>
                    </a:lnTo>
                    <a:lnTo>
                      <a:pt x="1795" y="327"/>
                    </a:lnTo>
                    <a:lnTo>
                      <a:pt x="1796" y="327"/>
                    </a:lnTo>
                    <a:lnTo>
                      <a:pt x="1798" y="327"/>
                    </a:lnTo>
                    <a:lnTo>
                      <a:pt x="1799" y="327"/>
                    </a:lnTo>
                    <a:lnTo>
                      <a:pt x="1800" y="327"/>
                    </a:lnTo>
                    <a:lnTo>
                      <a:pt x="1802" y="327"/>
                    </a:lnTo>
                    <a:lnTo>
                      <a:pt x="1803" y="327"/>
                    </a:lnTo>
                    <a:lnTo>
                      <a:pt x="1805" y="327"/>
                    </a:lnTo>
                    <a:lnTo>
                      <a:pt x="1806" y="327"/>
                    </a:lnTo>
                    <a:lnTo>
                      <a:pt x="1807" y="327"/>
                    </a:lnTo>
                    <a:lnTo>
                      <a:pt x="1809" y="328"/>
                    </a:lnTo>
                    <a:lnTo>
                      <a:pt x="1810" y="328"/>
                    </a:lnTo>
                    <a:lnTo>
                      <a:pt x="1812" y="327"/>
                    </a:lnTo>
                    <a:lnTo>
                      <a:pt x="1813" y="327"/>
                    </a:lnTo>
                    <a:lnTo>
                      <a:pt x="1815" y="327"/>
                    </a:lnTo>
                    <a:lnTo>
                      <a:pt x="1816" y="327"/>
                    </a:lnTo>
                    <a:lnTo>
                      <a:pt x="1817" y="327"/>
                    </a:lnTo>
                    <a:lnTo>
                      <a:pt x="1819" y="327"/>
                    </a:lnTo>
                    <a:lnTo>
                      <a:pt x="1820" y="327"/>
                    </a:lnTo>
                    <a:lnTo>
                      <a:pt x="1822" y="327"/>
                    </a:lnTo>
                    <a:lnTo>
                      <a:pt x="1823" y="327"/>
                    </a:lnTo>
                    <a:lnTo>
                      <a:pt x="1824" y="327"/>
                    </a:lnTo>
                    <a:lnTo>
                      <a:pt x="1826" y="327"/>
                    </a:lnTo>
                    <a:lnTo>
                      <a:pt x="1827" y="327"/>
                    </a:lnTo>
                    <a:lnTo>
                      <a:pt x="1829" y="327"/>
                    </a:lnTo>
                    <a:lnTo>
                      <a:pt x="1830" y="327"/>
                    </a:lnTo>
                    <a:lnTo>
                      <a:pt x="1831" y="327"/>
                    </a:lnTo>
                    <a:lnTo>
                      <a:pt x="1833" y="327"/>
                    </a:lnTo>
                    <a:lnTo>
                      <a:pt x="1834" y="327"/>
                    </a:lnTo>
                    <a:lnTo>
                      <a:pt x="1836" y="327"/>
                    </a:lnTo>
                    <a:lnTo>
                      <a:pt x="1837" y="327"/>
                    </a:lnTo>
                    <a:lnTo>
                      <a:pt x="1839" y="327"/>
                    </a:lnTo>
                    <a:lnTo>
                      <a:pt x="1840" y="327"/>
                    </a:lnTo>
                    <a:lnTo>
                      <a:pt x="1841" y="327"/>
                    </a:lnTo>
                    <a:lnTo>
                      <a:pt x="1843" y="327"/>
                    </a:lnTo>
                    <a:lnTo>
                      <a:pt x="1844" y="327"/>
                    </a:lnTo>
                    <a:lnTo>
                      <a:pt x="1846" y="327"/>
                    </a:lnTo>
                    <a:lnTo>
                      <a:pt x="1847" y="328"/>
                    </a:lnTo>
                    <a:lnTo>
                      <a:pt x="1848" y="327"/>
                    </a:lnTo>
                    <a:lnTo>
                      <a:pt x="1850" y="327"/>
                    </a:lnTo>
                    <a:lnTo>
                      <a:pt x="1851" y="327"/>
                    </a:lnTo>
                    <a:lnTo>
                      <a:pt x="1853" y="327"/>
                    </a:lnTo>
                    <a:lnTo>
                      <a:pt x="1854" y="327"/>
                    </a:lnTo>
                    <a:lnTo>
                      <a:pt x="1855" y="327"/>
                    </a:lnTo>
                    <a:lnTo>
                      <a:pt x="1857" y="327"/>
                    </a:lnTo>
                    <a:lnTo>
                      <a:pt x="1858" y="327"/>
                    </a:lnTo>
                    <a:lnTo>
                      <a:pt x="1860" y="327"/>
                    </a:lnTo>
                    <a:lnTo>
                      <a:pt x="1861" y="327"/>
                    </a:lnTo>
                    <a:lnTo>
                      <a:pt x="1863" y="327"/>
                    </a:lnTo>
                    <a:lnTo>
                      <a:pt x="1864" y="327"/>
                    </a:lnTo>
                    <a:lnTo>
                      <a:pt x="1865" y="327"/>
                    </a:lnTo>
                    <a:lnTo>
                      <a:pt x="1867" y="327"/>
                    </a:lnTo>
                    <a:lnTo>
                      <a:pt x="1868" y="327"/>
                    </a:lnTo>
                    <a:lnTo>
                      <a:pt x="1870" y="327"/>
                    </a:lnTo>
                    <a:lnTo>
                      <a:pt x="1871" y="327"/>
                    </a:lnTo>
                    <a:lnTo>
                      <a:pt x="1872" y="327"/>
                    </a:lnTo>
                    <a:lnTo>
                      <a:pt x="1874" y="327"/>
                    </a:lnTo>
                    <a:lnTo>
                      <a:pt x="1875" y="327"/>
                    </a:lnTo>
                    <a:lnTo>
                      <a:pt x="1877" y="327"/>
                    </a:lnTo>
                    <a:lnTo>
                      <a:pt x="1878" y="327"/>
                    </a:lnTo>
                    <a:lnTo>
                      <a:pt x="1879" y="327"/>
                    </a:lnTo>
                    <a:lnTo>
                      <a:pt x="1881" y="327"/>
                    </a:lnTo>
                    <a:lnTo>
                      <a:pt x="1882" y="327"/>
                    </a:lnTo>
                    <a:lnTo>
                      <a:pt x="1884" y="327"/>
                    </a:lnTo>
                    <a:lnTo>
                      <a:pt x="1885" y="327"/>
                    </a:lnTo>
                    <a:lnTo>
                      <a:pt x="1887" y="327"/>
                    </a:lnTo>
                    <a:lnTo>
                      <a:pt x="1888" y="327"/>
                    </a:lnTo>
                    <a:lnTo>
                      <a:pt x="1889" y="327"/>
                    </a:lnTo>
                    <a:lnTo>
                      <a:pt x="1891" y="327"/>
                    </a:lnTo>
                    <a:lnTo>
                      <a:pt x="1892" y="327"/>
                    </a:lnTo>
                    <a:lnTo>
                      <a:pt x="1894" y="327"/>
                    </a:lnTo>
                    <a:lnTo>
                      <a:pt x="1895" y="327"/>
                    </a:lnTo>
                    <a:lnTo>
                      <a:pt x="1896" y="327"/>
                    </a:lnTo>
                    <a:lnTo>
                      <a:pt x="1898" y="327"/>
                    </a:lnTo>
                    <a:lnTo>
                      <a:pt x="1899" y="327"/>
                    </a:lnTo>
                    <a:lnTo>
                      <a:pt x="1901" y="327"/>
                    </a:lnTo>
                    <a:lnTo>
                      <a:pt x="1902" y="327"/>
                    </a:lnTo>
                    <a:lnTo>
                      <a:pt x="1903" y="327"/>
                    </a:lnTo>
                    <a:lnTo>
                      <a:pt x="1905" y="327"/>
                    </a:lnTo>
                    <a:lnTo>
                      <a:pt x="1906" y="327"/>
                    </a:lnTo>
                    <a:lnTo>
                      <a:pt x="1908" y="327"/>
                    </a:lnTo>
                    <a:lnTo>
                      <a:pt x="1909" y="327"/>
                    </a:lnTo>
                    <a:lnTo>
                      <a:pt x="1911" y="327"/>
                    </a:lnTo>
                    <a:lnTo>
                      <a:pt x="1912" y="327"/>
                    </a:lnTo>
                    <a:lnTo>
                      <a:pt x="1913" y="327"/>
                    </a:lnTo>
                    <a:lnTo>
                      <a:pt x="1915" y="327"/>
                    </a:lnTo>
                    <a:lnTo>
                      <a:pt x="1916" y="327"/>
                    </a:lnTo>
                    <a:lnTo>
                      <a:pt x="1918" y="327"/>
                    </a:lnTo>
                    <a:lnTo>
                      <a:pt x="1919" y="327"/>
                    </a:lnTo>
                    <a:lnTo>
                      <a:pt x="1920" y="327"/>
                    </a:lnTo>
                    <a:lnTo>
                      <a:pt x="1922" y="327"/>
                    </a:lnTo>
                    <a:lnTo>
                      <a:pt x="1923" y="327"/>
                    </a:lnTo>
                    <a:lnTo>
                      <a:pt x="1925" y="327"/>
                    </a:lnTo>
                    <a:lnTo>
                      <a:pt x="1926" y="327"/>
                    </a:lnTo>
                    <a:lnTo>
                      <a:pt x="1927" y="327"/>
                    </a:lnTo>
                    <a:lnTo>
                      <a:pt x="1929" y="327"/>
                    </a:lnTo>
                    <a:lnTo>
                      <a:pt x="1930" y="327"/>
                    </a:lnTo>
                    <a:lnTo>
                      <a:pt x="1932" y="327"/>
                    </a:lnTo>
                    <a:lnTo>
                      <a:pt x="1933" y="327"/>
                    </a:lnTo>
                    <a:lnTo>
                      <a:pt x="1934" y="327"/>
                    </a:lnTo>
                    <a:lnTo>
                      <a:pt x="1936" y="327"/>
                    </a:lnTo>
                    <a:lnTo>
                      <a:pt x="1937" y="327"/>
                    </a:lnTo>
                    <a:lnTo>
                      <a:pt x="1939" y="327"/>
                    </a:lnTo>
                    <a:lnTo>
                      <a:pt x="1940" y="327"/>
                    </a:lnTo>
                    <a:lnTo>
                      <a:pt x="1942" y="327"/>
                    </a:lnTo>
                    <a:lnTo>
                      <a:pt x="1943" y="328"/>
                    </a:lnTo>
                    <a:lnTo>
                      <a:pt x="1944" y="327"/>
                    </a:lnTo>
                    <a:lnTo>
                      <a:pt x="1946" y="327"/>
                    </a:lnTo>
                    <a:lnTo>
                      <a:pt x="1947" y="327"/>
                    </a:lnTo>
                    <a:lnTo>
                      <a:pt x="1949" y="327"/>
                    </a:lnTo>
                    <a:lnTo>
                      <a:pt x="1950" y="327"/>
                    </a:lnTo>
                    <a:lnTo>
                      <a:pt x="1951" y="327"/>
                    </a:lnTo>
                    <a:lnTo>
                      <a:pt x="1953" y="327"/>
                    </a:lnTo>
                    <a:lnTo>
                      <a:pt x="1954" y="328"/>
                    </a:lnTo>
                    <a:lnTo>
                      <a:pt x="1956" y="328"/>
                    </a:lnTo>
                    <a:lnTo>
                      <a:pt x="1957" y="327"/>
                    </a:lnTo>
                    <a:lnTo>
                      <a:pt x="1958" y="327"/>
                    </a:lnTo>
                    <a:lnTo>
                      <a:pt x="1960" y="328"/>
                    </a:lnTo>
                    <a:lnTo>
                      <a:pt x="1961" y="328"/>
                    </a:lnTo>
                    <a:lnTo>
                      <a:pt x="1963" y="328"/>
                    </a:lnTo>
                    <a:lnTo>
                      <a:pt x="1964" y="327"/>
                    </a:lnTo>
                    <a:lnTo>
                      <a:pt x="1966" y="327"/>
                    </a:lnTo>
                    <a:lnTo>
                      <a:pt x="1967" y="327"/>
                    </a:lnTo>
                    <a:lnTo>
                      <a:pt x="1968" y="327"/>
                    </a:lnTo>
                    <a:lnTo>
                      <a:pt x="1970" y="327"/>
                    </a:lnTo>
                    <a:lnTo>
                      <a:pt x="1971" y="327"/>
                    </a:lnTo>
                    <a:lnTo>
                      <a:pt x="1973" y="327"/>
                    </a:lnTo>
                    <a:lnTo>
                      <a:pt x="1974" y="327"/>
                    </a:lnTo>
                    <a:lnTo>
                      <a:pt x="1975" y="327"/>
                    </a:lnTo>
                    <a:lnTo>
                      <a:pt x="1977" y="327"/>
                    </a:lnTo>
                    <a:lnTo>
                      <a:pt x="1978" y="327"/>
                    </a:lnTo>
                    <a:lnTo>
                      <a:pt x="1980" y="327"/>
                    </a:lnTo>
                    <a:lnTo>
                      <a:pt x="1981" y="327"/>
                    </a:lnTo>
                    <a:lnTo>
                      <a:pt x="1982" y="327"/>
                    </a:lnTo>
                    <a:lnTo>
                      <a:pt x="1984" y="327"/>
                    </a:lnTo>
                    <a:lnTo>
                      <a:pt x="1985" y="327"/>
                    </a:lnTo>
                    <a:lnTo>
                      <a:pt x="1987" y="327"/>
                    </a:lnTo>
                    <a:lnTo>
                      <a:pt x="1988" y="327"/>
                    </a:lnTo>
                    <a:lnTo>
                      <a:pt x="1990" y="327"/>
                    </a:lnTo>
                    <a:lnTo>
                      <a:pt x="1991" y="327"/>
                    </a:lnTo>
                    <a:lnTo>
                      <a:pt x="1992" y="327"/>
                    </a:lnTo>
                    <a:lnTo>
                      <a:pt x="1994" y="327"/>
                    </a:lnTo>
                    <a:lnTo>
                      <a:pt x="1995" y="327"/>
                    </a:lnTo>
                    <a:lnTo>
                      <a:pt x="1997" y="327"/>
                    </a:lnTo>
                    <a:lnTo>
                      <a:pt x="1998" y="327"/>
                    </a:lnTo>
                    <a:lnTo>
                      <a:pt x="1999" y="327"/>
                    </a:lnTo>
                    <a:lnTo>
                      <a:pt x="2001" y="327"/>
                    </a:lnTo>
                    <a:lnTo>
                      <a:pt x="2002" y="327"/>
                    </a:lnTo>
                    <a:lnTo>
                      <a:pt x="2004" y="328"/>
                    </a:lnTo>
                    <a:lnTo>
                      <a:pt x="2005" y="333"/>
                    </a:lnTo>
                    <a:lnTo>
                      <a:pt x="2006" y="333"/>
                    </a:lnTo>
                    <a:lnTo>
                      <a:pt x="2008" y="334"/>
                    </a:lnTo>
                    <a:lnTo>
                      <a:pt x="2009" y="334"/>
                    </a:lnTo>
                    <a:lnTo>
                      <a:pt x="2011" y="335"/>
                    </a:lnTo>
                    <a:lnTo>
                      <a:pt x="2012" y="335"/>
                    </a:lnTo>
                    <a:lnTo>
                      <a:pt x="2014" y="335"/>
                    </a:lnTo>
                    <a:lnTo>
                      <a:pt x="2015" y="334"/>
                    </a:lnTo>
                    <a:lnTo>
                      <a:pt x="2016" y="313"/>
                    </a:lnTo>
                    <a:lnTo>
                      <a:pt x="2018" y="312"/>
                    </a:lnTo>
                    <a:lnTo>
                      <a:pt x="2019" y="312"/>
                    </a:lnTo>
                    <a:lnTo>
                      <a:pt x="2021" y="311"/>
                    </a:lnTo>
                    <a:lnTo>
                      <a:pt x="2022" y="311"/>
                    </a:lnTo>
                    <a:lnTo>
                      <a:pt x="2023" y="311"/>
                    </a:lnTo>
                    <a:lnTo>
                      <a:pt x="2025" y="312"/>
                    </a:lnTo>
                    <a:lnTo>
                      <a:pt x="2026" y="312"/>
                    </a:lnTo>
                    <a:lnTo>
                      <a:pt x="2028" y="312"/>
                    </a:lnTo>
                    <a:lnTo>
                      <a:pt x="2029" y="313"/>
                    </a:lnTo>
                    <a:lnTo>
                      <a:pt x="2030" y="313"/>
                    </a:lnTo>
                    <a:lnTo>
                      <a:pt x="2032" y="313"/>
                    </a:lnTo>
                    <a:lnTo>
                      <a:pt x="2033" y="313"/>
                    </a:lnTo>
                    <a:lnTo>
                      <a:pt x="2035" y="312"/>
                    </a:lnTo>
                    <a:lnTo>
                      <a:pt x="2036" y="312"/>
                    </a:lnTo>
                    <a:lnTo>
                      <a:pt x="2038" y="323"/>
                    </a:lnTo>
                    <a:lnTo>
                      <a:pt x="2039" y="332"/>
                    </a:lnTo>
                    <a:lnTo>
                      <a:pt x="2040" y="332"/>
                    </a:lnTo>
                    <a:lnTo>
                      <a:pt x="2042" y="332"/>
                    </a:lnTo>
                    <a:lnTo>
                      <a:pt x="2043" y="333"/>
                    </a:lnTo>
                    <a:lnTo>
                      <a:pt x="2045" y="333"/>
                    </a:lnTo>
                    <a:lnTo>
                      <a:pt x="2046" y="332"/>
                    </a:lnTo>
                    <a:lnTo>
                      <a:pt x="2047" y="331"/>
                    </a:lnTo>
                    <a:lnTo>
                      <a:pt x="2049" y="329"/>
                    </a:lnTo>
                    <a:lnTo>
                      <a:pt x="2050" y="328"/>
                    </a:lnTo>
                    <a:lnTo>
                      <a:pt x="2052" y="327"/>
                    </a:lnTo>
                    <a:lnTo>
                      <a:pt x="2053" y="324"/>
                    </a:lnTo>
                    <a:lnTo>
                      <a:pt x="2054" y="322"/>
                    </a:lnTo>
                    <a:lnTo>
                      <a:pt x="2056" y="320"/>
                    </a:lnTo>
                    <a:lnTo>
                      <a:pt x="2057" y="318"/>
                    </a:lnTo>
                    <a:lnTo>
                      <a:pt x="2059" y="316"/>
                    </a:lnTo>
                    <a:lnTo>
                      <a:pt x="2060" y="316"/>
                    </a:lnTo>
                    <a:lnTo>
                      <a:pt x="2062" y="316"/>
                    </a:lnTo>
                    <a:lnTo>
                      <a:pt x="2063" y="315"/>
                    </a:lnTo>
                    <a:lnTo>
                      <a:pt x="2064" y="313"/>
                    </a:lnTo>
                    <a:lnTo>
                      <a:pt x="2066" y="311"/>
                    </a:lnTo>
                    <a:lnTo>
                      <a:pt x="2067" y="310"/>
                    </a:lnTo>
                    <a:lnTo>
                      <a:pt x="2069" y="308"/>
                    </a:lnTo>
                    <a:lnTo>
                      <a:pt x="2070" y="307"/>
                    </a:lnTo>
                    <a:lnTo>
                      <a:pt x="2071" y="305"/>
                    </a:lnTo>
                    <a:lnTo>
                      <a:pt x="2073" y="305"/>
                    </a:lnTo>
                    <a:lnTo>
                      <a:pt x="2074" y="304"/>
                    </a:lnTo>
                    <a:lnTo>
                      <a:pt x="2076" y="304"/>
                    </a:lnTo>
                    <a:lnTo>
                      <a:pt x="2077" y="304"/>
                    </a:lnTo>
                    <a:lnTo>
                      <a:pt x="2078" y="304"/>
                    </a:lnTo>
                    <a:lnTo>
                      <a:pt x="2080" y="304"/>
                    </a:lnTo>
                    <a:lnTo>
                      <a:pt x="2081" y="304"/>
                    </a:lnTo>
                    <a:lnTo>
                      <a:pt x="2083" y="304"/>
                    </a:lnTo>
                    <a:lnTo>
                      <a:pt x="2084" y="304"/>
                    </a:lnTo>
                    <a:lnTo>
                      <a:pt x="2086" y="304"/>
                    </a:lnTo>
                    <a:lnTo>
                      <a:pt x="2087" y="304"/>
                    </a:lnTo>
                    <a:lnTo>
                      <a:pt x="2088" y="304"/>
                    </a:lnTo>
                    <a:lnTo>
                      <a:pt x="2090" y="304"/>
                    </a:lnTo>
                    <a:lnTo>
                      <a:pt x="2091" y="304"/>
                    </a:lnTo>
                    <a:lnTo>
                      <a:pt x="2093" y="303"/>
                    </a:lnTo>
                    <a:lnTo>
                      <a:pt x="2094" y="303"/>
                    </a:lnTo>
                    <a:lnTo>
                      <a:pt x="2095" y="303"/>
                    </a:lnTo>
                    <a:lnTo>
                      <a:pt x="2097" y="303"/>
                    </a:lnTo>
                    <a:lnTo>
                      <a:pt x="2098" y="304"/>
                    </a:lnTo>
                    <a:lnTo>
                      <a:pt x="2100" y="304"/>
                    </a:lnTo>
                    <a:lnTo>
                      <a:pt x="2101" y="304"/>
                    </a:lnTo>
                    <a:lnTo>
                      <a:pt x="2102" y="304"/>
                    </a:lnTo>
                    <a:lnTo>
                      <a:pt x="2104" y="304"/>
                    </a:lnTo>
                    <a:lnTo>
                      <a:pt x="2105" y="304"/>
                    </a:lnTo>
                    <a:lnTo>
                      <a:pt x="2107" y="304"/>
                    </a:lnTo>
                    <a:lnTo>
                      <a:pt x="2108" y="304"/>
                    </a:lnTo>
                    <a:lnTo>
                      <a:pt x="2109" y="304"/>
                    </a:lnTo>
                    <a:lnTo>
                      <a:pt x="2111" y="304"/>
                    </a:lnTo>
                    <a:lnTo>
                      <a:pt x="2112" y="304"/>
                    </a:lnTo>
                    <a:lnTo>
                      <a:pt x="2114" y="304"/>
                    </a:lnTo>
                    <a:lnTo>
                      <a:pt x="2115" y="304"/>
                    </a:lnTo>
                    <a:lnTo>
                      <a:pt x="2117" y="304"/>
                    </a:lnTo>
                    <a:lnTo>
                      <a:pt x="2118" y="304"/>
                    </a:lnTo>
                    <a:lnTo>
                      <a:pt x="2119" y="304"/>
                    </a:lnTo>
                    <a:lnTo>
                      <a:pt x="2121" y="304"/>
                    </a:lnTo>
                    <a:lnTo>
                      <a:pt x="2122" y="304"/>
                    </a:lnTo>
                    <a:lnTo>
                      <a:pt x="2124" y="304"/>
                    </a:lnTo>
                    <a:lnTo>
                      <a:pt x="2125" y="304"/>
                    </a:lnTo>
                    <a:lnTo>
                      <a:pt x="2126" y="304"/>
                    </a:lnTo>
                    <a:lnTo>
                      <a:pt x="2128" y="304"/>
                    </a:lnTo>
                    <a:lnTo>
                      <a:pt x="2129" y="304"/>
                    </a:lnTo>
                    <a:lnTo>
                      <a:pt x="2131" y="304"/>
                    </a:lnTo>
                    <a:lnTo>
                      <a:pt x="2132" y="304"/>
                    </a:lnTo>
                    <a:lnTo>
                      <a:pt x="2133" y="304"/>
                    </a:lnTo>
                    <a:lnTo>
                      <a:pt x="2135" y="304"/>
                    </a:lnTo>
                    <a:lnTo>
                      <a:pt x="2136" y="305"/>
                    </a:lnTo>
                    <a:lnTo>
                      <a:pt x="2138" y="305"/>
                    </a:lnTo>
                    <a:lnTo>
                      <a:pt x="2139" y="305"/>
                    </a:lnTo>
                    <a:lnTo>
                      <a:pt x="2141" y="305"/>
                    </a:lnTo>
                    <a:lnTo>
                      <a:pt x="2142" y="305"/>
                    </a:lnTo>
                    <a:lnTo>
                      <a:pt x="2143" y="305"/>
                    </a:lnTo>
                    <a:lnTo>
                      <a:pt x="2145" y="305"/>
                    </a:lnTo>
                    <a:lnTo>
                      <a:pt x="2146" y="305"/>
                    </a:lnTo>
                    <a:lnTo>
                      <a:pt x="2148" y="305"/>
                    </a:lnTo>
                    <a:lnTo>
                      <a:pt x="2149" y="305"/>
                    </a:lnTo>
                    <a:lnTo>
                      <a:pt x="2150" y="304"/>
                    </a:lnTo>
                    <a:lnTo>
                      <a:pt x="2152" y="305"/>
                    </a:lnTo>
                    <a:lnTo>
                      <a:pt x="2153" y="305"/>
                    </a:lnTo>
                    <a:lnTo>
                      <a:pt x="2155" y="305"/>
                    </a:lnTo>
                    <a:lnTo>
                      <a:pt x="2156" y="305"/>
                    </a:lnTo>
                    <a:lnTo>
                      <a:pt x="2157" y="305"/>
                    </a:lnTo>
                    <a:lnTo>
                      <a:pt x="2159" y="305"/>
                    </a:lnTo>
                    <a:lnTo>
                      <a:pt x="2160" y="305"/>
                    </a:lnTo>
                    <a:lnTo>
                      <a:pt x="2162" y="305"/>
                    </a:lnTo>
                    <a:lnTo>
                      <a:pt x="2163" y="305"/>
                    </a:lnTo>
                    <a:lnTo>
                      <a:pt x="2165" y="305"/>
                    </a:lnTo>
                    <a:lnTo>
                      <a:pt x="2166" y="305"/>
                    </a:lnTo>
                    <a:lnTo>
                      <a:pt x="2167" y="305"/>
                    </a:lnTo>
                    <a:lnTo>
                      <a:pt x="2169" y="305"/>
                    </a:lnTo>
                    <a:lnTo>
                      <a:pt x="2170" y="305"/>
                    </a:lnTo>
                    <a:lnTo>
                      <a:pt x="2172" y="306"/>
                    </a:lnTo>
                  </a:path>
                </a:pathLst>
              </a:custGeom>
              <a:noFill/>
              <a:ln cap="flat" cmpd="sng" w="25400">
                <a:solidFill>
                  <a:srgbClr val="228B2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180" name="Google Shape;180;p15"/>
              <p:cNvSpPr/>
              <p:nvPr/>
            </p:nvSpPr>
            <p:spPr>
              <a:xfrm flipH="1" rot="10800000">
                <a:off x="4789488" y="2867025"/>
                <a:ext cx="355600" cy="173038"/>
              </a:xfrm>
              <a:custGeom>
                <a:rect b="b" l="l" r="r" t="t"/>
                <a:pathLst>
                  <a:path extrusionOk="0" h="117" w="240">
                    <a:moveTo>
                      <a:pt x="0" y="117"/>
                    </a:moveTo>
                    <a:lnTo>
                      <a:pt x="1" y="115"/>
                    </a:lnTo>
                    <a:lnTo>
                      <a:pt x="3" y="112"/>
                    </a:lnTo>
                    <a:lnTo>
                      <a:pt x="4" y="110"/>
                    </a:lnTo>
                    <a:lnTo>
                      <a:pt x="5" y="108"/>
                    </a:lnTo>
                    <a:lnTo>
                      <a:pt x="7" y="104"/>
                    </a:lnTo>
                    <a:lnTo>
                      <a:pt x="8" y="101"/>
                    </a:lnTo>
                    <a:lnTo>
                      <a:pt x="10" y="62"/>
                    </a:lnTo>
                    <a:lnTo>
                      <a:pt x="11" y="46"/>
                    </a:lnTo>
                    <a:lnTo>
                      <a:pt x="12" y="43"/>
                    </a:lnTo>
                    <a:lnTo>
                      <a:pt x="14" y="41"/>
                    </a:lnTo>
                    <a:lnTo>
                      <a:pt x="15" y="38"/>
                    </a:lnTo>
                    <a:lnTo>
                      <a:pt x="17" y="37"/>
                    </a:lnTo>
                    <a:lnTo>
                      <a:pt x="18" y="36"/>
                    </a:lnTo>
                    <a:lnTo>
                      <a:pt x="19" y="35"/>
                    </a:lnTo>
                    <a:lnTo>
                      <a:pt x="21" y="35"/>
                    </a:lnTo>
                    <a:lnTo>
                      <a:pt x="22" y="34"/>
                    </a:lnTo>
                    <a:lnTo>
                      <a:pt x="24" y="32"/>
                    </a:lnTo>
                    <a:lnTo>
                      <a:pt x="25" y="31"/>
                    </a:lnTo>
                    <a:lnTo>
                      <a:pt x="27" y="29"/>
                    </a:lnTo>
                    <a:lnTo>
                      <a:pt x="28" y="28"/>
                    </a:lnTo>
                    <a:lnTo>
                      <a:pt x="29" y="27"/>
                    </a:lnTo>
                    <a:lnTo>
                      <a:pt x="31" y="26"/>
                    </a:lnTo>
                    <a:lnTo>
                      <a:pt x="32" y="60"/>
                    </a:lnTo>
                    <a:lnTo>
                      <a:pt x="34" y="74"/>
                    </a:lnTo>
                    <a:lnTo>
                      <a:pt x="35" y="72"/>
                    </a:lnTo>
                    <a:lnTo>
                      <a:pt x="36" y="72"/>
                    </a:lnTo>
                    <a:lnTo>
                      <a:pt x="38" y="71"/>
                    </a:lnTo>
                    <a:lnTo>
                      <a:pt x="39" y="70"/>
                    </a:lnTo>
                    <a:lnTo>
                      <a:pt x="41" y="68"/>
                    </a:lnTo>
                    <a:lnTo>
                      <a:pt x="42" y="65"/>
                    </a:lnTo>
                    <a:lnTo>
                      <a:pt x="43" y="63"/>
                    </a:lnTo>
                    <a:lnTo>
                      <a:pt x="45" y="61"/>
                    </a:lnTo>
                    <a:lnTo>
                      <a:pt x="46" y="59"/>
                    </a:lnTo>
                    <a:lnTo>
                      <a:pt x="48" y="55"/>
                    </a:lnTo>
                    <a:lnTo>
                      <a:pt x="49" y="52"/>
                    </a:lnTo>
                    <a:lnTo>
                      <a:pt x="51" y="50"/>
                    </a:lnTo>
                    <a:lnTo>
                      <a:pt x="52" y="47"/>
                    </a:lnTo>
                    <a:lnTo>
                      <a:pt x="53" y="44"/>
                    </a:lnTo>
                    <a:lnTo>
                      <a:pt x="55" y="44"/>
                    </a:lnTo>
                    <a:lnTo>
                      <a:pt x="56" y="45"/>
                    </a:lnTo>
                    <a:lnTo>
                      <a:pt x="58" y="44"/>
                    </a:lnTo>
                    <a:lnTo>
                      <a:pt x="59" y="40"/>
                    </a:lnTo>
                    <a:lnTo>
                      <a:pt x="60" y="37"/>
                    </a:lnTo>
                    <a:lnTo>
                      <a:pt x="62" y="34"/>
                    </a:lnTo>
                    <a:lnTo>
                      <a:pt x="63" y="30"/>
                    </a:lnTo>
                    <a:lnTo>
                      <a:pt x="65" y="28"/>
                    </a:lnTo>
                    <a:lnTo>
                      <a:pt x="66" y="26"/>
                    </a:lnTo>
                    <a:lnTo>
                      <a:pt x="67" y="26"/>
                    </a:lnTo>
                    <a:lnTo>
                      <a:pt x="69" y="26"/>
                    </a:lnTo>
                    <a:lnTo>
                      <a:pt x="70" y="25"/>
                    </a:lnTo>
                    <a:lnTo>
                      <a:pt x="72" y="25"/>
                    </a:lnTo>
                    <a:lnTo>
                      <a:pt x="73" y="25"/>
                    </a:lnTo>
                    <a:lnTo>
                      <a:pt x="75" y="25"/>
                    </a:lnTo>
                    <a:lnTo>
                      <a:pt x="76" y="25"/>
                    </a:lnTo>
                    <a:lnTo>
                      <a:pt x="77" y="24"/>
                    </a:lnTo>
                    <a:lnTo>
                      <a:pt x="79" y="24"/>
                    </a:lnTo>
                    <a:lnTo>
                      <a:pt x="80" y="23"/>
                    </a:lnTo>
                    <a:lnTo>
                      <a:pt x="82" y="23"/>
                    </a:lnTo>
                    <a:lnTo>
                      <a:pt x="83" y="23"/>
                    </a:lnTo>
                    <a:lnTo>
                      <a:pt x="84" y="22"/>
                    </a:lnTo>
                    <a:lnTo>
                      <a:pt x="86" y="22"/>
                    </a:lnTo>
                    <a:lnTo>
                      <a:pt x="87" y="21"/>
                    </a:lnTo>
                    <a:lnTo>
                      <a:pt x="89" y="21"/>
                    </a:lnTo>
                    <a:lnTo>
                      <a:pt x="90" y="20"/>
                    </a:lnTo>
                    <a:lnTo>
                      <a:pt x="91" y="20"/>
                    </a:lnTo>
                    <a:lnTo>
                      <a:pt x="93" y="20"/>
                    </a:lnTo>
                    <a:lnTo>
                      <a:pt x="94" y="19"/>
                    </a:lnTo>
                    <a:lnTo>
                      <a:pt x="96" y="19"/>
                    </a:lnTo>
                    <a:lnTo>
                      <a:pt x="97" y="19"/>
                    </a:lnTo>
                    <a:lnTo>
                      <a:pt x="98" y="18"/>
                    </a:lnTo>
                    <a:lnTo>
                      <a:pt x="100" y="18"/>
                    </a:lnTo>
                    <a:lnTo>
                      <a:pt x="101" y="18"/>
                    </a:lnTo>
                    <a:lnTo>
                      <a:pt x="103" y="18"/>
                    </a:lnTo>
                    <a:lnTo>
                      <a:pt x="104" y="18"/>
                    </a:lnTo>
                    <a:lnTo>
                      <a:pt x="106" y="17"/>
                    </a:lnTo>
                    <a:lnTo>
                      <a:pt x="107" y="17"/>
                    </a:lnTo>
                    <a:lnTo>
                      <a:pt x="108" y="17"/>
                    </a:lnTo>
                    <a:lnTo>
                      <a:pt x="110" y="16"/>
                    </a:lnTo>
                    <a:lnTo>
                      <a:pt x="111" y="16"/>
                    </a:lnTo>
                    <a:lnTo>
                      <a:pt x="113" y="16"/>
                    </a:lnTo>
                    <a:lnTo>
                      <a:pt x="114" y="16"/>
                    </a:lnTo>
                    <a:lnTo>
                      <a:pt x="115" y="15"/>
                    </a:lnTo>
                    <a:lnTo>
                      <a:pt x="117" y="15"/>
                    </a:lnTo>
                    <a:lnTo>
                      <a:pt x="118" y="15"/>
                    </a:lnTo>
                    <a:lnTo>
                      <a:pt x="120" y="15"/>
                    </a:lnTo>
                    <a:lnTo>
                      <a:pt x="121" y="15"/>
                    </a:lnTo>
                    <a:lnTo>
                      <a:pt x="122" y="14"/>
                    </a:lnTo>
                    <a:lnTo>
                      <a:pt x="124" y="14"/>
                    </a:lnTo>
                    <a:lnTo>
                      <a:pt x="125" y="14"/>
                    </a:lnTo>
                    <a:lnTo>
                      <a:pt x="127" y="14"/>
                    </a:lnTo>
                    <a:lnTo>
                      <a:pt x="128" y="14"/>
                    </a:lnTo>
                    <a:lnTo>
                      <a:pt x="130" y="14"/>
                    </a:lnTo>
                    <a:lnTo>
                      <a:pt x="131" y="14"/>
                    </a:lnTo>
                    <a:lnTo>
                      <a:pt x="132" y="14"/>
                    </a:lnTo>
                    <a:lnTo>
                      <a:pt x="134" y="14"/>
                    </a:lnTo>
                    <a:lnTo>
                      <a:pt x="135" y="14"/>
                    </a:lnTo>
                    <a:lnTo>
                      <a:pt x="137" y="13"/>
                    </a:lnTo>
                    <a:lnTo>
                      <a:pt x="138" y="13"/>
                    </a:lnTo>
                    <a:lnTo>
                      <a:pt x="139" y="13"/>
                    </a:lnTo>
                    <a:lnTo>
                      <a:pt x="141" y="13"/>
                    </a:lnTo>
                    <a:lnTo>
                      <a:pt x="142" y="13"/>
                    </a:lnTo>
                    <a:lnTo>
                      <a:pt x="144" y="13"/>
                    </a:lnTo>
                    <a:lnTo>
                      <a:pt x="145" y="13"/>
                    </a:lnTo>
                    <a:lnTo>
                      <a:pt x="146" y="13"/>
                    </a:lnTo>
                    <a:lnTo>
                      <a:pt x="148" y="13"/>
                    </a:lnTo>
                    <a:lnTo>
                      <a:pt x="149" y="13"/>
                    </a:lnTo>
                    <a:lnTo>
                      <a:pt x="151" y="12"/>
                    </a:lnTo>
                    <a:lnTo>
                      <a:pt x="152" y="12"/>
                    </a:lnTo>
                    <a:lnTo>
                      <a:pt x="154" y="12"/>
                    </a:lnTo>
                    <a:lnTo>
                      <a:pt x="155" y="12"/>
                    </a:lnTo>
                    <a:lnTo>
                      <a:pt x="156" y="12"/>
                    </a:lnTo>
                    <a:lnTo>
                      <a:pt x="158" y="12"/>
                    </a:lnTo>
                    <a:lnTo>
                      <a:pt x="159" y="12"/>
                    </a:lnTo>
                    <a:lnTo>
                      <a:pt x="161" y="12"/>
                    </a:lnTo>
                    <a:lnTo>
                      <a:pt x="162" y="12"/>
                    </a:lnTo>
                    <a:lnTo>
                      <a:pt x="163" y="11"/>
                    </a:lnTo>
                    <a:lnTo>
                      <a:pt x="165" y="11"/>
                    </a:lnTo>
                    <a:lnTo>
                      <a:pt x="166" y="11"/>
                    </a:lnTo>
                    <a:lnTo>
                      <a:pt x="168" y="11"/>
                    </a:lnTo>
                    <a:lnTo>
                      <a:pt x="169" y="11"/>
                    </a:lnTo>
                    <a:lnTo>
                      <a:pt x="170" y="11"/>
                    </a:lnTo>
                    <a:lnTo>
                      <a:pt x="172" y="11"/>
                    </a:lnTo>
                    <a:lnTo>
                      <a:pt x="173" y="11"/>
                    </a:lnTo>
                    <a:lnTo>
                      <a:pt x="175" y="11"/>
                    </a:lnTo>
                    <a:lnTo>
                      <a:pt x="176" y="11"/>
                    </a:lnTo>
                    <a:lnTo>
                      <a:pt x="178" y="11"/>
                    </a:lnTo>
                    <a:lnTo>
                      <a:pt x="179" y="11"/>
                    </a:lnTo>
                    <a:lnTo>
                      <a:pt x="180" y="11"/>
                    </a:lnTo>
                    <a:lnTo>
                      <a:pt x="182" y="11"/>
                    </a:lnTo>
                    <a:lnTo>
                      <a:pt x="183" y="11"/>
                    </a:lnTo>
                    <a:lnTo>
                      <a:pt x="185" y="11"/>
                    </a:lnTo>
                    <a:lnTo>
                      <a:pt x="186" y="11"/>
                    </a:lnTo>
                    <a:lnTo>
                      <a:pt x="187" y="11"/>
                    </a:lnTo>
                    <a:lnTo>
                      <a:pt x="189" y="11"/>
                    </a:lnTo>
                    <a:lnTo>
                      <a:pt x="190" y="11"/>
                    </a:lnTo>
                    <a:lnTo>
                      <a:pt x="192" y="11"/>
                    </a:lnTo>
                    <a:lnTo>
                      <a:pt x="193" y="11"/>
                    </a:lnTo>
                    <a:lnTo>
                      <a:pt x="194" y="11"/>
                    </a:lnTo>
                    <a:lnTo>
                      <a:pt x="196" y="11"/>
                    </a:lnTo>
                    <a:lnTo>
                      <a:pt x="197" y="11"/>
                    </a:lnTo>
                    <a:lnTo>
                      <a:pt x="199" y="11"/>
                    </a:lnTo>
                    <a:lnTo>
                      <a:pt x="200" y="11"/>
                    </a:lnTo>
                    <a:lnTo>
                      <a:pt x="202" y="10"/>
                    </a:lnTo>
                    <a:lnTo>
                      <a:pt x="203" y="11"/>
                    </a:lnTo>
                    <a:lnTo>
                      <a:pt x="204" y="11"/>
                    </a:lnTo>
                    <a:lnTo>
                      <a:pt x="206" y="11"/>
                    </a:lnTo>
                    <a:lnTo>
                      <a:pt x="207" y="11"/>
                    </a:lnTo>
                    <a:lnTo>
                      <a:pt x="209" y="11"/>
                    </a:lnTo>
                    <a:lnTo>
                      <a:pt x="210" y="11"/>
                    </a:lnTo>
                    <a:lnTo>
                      <a:pt x="211" y="10"/>
                    </a:lnTo>
                    <a:lnTo>
                      <a:pt x="213" y="10"/>
                    </a:lnTo>
                    <a:lnTo>
                      <a:pt x="214" y="10"/>
                    </a:lnTo>
                    <a:lnTo>
                      <a:pt x="216" y="10"/>
                    </a:lnTo>
                    <a:lnTo>
                      <a:pt x="217" y="10"/>
                    </a:lnTo>
                    <a:lnTo>
                      <a:pt x="218" y="10"/>
                    </a:lnTo>
                    <a:lnTo>
                      <a:pt x="220" y="7"/>
                    </a:lnTo>
                    <a:lnTo>
                      <a:pt x="221" y="1"/>
                    </a:lnTo>
                    <a:lnTo>
                      <a:pt x="223" y="1"/>
                    </a:lnTo>
                    <a:lnTo>
                      <a:pt x="224" y="1"/>
                    </a:lnTo>
                    <a:lnTo>
                      <a:pt x="226" y="1"/>
                    </a:lnTo>
                    <a:lnTo>
                      <a:pt x="227" y="1"/>
                    </a:lnTo>
                    <a:lnTo>
                      <a:pt x="228" y="0"/>
                    </a:lnTo>
                    <a:lnTo>
                      <a:pt x="230" y="1"/>
                    </a:lnTo>
                    <a:lnTo>
                      <a:pt x="231" y="1"/>
                    </a:lnTo>
                    <a:lnTo>
                      <a:pt x="233" y="1"/>
                    </a:lnTo>
                    <a:lnTo>
                      <a:pt x="234" y="0"/>
                    </a:lnTo>
                    <a:lnTo>
                      <a:pt x="235" y="1"/>
                    </a:lnTo>
                    <a:lnTo>
                      <a:pt x="237" y="1"/>
                    </a:lnTo>
                    <a:lnTo>
                      <a:pt x="238" y="4"/>
                    </a:lnTo>
                    <a:lnTo>
                      <a:pt x="240" y="8"/>
                    </a:lnTo>
                  </a:path>
                </a:pathLst>
              </a:custGeom>
              <a:noFill/>
              <a:ln cap="flat" cmpd="sng" w="25400">
                <a:solidFill>
                  <a:srgbClr val="228B2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181" name="Google Shape;181;p15"/>
              <p:cNvSpPr/>
              <p:nvPr/>
            </p:nvSpPr>
            <p:spPr>
              <a:xfrm flipH="1" rot="10800000">
                <a:off x="1301750" y="2951163"/>
                <a:ext cx="3208338" cy="808038"/>
              </a:xfrm>
              <a:custGeom>
                <a:rect b="b" l="l" r="r" t="t"/>
                <a:pathLst>
                  <a:path extrusionOk="0" h="546" w="2172">
                    <a:moveTo>
                      <a:pt x="0" y="352"/>
                    </a:moveTo>
                    <a:lnTo>
                      <a:pt x="1" y="353"/>
                    </a:lnTo>
                    <a:lnTo>
                      <a:pt x="2" y="353"/>
                    </a:lnTo>
                    <a:lnTo>
                      <a:pt x="4" y="353"/>
                    </a:lnTo>
                    <a:lnTo>
                      <a:pt x="5" y="353"/>
                    </a:lnTo>
                    <a:lnTo>
                      <a:pt x="7" y="353"/>
                    </a:lnTo>
                    <a:lnTo>
                      <a:pt x="8" y="352"/>
                    </a:lnTo>
                    <a:lnTo>
                      <a:pt x="10" y="352"/>
                    </a:lnTo>
                    <a:lnTo>
                      <a:pt x="11" y="353"/>
                    </a:lnTo>
                    <a:lnTo>
                      <a:pt x="12" y="353"/>
                    </a:lnTo>
                    <a:lnTo>
                      <a:pt x="14" y="352"/>
                    </a:lnTo>
                    <a:lnTo>
                      <a:pt x="15" y="353"/>
                    </a:lnTo>
                    <a:lnTo>
                      <a:pt x="17" y="352"/>
                    </a:lnTo>
                    <a:lnTo>
                      <a:pt x="18" y="352"/>
                    </a:lnTo>
                    <a:lnTo>
                      <a:pt x="19" y="353"/>
                    </a:lnTo>
                    <a:lnTo>
                      <a:pt x="21" y="352"/>
                    </a:lnTo>
                    <a:lnTo>
                      <a:pt x="22" y="353"/>
                    </a:lnTo>
                    <a:lnTo>
                      <a:pt x="24" y="353"/>
                    </a:lnTo>
                    <a:lnTo>
                      <a:pt x="25" y="352"/>
                    </a:lnTo>
                    <a:lnTo>
                      <a:pt x="26" y="349"/>
                    </a:lnTo>
                    <a:lnTo>
                      <a:pt x="28" y="351"/>
                    </a:lnTo>
                    <a:lnTo>
                      <a:pt x="29" y="351"/>
                    </a:lnTo>
                    <a:lnTo>
                      <a:pt x="31" y="352"/>
                    </a:lnTo>
                    <a:lnTo>
                      <a:pt x="32" y="352"/>
                    </a:lnTo>
                    <a:lnTo>
                      <a:pt x="33" y="352"/>
                    </a:lnTo>
                    <a:lnTo>
                      <a:pt x="35" y="352"/>
                    </a:lnTo>
                    <a:lnTo>
                      <a:pt x="36" y="352"/>
                    </a:lnTo>
                    <a:lnTo>
                      <a:pt x="38" y="352"/>
                    </a:lnTo>
                    <a:lnTo>
                      <a:pt x="39" y="352"/>
                    </a:lnTo>
                    <a:lnTo>
                      <a:pt x="41" y="353"/>
                    </a:lnTo>
                    <a:lnTo>
                      <a:pt x="42" y="353"/>
                    </a:lnTo>
                    <a:lnTo>
                      <a:pt x="43" y="353"/>
                    </a:lnTo>
                    <a:lnTo>
                      <a:pt x="45" y="352"/>
                    </a:lnTo>
                    <a:lnTo>
                      <a:pt x="46" y="352"/>
                    </a:lnTo>
                    <a:lnTo>
                      <a:pt x="48" y="352"/>
                    </a:lnTo>
                    <a:lnTo>
                      <a:pt x="49" y="353"/>
                    </a:lnTo>
                    <a:lnTo>
                      <a:pt x="50" y="353"/>
                    </a:lnTo>
                    <a:lnTo>
                      <a:pt x="52" y="353"/>
                    </a:lnTo>
                    <a:lnTo>
                      <a:pt x="53" y="353"/>
                    </a:lnTo>
                    <a:lnTo>
                      <a:pt x="55" y="353"/>
                    </a:lnTo>
                    <a:lnTo>
                      <a:pt x="56" y="353"/>
                    </a:lnTo>
                    <a:lnTo>
                      <a:pt x="57" y="353"/>
                    </a:lnTo>
                    <a:lnTo>
                      <a:pt x="59" y="353"/>
                    </a:lnTo>
                    <a:lnTo>
                      <a:pt x="60" y="353"/>
                    </a:lnTo>
                    <a:lnTo>
                      <a:pt x="62" y="353"/>
                    </a:lnTo>
                    <a:lnTo>
                      <a:pt x="63" y="353"/>
                    </a:lnTo>
                    <a:lnTo>
                      <a:pt x="65" y="353"/>
                    </a:lnTo>
                    <a:lnTo>
                      <a:pt x="66" y="353"/>
                    </a:lnTo>
                    <a:lnTo>
                      <a:pt x="67" y="353"/>
                    </a:lnTo>
                    <a:lnTo>
                      <a:pt x="69" y="353"/>
                    </a:lnTo>
                    <a:lnTo>
                      <a:pt x="70" y="353"/>
                    </a:lnTo>
                    <a:lnTo>
                      <a:pt x="72" y="353"/>
                    </a:lnTo>
                    <a:lnTo>
                      <a:pt x="73" y="353"/>
                    </a:lnTo>
                    <a:lnTo>
                      <a:pt x="74" y="352"/>
                    </a:lnTo>
                    <a:lnTo>
                      <a:pt x="76" y="352"/>
                    </a:lnTo>
                    <a:lnTo>
                      <a:pt x="77" y="352"/>
                    </a:lnTo>
                    <a:lnTo>
                      <a:pt x="79" y="352"/>
                    </a:lnTo>
                    <a:lnTo>
                      <a:pt x="80" y="352"/>
                    </a:lnTo>
                    <a:lnTo>
                      <a:pt x="81" y="352"/>
                    </a:lnTo>
                    <a:lnTo>
                      <a:pt x="83" y="352"/>
                    </a:lnTo>
                    <a:lnTo>
                      <a:pt x="84" y="352"/>
                    </a:lnTo>
                    <a:lnTo>
                      <a:pt x="86" y="352"/>
                    </a:lnTo>
                    <a:lnTo>
                      <a:pt x="87" y="352"/>
                    </a:lnTo>
                    <a:lnTo>
                      <a:pt x="89" y="352"/>
                    </a:lnTo>
                    <a:lnTo>
                      <a:pt x="90" y="352"/>
                    </a:lnTo>
                    <a:lnTo>
                      <a:pt x="91" y="352"/>
                    </a:lnTo>
                    <a:lnTo>
                      <a:pt x="93" y="352"/>
                    </a:lnTo>
                    <a:lnTo>
                      <a:pt x="94" y="352"/>
                    </a:lnTo>
                    <a:lnTo>
                      <a:pt x="96" y="352"/>
                    </a:lnTo>
                    <a:lnTo>
                      <a:pt x="97" y="352"/>
                    </a:lnTo>
                    <a:lnTo>
                      <a:pt x="98" y="352"/>
                    </a:lnTo>
                    <a:lnTo>
                      <a:pt x="100" y="351"/>
                    </a:lnTo>
                    <a:lnTo>
                      <a:pt x="101" y="352"/>
                    </a:lnTo>
                    <a:lnTo>
                      <a:pt x="103" y="352"/>
                    </a:lnTo>
                    <a:lnTo>
                      <a:pt x="104" y="352"/>
                    </a:lnTo>
                    <a:lnTo>
                      <a:pt x="105" y="351"/>
                    </a:lnTo>
                    <a:lnTo>
                      <a:pt x="107" y="351"/>
                    </a:lnTo>
                    <a:lnTo>
                      <a:pt x="108" y="351"/>
                    </a:lnTo>
                    <a:lnTo>
                      <a:pt x="110" y="351"/>
                    </a:lnTo>
                    <a:lnTo>
                      <a:pt x="111" y="351"/>
                    </a:lnTo>
                    <a:lnTo>
                      <a:pt x="113" y="351"/>
                    </a:lnTo>
                    <a:lnTo>
                      <a:pt x="114" y="351"/>
                    </a:lnTo>
                    <a:lnTo>
                      <a:pt x="115" y="351"/>
                    </a:lnTo>
                    <a:lnTo>
                      <a:pt x="117" y="351"/>
                    </a:lnTo>
                    <a:lnTo>
                      <a:pt x="118" y="350"/>
                    </a:lnTo>
                    <a:lnTo>
                      <a:pt x="120" y="350"/>
                    </a:lnTo>
                    <a:lnTo>
                      <a:pt x="121" y="350"/>
                    </a:lnTo>
                    <a:lnTo>
                      <a:pt x="122" y="350"/>
                    </a:lnTo>
                    <a:lnTo>
                      <a:pt x="124" y="350"/>
                    </a:lnTo>
                    <a:lnTo>
                      <a:pt x="125" y="349"/>
                    </a:lnTo>
                    <a:lnTo>
                      <a:pt x="127" y="349"/>
                    </a:lnTo>
                    <a:lnTo>
                      <a:pt x="128" y="349"/>
                    </a:lnTo>
                    <a:lnTo>
                      <a:pt x="129" y="348"/>
                    </a:lnTo>
                    <a:lnTo>
                      <a:pt x="131" y="349"/>
                    </a:lnTo>
                    <a:lnTo>
                      <a:pt x="132" y="349"/>
                    </a:lnTo>
                    <a:lnTo>
                      <a:pt x="134" y="349"/>
                    </a:lnTo>
                    <a:lnTo>
                      <a:pt x="135" y="349"/>
                    </a:lnTo>
                    <a:lnTo>
                      <a:pt x="137" y="349"/>
                    </a:lnTo>
                    <a:lnTo>
                      <a:pt x="138" y="349"/>
                    </a:lnTo>
                    <a:lnTo>
                      <a:pt x="139" y="349"/>
                    </a:lnTo>
                    <a:lnTo>
                      <a:pt x="141" y="349"/>
                    </a:lnTo>
                    <a:lnTo>
                      <a:pt x="142" y="349"/>
                    </a:lnTo>
                    <a:lnTo>
                      <a:pt x="144" y="349"/>
                    </a:lnTo>
                    <a:lnTo>
                      <a:pt x="145" y="349"/>
                    </a:lnTo>
                    <a:lnTo>
                      <a:pt x="146" y="349"/>
                    </a:lnTo>
                    <a:lnTo>
                      <a:pt x="148" y="349"/>
                    </a:lnTo>
                    <a:lnTo>
                      <a:pt x="149" y="349"/>
                    </a:lnTo>
                    <a:lnTo>
                      <a:pt x="151" y="349"/>
                    </a:lnTo>
                    <a:lnTo>
                      <a:pt x="152" y="349"/>
                    </a:lnTo>
                    <a:lnTo>
                      <a:pt x="153" y="349"/>
                    </a:lnTo>
                    <a:lnTo>
                      <a:pt x="155" y="348"/>
                    </a:lnTo>
                    <a:lnTo>
                      <a:pt x="156" y="348"/>
                    </a:lnTo>
                    <a:lnTo>
                      <a:pt x="158" y="347"/>
                    </a:lnTo>
                    <a:lnTo>
                      <a:pt x="159" y="344"/>
                    </a:lnTo>
                    <a:lnTo>
                      <a:pt x="161" y="339"/>
                    </a:lnTo>
                    <a:lnTo>
                      <a:pt x="162" y="348"/>
                    </a:lnTo>
                    <a:lnTo>
                      <a:pt x="163" y="349"/>
                    </a:lnTo>
                    <a:lnTo>
                      <a:pt x="165" y="546"/>
                    </a:lnTo>
                    <a:lnTo>
                      <a:pt x="166" y="296"/>
                    </a:lnTo>
                    <a:lnTo>
                      <a:pt x="168" y="322"/>
                    </a:lnTo>
                    <a:lnTo>
                      <a:pt x="169" y="334"/>
                    </a:lnTo>
                    <a:lnTo>
                      <a:pt x="170" y="338"/>
                    </a:lnTo>
                    <a:lnTo>
                      <a:pt x="172" y="340"/>
                    </a:lnTo>
                    <a:lnTo>
                      <a:pt x="173" y="340"/>
                    </a:lnTo>
                    <a:lnTo>
                      <a:pt x="175" y="341"/>
                    </a:lnTo>
                    <a:lnTo>
                      <a:pt x="176" y="341"/>
                    </a:lnTo>
                    <a:lnTo>
                      <a:pt x="177" y="341"/>
                    </a:lnTo>
                    <a:lnTo>
                      <a:pt x="179" y="341"/>
                    </a:lnTo>
                    <a:lnTo>
                      <a:pt x="180" y="341"/>
                    </a:lnTo>
                    <a:lnTo>
                      <a:pt x="182" y="341"/>
                    </a:lnTo>
                    <a:lnTo>
                      <a:pt x="183" y="341"/>
                    </a:lnTo>
                    <a:lnTo>
                      <a:pt x="185" y="341"/>
                    </a:lnTo>
                    <a:lnTo>
                      <a:pt x="186" y="341"/>
                    </a:lnTo>
                    <a:lnTo>
                      <a:pt x="187" y="341"/>
                    </a:lnTo>
                    <a:lnTo>
                      <a:pt x="189" y="341"/>
                    </a:lnTo>
                    <a:lnTo>
                      <a:pt x="190" y="341"/>
                    </a:lnTo>
                    <a:lnTo>
                      <a:pt x="192" y="341"/>
                    </a:lnTo>
                    <a:lnTo>
                      <a:pt x="193" y="341"/>
                    </a:lnTo>
                    <a:lnTo>
                      <a:pt x="194" y="342"/>
                    </a:lnTo>
                    <a:lnTo>
                      <a:pt x="196" y="342"/>
                    </a:lnTo>
                    <a:lnTo>
                      <a:pt x="197" y="342"/>
                    </a:lnTo>
                    <a:lnTo>
                      <a:pt x="199" y="342"/>
                    </a:lnTo>
                    <a:lnTo>
                      <a:pt x="200" y="341"/>
                    </a:lnTo>
                    <a:lnTo>
                      <a:pt x="201" y="342"/>
                    </a:lnTo>
                    <a:lnTo>
                      <a:pt x="203" y="342"/>
                    </a:lnTo>
                    <a:lnTo>
                      <a:pt x="204" y="342"/>
                    </a:lnTo>
                    <a:lnTo>
                      <a:pt x="206" y="342"/>
                    </a:lnTo>
                    <a:lnTo>
                      <a:pt x="207" y="342"/>
                    </a:lnTo>
                    <a:lnTo>
                      <a:pt x="208" y="342"/>
                    </a:lnTo>
                    <a:lnTo>
                      <a:pt x="210" y="342"/>
                    </a:lnTo>
                    <a:lnTo>
                      <a:pt x="211" y="342"/>
                    </a:lnTo>
                    <a:lnTo>
                      <a:pt x="213" y="342"/>
                    </a:lnTo>
                    <a:lnTo>
                      <a:pt x="214" y="342"/>
                    </a:lnTo>
                    <a:lnTo>
                      <a:pt x="216" y="342"/>
                    </a:lnTo>
                    <a:lnTo>
                      <a:pt x="217" y="342"/>
                    </a:lnTo>
                    <a:lnTo>
                      <a:pt x="218" y="342"/>
                    </a:lnTo>
                    <a:lnTo>
                      <a:pt x="220" y="343"/>
                    </a:lnTo>
                    <a:lnTo>
                      <a:pt x="221" y="343"/>
                    </a:lnTo>
                    <a:lnTo>
                      <a:pt x="223" y="343"/>
                    </a:lnTo>
                    <a:lnTo>
                      <a:pt x="224" y="343"/>
                    </a:lnTo>
                    <a:lnTo>
                      <a:pt x="225" y="343"/>
                    </a:lnTo>
                    <a:lnTo>
                      <a:pt x="227" y="343"/>
                    </a:lnTo>
                    <a:lnTo>
                      <a:pt x="228" y="343"/>
                    </a:lnTo>
                    <a:lnTo>
                      <a:pt x="230" y="343"/>
                    </a:lnTo>
                    <a:lnTo>
                      <a:pt x="231" y="344"/>
                    </a:lnTo>
                    <a:lnTo>
                      <a:pt x="232" y="344"/>
                    </a:lnTo>
                    <a:lnTo>
                      <a:pt x="234" y="344"/>
                    </a:lnTo>
                    <a:lnTo>
                      <a:pt x="235" y="345"/>
                    </a:lnTo>
                    <a:lnTo>
                      <a:pt x="237" y="345"/>
                    </a:lnTo>
                    <a:lnTo>
                      <a:pt x="238" y="345"/>
                    </a:lnTo>
                    <a:lnTo>
                      <a:pt x="240" y="345"/>
                    </a:lnTo>
                    <a:lnTo>
                      <a:pt x="241" y="346"/>
                    </a:lnTo>
                    <a:lnTo>
                      <a:pt x="242" y="346"/>
                    </a:lnTo>
                    <a:lnTo>
                      <a:pt x="244" y="346"/>
                    </a:lnTo>
                    <a:lnTo>
                      <a:pt x="245" y="347"/>
                    </a:lnTo>
                    <a:lnTo>
                      <a:pt x="247" y="347"/>
                    </a:lnTo>
                    <a:lnTo>
                      <a:pt x="248" y="347"/>
                    </a:lnTo>
                    <a:lnTo>
                      <a:pt x="249" y="347"/>
                    </a:lnTo>
                    <a:lnTo>
                      <a:pt x="251" y="348"/>
                    </a:lnTo>
                    <a:lnTo>
                      <a:pt x="252" y="348"/>
                    </a:lnTo>
                    <a:lnTo>
                      <a:pt x="254" y="348"/>
                    </a:lnTo>
                    <a:lnTo>
                      <a:pt x="255" y="348"/>
                    </a:lnTo>
                    <a:lnTo>
                      <a:pt x="256" y="348"/>
                    </a:lnTo>
                    <a:lnTo>
                      <a:pt x="258" y="348"/>
                    </a:lnTo>
                    <a:lnTo>
                      <a:pt x="259" y="348"/>
                    </a:lnTo>
                    <a:lnTo>
                      <a:pt x="261" y="348"/>
                    </a:lnTo>
                    <a:lnTo>
                      <a:pt x="262" y="349"/>
                    </a:lnTo>
                    <a:lnTo>
                      <a:pt x="264" y="349"/>
                    </a:lnTo>
                    <a:lnTo>
                      <a:pt x="265" y="349"/>
                    </a:lnTo>
                    <a:lnTo>
                      <a:pt x="266" y="349"/>
                    </a:lnTo>
                    <a:lnTo>
                      <a:pt x="268" y="349"/>
                    </a:lnTo>
                    <a:lnTo>
                      <a:pt x="269" y="350"/>
                    </a:lnTo>
                    <a:lnTo>
                      <a:pt x="271" y="350"/>
                    </a:lnTo>
                    <a:lnTo>
                      <a:pt x="272" y="350"/>
                    </a:lnTo>
                    <a:lnTo>
                      <a:pt x="273" y="350"/>
                    </a:lnTo>
                    <a:lnTo>
                      <a:pt x="275" y="351"/>
                    </a:lnTo>
                    <a:lnTo>
                      <a:pt x="276" y="351"/>
                    </a:lnTo>
                    <a:lnTo>
                      <a:pt x="278" y="351"/>
                    </a:lnTo>
                    <a:lnTo>
                      <a:pt x="279" y="352"/>
                    </a:lnTo>
                    <a:lnTo>
                      <a:pt x="280" y="352"/>
                    </a:lnTo>
                    <a:lnTo>
                      <a:pt x="282" y="352"/>
                    </a:lnTo>
                    <a:lnTo>
                      <a:pt x="283" y="352"/>
                    </a:lnTo>
                    <a:lnTo>
                      <a:pt x="285" y="353"/>
                    </a:lnTo>
                    <a:lnTo>
                      <a:pt x="286" y="353"/>
                    </a:lnTo>
                    <a:lnTo>
                      <a:pt x="288" y="353"/>
                    </a:lnTo>
                    <a:lnTo>
                      <a:pt x="289" y="353"/>
                    </a:lnTo>
                    <a:lnTo>
                      <a:pt x="290" y="353"/>
                    </a:lnTo>
                    <a:lnTo>
                      <a:pt x="292" y="353"/>
                    </a:lnTo>
                    <a:lnTo>
                      <a:pt x="293" y="353"/>
                    </a:lnTo>
                    <a:lnTo>
                      <a:pt x="295" y="354"/>
                    </a:lnTo>
                    <a:lnTo>
                      <a:pt x="296" y="354"/>
                    </a:lnTo>
                    <a:lnTo>
                      <a:pt x="297" y="355"/>
                    </a:lnTo>
                    <a:lnTo>
                      <a:pt x="299" y="355"/>
                    </a:lnTo>
                    <a:lnTo>
                      <a:pt x="300" y="355"/>
                    </a:lnTo>
                    <a:lnTo>
                      <a:pt x="302" y="356"/>
                    </a:lnTo>
                    <a:lnTo>
                      <a:pt x="303" y="356"/>
                    </a:lnTo>
                    <a:lnTo>
                      <a:pt x="304" y="356"/>
                    </a:lnTo>
                    <a:lnTo>
                      <a:pt x="306" y="356"/>
                    </a:lnTo>
                    <a:lnTo>
                      <a:pt x="307" y="356"/>
                    </a:lnTo>
                    <a:lnTo>
                      <a:pt x="309" y="356"/>
                    </a:lnTo>
                    <a:lnTo>
                      <a:pt x="310" y="357"/>
                    </a:lnTo>
                    <a:lnTo>
                      <a:pt x="312" y="357"/>
                    </a:lnTo>
                    <a:lnTo>
                      <a:pt x="313" y="358"/>
                    </a:lnTo>
                    <a:lnTo>
                      <a:pt x="314" y="358"/>
                    </a:lnTo>
                    <a:lnTo>
                      <a:pt x="316" y="358"/>
                    </a:lnTo>
                    <a:lnTo>
                      <a:pt x="317" y="358"/>
                    </a:lnTo>
                    <a:lnTo>
                      <a:pt x="319" y="359"/>
                    </a:lnTo>
                    <a:lnTo>
                      <a:pt x="320" y="359"/>
                    </a:lnTo>
                    <a:lnTo>
                      <a:pt x="321" y="359"/>
                    </a:lnTo>
                    <a:lnTo>
                      <a:pt x="323" y="359"/>
                    </a:lnTo>
                    <a:lnTo>
                      <a:pt x="324" y="359"/>
                    </a:lnTo>
                    <a:lnTo>
                      <a:pt x="326" y="360"/>
                    </a:lnTo>
                    <a:lnTo>
                      <a:pt x="327" y="360"/>
                    </a:lnTo>
                    <a:lnTo>
                      <a:pt x="328" y="360"/>
                    </a:lnTo>
                    <a:lnTo>
                      <a:pt x="330" y="361"/>
                    </a:lnTo>
                    <a:lnTo>
                      <a:pt x="331" y="361"/>
                    </a:lnTo>
                    <a:lnTo>
                      <a:pt x="333" y="361"/>
                    </a:lnTo>
                    <a:lnTo>
                      <a:pt x="334" y="362"/>
                    </a:lnTo>
                    <a:lnTo>
                      <a:pt x="336" y="362"/>
                    </a:lnTo>
                    <a:lnTo>
                      <a:pt x="337" y="362"/>
                    </a:lnTo>
                    <a:lnTo>
                      <a:pt x="338" y="362"/>
                    </a:lnTo>
                    <a:lnTo>
                      <a:pt x="340" y="363"/>
                    </a:lnTo>
                    <a:lnTo>
                      <a:pt x="341" y="363"/>
                    </a:lnTo>
                    <a:lnTo>
                      <a:pt x="343" y="364"/>
                    </a:lnTo>
                    <a:lnTo>
                      <a:pt x="344" y="364"/>
                    </a:lnTo>
                    <a:lnTo>
                      <a:pt x="345" y="364"/>
                    </a:lnTo>
                    <a:lnTo>
                      <a:pt x="347" y="365"/>
                    </a:lnTo>
                    <a:lnTo>
                      <a:pt x="348" y="365"/>
                    </a:lnTo>
                    <a:lnTo>
                      <a:pt x="350" y="365"/>
                    </a:lnTo>
                    <a:lnTo>
                      <a:pt x="351" y="365"/>
                    </a:lnTo>
                    <a:lnTo>
                      <a:pt x="352" y="366"/>
                    </a:lnTo>
                    <a:lnTo>
                      <a:pt x="354" y="366"/>
                    </a:lnTo>
                    <a:lnTo>
                      <a:pt x="355" y="367"/>
                    </a:lnTo>
                    <a:lnTo>
                      <a:pt x="357" y="367"/>
                    </a:lnTo>
                    <a:lnTo>
                      <a:pt x="358" y="367"/>
                    </a:lnTo>
                    <a:lnTo>
                      <a:pt x="360" y="367"/>
                    </a:lnTo>
                    <a:lnTo>
                      <a:pt x="361" y="368"/>
                    </a:lnTo>
                    <a:lnTo>
                      <a:pt x="362" y="368"/>
                    </a:lnTo>
                    <a:lnTo>
                      <a:pt x="364" y="368"/>
                    </a:lnTo>
                    <a:lnTo>
                      <a:pt x="365" y="369"/>
                    </a:lnTo>
                    <a:lnTo>
                      <a:pt x="367" y="369"/>
                    </a:lnTo>
                    <a:lnTo>
                      <a:pt x="368" y="369"/>
                    </a:lnTo>
                    <a:lnTo>
                      <a:pt x="369" y="370"/>
                    </a:lnTo>
                    <a:lnTo>
                      <a:pt x="371" y="370"/>
                    </a:lnTo>
                    <a:lnTo>
                      <a:pt x="372" y="370"/>
                    </a:lnTo>
                    <a:lnTo>
                      <a:pt x="374" y="371"/>
                    </a:lnTo>
                    <a:lnTo>
                      <a:pt x="375" y="371"/>
                    </a:lnTo>
                    <a:lnTo>
                      <a:pt x="376" y="371"/>
                    </a:lnTo>
                    <a:lnTo>
                      <a:pt x="378" y="371"/>
                    </a:lnTo>
                    <a:lnTo>
                      <a:pt x="379" y="372"/>
                    </a:lnTo>
                    <a:lnTo>
                      <a:pt x="381" y="372"/>
                    </a:lnTo>
                    <a:lnTo>
                      <a:pt x="382" y="372"/>
                    </a:lnTo>
                    <a:lnTo>
                      <a:pt x="383" y="372"/>
                    </a:lnTo>
                    <a:lnTo>
                      <a:pt x="385" y="373"/>
                    </a:lnTo>
                    <a:lnTo>
                      <a:pt x="386" y="373"/>
                    </a:lnTo>
                    <a:lnTo>
                      <a:pt x="388" y="373"/>
                    </a:lnTo>
                    <a:lnTo>
                      <a:pt x="389" y="373"/>
                    </a:lnTo>
                    <a:lnTo>
                      <a:pt x="391" y="373"/>
                    </a:lnTo>
                    <a:lnTo>
                      <a:pt x="392" y="373"/>
                    </a:lnTo>
                    <a:lnTo>
                      <a:pt x="393" y="374"/>
                    </a:lnTo>
                    <a:lnTo>
                      <a:pt x="395" y="374"/>
                    </a:lnTo>
                    <a:lnTo>
                      <a:pt x="396" y="374"/>
                    </a:lnTo>
                    <a:lnTo>
                      <a:pt x="398" y="374"/>
                    </a:lnTo>
                    <a:lnTo>
                      <a:pt x="399" y="374"/>
                    </a:lnTo>
                    <a:lnTo>
                      <a:pt x="400" y="375"/>
                    </a:lnTo>
                    <a:lnTo>
                      <a:pt x="402" y="375"/>
                    </a:lnTo>
                    <a:lnTo>
                      <a:pt x="403" y="375"/>
                    </a:lnTo>
                    <a:lnTo>
                      <a:pt x="405" y="375"/>
                    </a:lnTo>
                    <a:lnTo>
                      <a:pt x="406" y="375"/>
                    </a:lnTo>
                    <a:lnTo>
                      <a:pt x="407" y="376"/>
                    </a:lnTo>
                    <a:lnTo>
                      <a:pt x="409" y="376"/>
                    </a:lnTo>
                    <a:lnTo>
                      <a:pt x="410" y="376"/>
                    </a:lnTo>
                    <a:lnTo>
                      <a:pt x="412" y="376"/>
                    </a:lnTo>
                    <a:lnTo>
                      <a:pt x="413" y="376"/>
                    </a:lnTo>
                    <a:lnTo>
                      <a:pt x="415" y="376"/>
                    </a:lnTo>
                    <a:lnTo>
                      <a:pt x="416" y="376"/>
                    </a:lnTo>
                    <a:lnTo>
                      <a:pt x="417" y="376"/>
                    </a:lnTo>
                    <a:lnTo>
                      <a:pt x="419" y="376"/>
                    </a:lnTo>
                    <a:lnTo>
                      <a:pt x="420" y="376"/>
                    </a:lnTo>
                    <a:lnTo>
                      <a:pt x="422" y="377"/>
                    </a:lnTo>
                    <a:lnTo>
                      <a:pt x="423" y="377"/>
                    </a:lnTo>
                    <a:lnTo>
                      <a:pt x="424" y="377"/>
                    </a:lnTo>
                    <a:lnTo>
                      <a:pt x="426" y="377"/>
                    </a:lnTo>
                    <a:lnTo>
                      <a:pt x="427" y="377"/>
                    </a:lnTo>
                    <a:lnTo>
                      <a:pt x="429" y="377"/>
                    </a:lnTo>
                    <a:lnTo>
                      <a:pt x="430" y="377"/>
                    </a:lnTo>
                    <a:lnTo>
                      <a:pt x="431" y="377"/>
                    </a:lnTo>
                    <a:lnTo>
                      <a:pt x="433" y="377"/>
                    </a:lnTo>
                    <a:lnTo>
                      <a:pt x="434" y="377"/>
                    </a:lnTo>
                    <a:lnTo>
                      <a:pt x="436" y="377"/>
                    </a:lnTo>
                    <a:lnTo>
                      <a:pt x="437" y="377"/>
                    </a:lnTo>
                    <a:lnTo>
                      <a:pt x="439" y="377"/>
                    </a:lnTo>
                    <a:lnTo>
                      <a:pt x="440" y="377"/>
                    </a:lnTo>
                    <a:lnTo>
                      <a:pt x="441" y="377"/>
                    </a:lnTo>
                    <a:lnTo>
                      <a:pt x="443" y="377"/>
                    </a:lnTo>
                    <a:lnTo>
                      <a:pt x="444" y="377"/>
                    </a:lnTo>
                    <a:lnTo>
                      <a:pt x="446" y="377"/>
                    </a:lnTo>
                    <a:lnTo>
                      <a:pt x="447" y="377"/>
                    </a:lnTo>
                    <a:lnTo>
                      <a:pt x="448" y="377"/>
                    </a:lnTo>
                    <a:lnTo>
                      <a:pt x="450" y="377"/>
                    </a:lnTo>
                    <a:lnTo>
                      <a:pt x="451" y="376"/>
                    </a:lnTo>
                    <a:lnTo>
                      <a:pt x="453" y="376"/>
                    </a:lnTo>
                    <a:lnTo>
                      <a:pt x="454" y="376"/>
                    </a:lnTo>
                    <a:lnTo>
                      <a:pt x="455" y="377"/>
                    </a:lnTo>
                    <a:lnTo>
                      <a:pt x="457" y="376"/>
                    </a:lnTo>
                    <a:lnTo>
                      <a:pt x="458" y="376"/>
                    </a:lnTo>
                    <a:lnTo>
                      <a:pt x="460" y="376"/>
                    </a:lnTo>
                    <a:lnTo>
                      <a:pt x="461" y="376"/>
                    </a:lnTo>
                    <a:lnTo>
                      <a:pt x="463" y="376"/>
                    </a:lnTo>
                    <a:lnTo>
                      <a:pt x="464" y="376"/>
                    </a:lnTo>
                    <a:lnTo>
                      <a:pt x="465" y="376"/>
                    </a:lnTo>
                    <a:lnTo>
                      <a:pt x="467" y="376"/>
                    </a:lnTo>
                    <a:lnTo>
                      <a:pt x="468" y="376"/>
                    </a:lnTo>
                    <a:lnTo>
                      <a:pt x="470" y="376"/>
                    </a:lnTo>
                    <a:lnTo>
                      <a:pt x="471" y="376"/>
                    </a:lnTo>
                    <a:lnTo>
                      <a:pt x="472" y="376"/>
                    </a:lnTo>
                    <a:lnTo>
                      <a:pt x="474" y="376"/>
                    </a:lnTo>
                    <a:lnTo>
                      <a:pt x="475" y="376"/>
                    </a:lnTo>
                    <a:lnTo>
                      <a:pt x="477" y="376"/>
                    </a:lnTo>
                    <a:lnTo>
                      <a:pt x="478" y="376"/>
                    </a:lnTo>
                    <a:lnTo>
                      <a:pt x="479" y="376"/>
                    </a:lnTo>
                    <a:lnTo>
                      <a:pt x="481" y="376"/>
                    </a:lnTo>
                    <a:lnTo>
                      <a:pt x="482" y="376"/>
                    </a:lnTo>
                    <a:lnTo>
                      <a:pt x="484" y="376"/>
                    </a:lnTo>
                    <a:lnTo>
                      <a:pt x="485" y="376"/>
                    </a:lnTo>
                    <a:lnTo>
                      <a:pt x="487" y="376"/>
                    </a:lnTo>
                    <a:lnTo>
                      <a:pt x="488" y="376"/>
                    </a:lnTo>
                    <a:lnTo>
                      <a:pt x="489" y="376"/>
                    </a:lnTo>
                    <a:lnTo>
                      <a:pt x="491" y="375"/>
                    </a:lnTo>
                    <a:lnTo>
                      <a:pt x="492" y="375"/>
                    </a:lnTo>
                    <a:lnTo>
                      <a:pt x="494" y="375"/>
                    </a:lnTo>
                    <a:lnTo>
                      <a:pt x="495" y="375"/>
                    </a:lnTo>
                    <a:lnTo>
                      <a:pt x="496" y="375"/>
                    </a:lnTo>
                    <a:lnTo>
                      <a:pt x="498" y="375"/>
                    </a:lnTo>
                    <a:lnTo>
                      <a:pt x="499" y="375"/>
                    </a:lnTo>
                    <a:lnTo>
                      <a:pt x="501" y="375"/>
                    </a:lnTo>
                    <a:lnTo>
                      <a:pt x="502" y="374"/>
                    </a:lnTo>
                    <a:lnTo>
                      <a:pt x="503" y="375"/>
                    </a:lnTo>
                    <a:lnTo>
                      <a:pt x="505" y="374"/>
                    </a:lnTo>
                    <a:lnTo>
                      <a:pt x="506" y="374"/>
                    </a:lnTo>
                    <a:lnTo>
                      <a:pt x="508" y="374"/>
                    </a:lnTo>
                    <a:lnTo>
                      <a:pt x="509" y="374"/>
                    </a:lnTo>
                    <a:lnTo>
                      <a:pt x="511" y="374"/>
                    </a:lnTo>
                    <a:lnTo>
                      <a:pt x="512" y="374"/>
                    </a:lnTo>
                    <a:lnTo>
                      <a:pt x="513" y="374"/>
                    </a:lnTo>
                    <a:lnTo>
                      <a:pt x="515" y="374"/>
                    </a:lnTo>
                    <a:lnTo>
                      <a:pt x="516" y="374"/>
                    </a:lnTo>
                    <a:lnTo>
                      <a:pt x="518" y="374"/>
                    </a:lnTo>
                    <a:lnTo>
                      <a:pt x="519" y="373"/>
                    </a:lnTo>
                    <a:lnTo>
                      <a:pt x="520" y="374"/>
                    </a:lnTo>
                    <a:lnTo>
                      <a:pt x="522" y="373"/>
                    </a:lnTo>
                    <a:lnTo>
                      <a:pt x="523" y="373"/>
                    </a:lnTo>
                    <a:lnTo>
                      <a:pt x="525" y="373"/>
                    </a:lnTo>
                    <a:lnTo>
                      <a:pt x="526" y="373"/>
                    </a:lnTo>
                    <a:lnTo>
                      <a:pt x="527" y="373"/>
                    </a:lnTo>
                    <a:lnTo>
                      <a:pt x="529" y="373"/>
                    </a:lnTo>
                    <a:lnTo>
                      <a:pt x="530" y="373"/>
                    </a:lnTo>
                    <a:lnTo>
                      <a:pt x="532" y="372"/>
                    </a:lnTo>
                    <a:lnTo>
                      <a:pt x="533" y="372"/>
                    </a:lnTo>
                    <a:lnTo>
                      <a:pt x="534" y="372"/>
                    </a:lnTo>
                    <a:lnTo>
                      <a:pt x="536" y="372"/>
                    </a:lnTo>
                    <a:lnTo>
                      <a:pt x="537" y="372"/>
                    </a:lnTo>
                    <a:lnTo>
                      <a:pt x="539" y="372"/>
                    </a:lnTo>
                    <a:lnTo>
                      <a:pt x="540" y="372"/>
                    </a:lnTo>
                    <a:lnTo>
                      <a:pt x="542" y="372"/>
                    </a:lnTo>
                    <a:lnTo>
                      <a:pt x="543" y="371"/>
                    </a:lnTo>
                    <a:lnTo>
                      <a:pt x="544" y="371"/>
                    </a:lnTo>
                    <a:lnTo>
                      <a:pt x="546" y="371"/>
                    </a:lnTo>
                    <a:lnTo>
                      <a:pt x="547" y="371"/>
                    </a:lnTo>
                    <a:lnTo>
                      <a:pt x="549" y="371"/>
                    </a:lnTo>
                    <a:lnTo>
                      <a:pt x="550" y="371"/>
                    </a:lnTo>
                    <a:lnTo>
                      <a:pt x="551" y="371"/>
                    </a:lnTo>
                    <a:lnTo>
                      <a:pt x="553" y="371"/>
                    </a:lnTo>
                    <a:lnTo>
                      <a:pt x="554" y="371"/>
                    </a:lnTo>
                    <a:lnTo>
                      <a:pt x="556" y="371"/>
                    </a:lnTo>
                    <a:lnTo>
                      <a:pt x="557" y="371"/>
                    </a:lnTo>
                    <a:lnTo>
                      <a:pt x="558" y="370"/>
                    </a:lnTo>
                    <a:lnTo>
                      <a:pt x="560" y="370"/>
                    </a:lnTo>
                    <a:lnTo>
                      <a:pt x="561" y="370"/>
                    </a:lnTo>
                    <a:lnTo>
                      <a:pt x="563" y="370"/>
                    </a:lnTo>
                    <a:lnTo>
                      <a:pt x="564" y="370"/>
                    </a:lnTo>
                    <a:lnTo>
                      <a:pt x="566" y="370"/>
                    </a:lnTo>
                    <a:lnTo>
                      <a:pt x="567" y="370"/>
                    </a:lnTo>
                    <a:lnTo>
                      <a:pt x="568" y="370"/>
                    </a:lnTo>
                    <a:lnTo>
                      <a:pt x="570" y="370"/>
                    </a:lnTo>
                    <a:lnTo>
                      <a:pt x="571" y="369"/>
                    </a:lnTo>
                    <a:lnTo>
                      <a:pt x="573" y="369"/>
                    </a:lnTo>
                    <a:lnTo>
                      <a:pt x="574" y="369"/>
                    </a:lnTo>
                    <a:lnTo>
                      <a:pt x="575" y="369"/>
                    </a:lnTo>
                    <a:lnTo>
                      <a:pt x="577" y="369"/>
                    </a:lnTo>
                    <a:lnTo>
                      <a:pt x="578" y="369"/>
                    </a:lnTo>
                    <a:lnTo>
                      <a:pt x="580" y="369"/>
                    </a:lnTo>
                    <a:lnTo>
                      <a:pt x="581" y="369"/>
                    </a:lnTo>
                    <a:lnTo>
                      <a:pt x="582" y="369"/>
                    </a:lnTo>
                    <a:lnTo>
                      <a:pt x="584" y="367"/>
                    </a:lnTo>
                    <a:lnTo>
                      <a:pt x="585" y="366"/>
                    </a:lnTo>
                    <a:lnTo>
                      <a:pt x="587" y="0"/>
                    </a:lnTo>
                    <a:lnTo>
                      <a:pt x="588" y="402"/>
                    </a:lnTo>
                    <a:lnTo>
                      <a:pt x="590" y="388"/>
                    </a:lnTo>
                    <a:lnTo>
                      <a:pt x="591" y="381"/>
                    </a:lnTo>
                    <a:lnTo>
                      <a:pt x="592" y="379"/>
                    </a:lnTo>
                    <a:lnTo>
                      <a:pt x="594" y="378"/>
                    </a:lnTo>
                    <a:lnTo>
                      <a:pt x="595" y="378"/>
                    </a:lnTo>
                    <a:lnTo>
                      <a:pt x="597" y="378"/>
                    </a:lnTo>
                    <a:lnTo>
                      <a:pt x="598" y="378"/>
                    </a:lnTo>
                    <a:lnTo>
                      <a:pt x="599" y="378"/>
                    </a:lnTo>
                    <a:lnTo>
                      <a:pt x="601" y="378"/>
                    </a:lnTo>
                    <a:lnTo>
                      <a:pt x="602" y="378"/>
                    </a:lnTo>
                    <a:lnTo>
                      <a:pt x="604" y="378"/>
                    </a:lnTo>
                    <a:lnTo>
                      <a:pt x="605" y="378"/>
                    </a:lnTo>
                    <a:lnTo>
                      <a:pt x="606" y="378"/>
                    </a:lnTo>
                    <a:lnTo>
                      <a:pt x="608" y="378"/>
                    </a:lnTo>
                    <a:lnTo>
                      <a:pt x="609" y="378"/>
                    </a:lnTo>
                    <a:lnTo>
                      <a:pt x="611" y="378"/>
                    </a:lnTo>
                    <a:lnTo>
                      <a:pt x="612" y="378"/>
                    </a:lnTo>
                    <a:lnTo>
                      <a:pt x="614" y="378"/>
                    </a:lnTo>
                    <a:lnTo>
                      <a:pt x="615" y="378"/>
                    </a:lnTo>
                    <a:lnTo>
                      <a:pt x="616" y="378"/>
                    </a:lnTo>
                    <a:lnTo>
                      <a:pt x="618" y="378"/>
                    </a:lnTo>
                    <a:lnTo>
                      <a:pt x="619" y="378"/>
                    </a:lnTo>
                    <a:lnTo>
                      <a:pt x="621" y="378"/>
                    </a:lnTo>
                    <a:lnTo>
                      <a:pt x="622" y="378"/>
                    </a:lnTo>
                    <a:lnTo>
                      <a:pt x="623" y="378"/>
                    </a:lnTo>
                    <a:lnTo>
                      <a:pt x="625" y="378"/>
                    </a:lnTo>
                    <a:lnTo>
                      <a:pt x="626" y="378"/>
                    </a:lnTo>
                    <a:lnTo>
                      <a:pt x="628" y="378"/>
                    </a:lnTo>
                    <a:lnTo>
                      <a:pt x="629" y="378"/>
                    </a:lnTo>
                    <a:lnTo>
                      <a:pt x="630" y="378"/>
                    </a:lnTo>
                    <a:lnTo>
                      <a:pt x="632" y="378"/>
                    </a:lnTo>
                    <a:lnTo>
                      <a:pt x="633" y="378"/>
                    </a:lnTo>
                    <a:lnTo>
                      <a:pt x="635" y="378"/>
                    </a:lnTo>
                    <a:lnTo>
                      <a:pt x="636" y="378"/>
                    </a:lnTo>
                    <a:lnTo>
                      <a:pt x="638" y="378"/>
                    </a:lnTo>
                    <a:lnTo>
                      <a:pt x="639" y="378"/>
                    </a:lnTo>
                    <a:lnTo>
                      <a:pt x="640" y="378"/>
                    </a:lnTo>
                    <a:lnTo>
                      <a:pt x="642" y="378"/>
                    </a:lnTo>
                    <a:lnTo>
                      <a:pt x="643" y="378"/>
                    </a:lnTo>
                    <a:lnTo>
                      <a:pt x="645" y="378"/>
                    </a:lnTo>
                    <a:lnTo>
                      <a:pt x="646" y="378"/>
                    </a:lnTo>
                    <a:lnTo>
                      <a:pt x="647" y="378"/>
                    </a:lnTo>
                    <a:lnTo>
                      <a:pt x="649" y="378"/>
                    </a:lnTo>
                    <a:lnTo>
                      <a:pt x="650" y="378"/>
                    </a:lnTo>
                    <a:lnTo>
                      <a:pt x="652" y="378"/>
                    </a:lnTo>
                    <a:lnTo>
                      <a:pt x="653" y="378"/>
                    </a:lnTo>
                    <a:lnTo>
                      <a:pt x="654" y="378"/>
                    </a:lnTo>
                    <a:lnTo>
                      <a:pt x="656" y="378"/>
                    </a:lnTo>
                    <a:lnTo>
                      <a:pt x="657" y="378"/>
                    </a:lnTo>
                    <a:lnTo>
                      <a:pt x="659" y="378"/>
                    </a:lnTo>
                    <a:lnTo>
                      <a:pt x="660" y="378"/>
                    </a:lnTo>
                    <a:lnTo>
                      <a:pt x="662" y="378"/>
                    </a:lnTo>
                    <a:lnTo>
                      <a:pt x="663" y="378"/>
                    </a:lnTo>
                    <a:lnTo>
                      <a:pt x="664" y="378"/>
                    </a:lnTo>
                    <a:lnTo>
                      <a:pt x="666" y="378"/>
                    </a:lnTo>
                    <a:lnTo>
                      <a:pt x="667" y="378"/>
                    </a:lnTo>
                    <a:lnTo>
                      <a:pt x="669" y="378"/>
                    </a:lnTo>
                    <a:lnTo>
                      <a:pt x="670" y="378"/>
                    </a:lnTo>
                    <a:lnTo>
                      <a:pt x="671" y="377"/>
                    </a:lnTo>
                    <a:lnTo>
                      <a:pt x="673" y="378"/>
                    </a:lnTo>
                    <a:lnTo>
                      <a:pt x="674" y="378"/>
                    </a:lnTo>
                    <a:lnTo>
                      <a:pt x="676" y="378"/>
                    </a:lnTo>
                    <a:lnTo>
                      <a:pt x="677" y="378"/>
                    </a:lnTo>
                    <a:lnTo>
                      <a:pt x="678" y="378"/>
                    </a:lnTo>
                    <a:lnTo>
                      <a:pt x="680" y="378"/>
                    </a:lnTo>
                    <a:lnTo>
                      <a:pt x="681" y="378"/>
                    </a:lnTo>
                    <a:lnTo>
                      <a:pt x="683" y="378"/>
                    </a:lnTo>
                    <a:lnTo>
                      <a:pt x="684" y="378"/>
                    </a:lnTo>
                    <a:lnTo>
                      <a:pt x="686" y="378"/>
                    </a:lnTo>
                    <a:lnTo>
                      <a:pt x="687" y="378"/>
                    </a:lnTo>
                    <a:lnTo>
                      <a:pt x="688" y="378"/>
                    </a:lnTo>
                    <a:lnTo>
                      <a:pt x="690" y="378"/>
                    </a:lnTo>
                    <a:lnTo>
                      <a:pt x="691" y="378"/>
                    </a:lnTo>
                    <a:lnTo>
                      <a:pt x="693" y="378"/>
                    </a:lnTo>
                    <a:lnTo>
                      <a:pt x="694" y="378"/>
                    </a:lnTo>
                    <a:lnTo>
                      <a:pt x="695" y="378"/>
                    </a:lnTo>
                    <a:lnTo>
                      <a:pt x="697" y="378"/>
                    </a:lnTo>
                    <a:lnTo>
                      <a:pt x="698" y="378"/>
                    </a:lnTo>
                    <a:lnTo>
                      <a:pt x="700" y="378"/>
                    </a:lnTo>
                    <a:lnTo>
                      <a:pt x="701" y="377"/>
                    </a:lnTo>
                    <a:lnTo>
                      <a:pt x="702" y="378"/>
                    </a:lnTo>
                    <a:lnTo>
                      <a:pt x="704" y="378"/>
                    </a:lnTo>
                    <a:lnTo>
                      <a:pt x="705" y="377"/>
                    </a:lnTo>
                    <a:lnTo>
                      <a:pt x="707" y="377"/>
                    </a:lnTo>
                    <a:lnTo>
                      <a:pt x="708" y="377"/>
                    </a:lnTo>
                    <a:lnTo>
                      <a:pt x="709" y="377"/>
                    </a:lnTo>
                    <a:lnTo>
                      <a:pt x="711" y="377"/>
                    </a:lnTo>
                    <a:lnTo>
                      <a:pt x="712" y="377"/>
                    </a:lnTo>
                    <a:lnTo>
                      <a:pt x="714" y="377"/>
                    </a:lnTo>
                    <a:lnTo>
                      <a:pt x="715" y="377"/>
                    </a:lnTo>
                    <a:lnTo>
                      <a:pt x="717" y="377"/>
                    </a:lnTo>
                    <a:lnTo>
                      <a:pt x="718" y="377"/>
                    </a:lnTo>
                    <a:lnTo>
                      <a:pt x="719" y="377"/>
                    </a:lnTo>
                    <a:lnTo>
                      <a:pt x="721" y="377"/>
                    </a:lnTo>
                    <a:lnTo>
                      <a:pt x="722" y="377"/>
                    </a:lnTo>
                    <a:lnTo>
                      <a:pt x="724" y="377"/>
                    </a:lnTo>
                    <a:lnTo>
                      <a:pt x="725" y="378"/>
                    </a:lnTo>
                    <a:lnTo>
                      <a:pt x="726" y="377"/>
                    </a:lnTo>
                    <a:lnTo>
                      <a:pt x="728" y="377"/>
                    </a:lnTo>
                    <a:lnTo>
                      <a:pt x="729" y="377"/>
                    </a:lnTo>
                    <a:lnTo>
                      <a:pt x="731" y="377"/>
                    </a:lnTo>
                    <a:lnTo>
                      <a:pt x="732" y="377"/>
                    </a:lnTo>
                    <a:lnTo>
                      <a:pt x="733" y="377"/>
                    </a:lnTo>
                    <a:lnTo>
                      <a:pt x="735" y="377"/>
                    </a:lnTo>
                    <a:lnTo>
                      <a:pt x="736" y="378"/>
                    </a:lnTo>
                    <a:lnTo>
                      <a:pt x="738" y="378"/>
                    </a:lnTo>
                    <a:lnTo>
                      <a:pt x="739" y="378"/>
                    </a:lnTo>
                    <a:lnTo>
                      <a:pt x="741" y="378"/>
                    </a:lnTo>
                    <a:lnTo>
                      <a:pt x="742" y="378"/>
                    </a:lnTo>
                    <a:lnTo>
                      <a:pt x="743" y="378"/>
                    </a:lnTo>
                    <a:lnTo>
                      <a:pt x="745" y="378"/>
                    </a:lnTo>
                    <a:lnTo>
                      <a:pt x="746" y="378"/>
                    </a:lnTo>
                    <a:lnTo>
                      <a:pt x="748" y="378"/>
                    </a:lnTo>
                    <a:lnTo>
                      <a:pt x="749" y="378"/>
                    </a:lnTo>
                    <a:lnTo>
                      <a:pt x="750" y="378"/>
                    </a:lnTo>
                    <a:lnTo>
                      <a:pt x="752" y="378"/>
                    </a:lnTo>
                    <a:lnTo>
                      <a:pt x="753" y="378"/>
                    </a:lnTo>
                    <a:lnTo>
                      <a:pt x="755" y="378"/>
                    </a:lnTo>
                    <a:lnTo>
                      <a:pt x="756" y="378"/>
                    </a:lnTo>
                    <a:lnTo>
                      <a:pt x="757" y="378"/>
                    </a:lnTo>
                    <a:lnTo>
                      <a:pt x="759" y="378"/>
                    </a:lnTo>
                    <a:lnTo>
                      <a:pt x="760" y="378"/>
                    </a:lnTo>
                    <a:lnTo>
                      <a:pt x="762" y="378"/>
                    </a:lnTo>
                    <a:lnTo>
                      <a:pt x="763" y="378"/>
                    </a:lnTo>
                    <a:lnTo>
                      <a:pt x="765" y="378"/>
                    </a:lnTo>
                    <a:lnTo>
                      <a:pt x="766" y="378"/>
                    </a:lnTo>
                    <a:lnTo>
                      <a:pt x="767" y="378"/>
                    </a:lnTo>
                    <a:lnTo>
                      <a:pt x="769" y="378"/>
                    </a:lnTo>
                    <a:lnTo>
                      <a:pt x="770" y="378"/>
                    </a:lnTo>
                    <a:lnTo>
                      <a:pt x="772" y="378"/>
                    </a:lnTo>
                    <a:lnTo>
                      <a:pt x="773" y="378"/>
                    </a:lnTo>
                    <a:lnTo>
                      <a:pt x="774" y="378"/>
                    </a:lnTo>
                    <a:lnTo>
                      <a:pt x="776" y="378"/>
                    </a:lnTo>
                    <a:lnTo>
                      <a:pt x="777" y="378"/>
                    </a:lnTo>
                    <a:lnTo>
                      <a:pt x="779" y="378"/>
                    </a:lnTo>
                    <a:lnTo>
                      <a:pt x="780" y="378"/>
                    </a:lnTo>
                    <a:lnTo>
                      <a:pt x="781" y="378"/>
                    </a:lnTo>
                    <a:lnTo>
                      <a:pt x="783" y="378"/>
                    </a:lnTo>
                    <a:lnTo>
                      <a:pt x="784" y="378"/>
                    </a:lnTo>
                    <a:lnTo>
                      <a:pt x="786" y="378"/>
                    </a:lnTo>
                    <a:lnTo>
                      <a:pt x="787" y="378"/>
                    </a:lnTo>
                    <a:lnTo>
                      <a:pt x="789" y="378"/>
                    </a:lnTo>
                    <a:lnTo>
                      <a:pt x="790" y="378"/>
                    </a:lnTo>
                    <a:lnTo>
                      <a:pt x="791" y="378"/>
                    </a:lnTo>
                    <a:lnTo>
                      <a:pt x="793" y="378"/>
                    </a:lnTo>
                    <a:lnTo>
                      <a:pt x="794" y="378"/>
                    </a:lnTo>
                    <a:lnTo>
                      <a:pt x="796" y="378"/>
                    </a:lnTo>
                    <a:lnTo>
                      <a:pt x="797" y="378"/>
                    </a:lnTo>
                    <a:lnTo>
                      <a:pt x="798" y="378"/>
                    </a:lnTo>
                    <a:lnTo>
                      <a:pt x="800" y="378"/>
                    </a:lnTo>
                    <a:lnTo>
                      <a:pt x="801" y="378"/>
                    </a:lnTo>
                    <a:lnTo>
                      <a:pt x="803" y="378"/>
                    </a:lnTo>
                    <a:lnTo>
                      <a:pt x="804" y="378"/>
                    </a:lnTo>
                    <a:lnTo>
                      <a:pt x="805" y="378"/>
                    </a:lnTo>
                    <a:lnTo>
                      <a:pt x="807" y="378"/>
                    </a:lnTo>
                    <a:lnTo>
                      <a:pt x="808" y="378"/>
                    </a:lnTo>
                    <a:lnTo>
                      <a:pt x="810" y="378"/>
                    </a:lnTo>
                    <a:lnTo>
                      <a:pt x="811" y="378"/>
                    </a:lnTo>
                    <a:lnTo>
                      <a:pt x="813" y="378"/>
                    </a:lnTo>
                    <a:lnTo>
                      <a:pt x="814" y="378"/>
                    </a:lnTo>
                    <a:lnTo>
                      <a:pt x="815" y="378"/>
                    </a:lnTo>
                    <a:lnTo>
                      <a:pt x="817" y="378"/>
                    </a:lnTo>
                    <a:lnTo>
                      <a:pt x="818" y="378"/>
                    </a:lnTo>
                    <a:lnTo>
                      <a:pt x="820" y="378"/>
                    </a:lnTo>
                    <a:lnTo>
                      <a:pt x="821" y="378"/>
                    </a:lnTo>
                    <a:lnTo>
                      <a:pt x="822" y="378"/>
                    </a:lnTo>
                    <a:lnTo>
                      <a:pt x="824" y="378"/>
                    </a:lnTo>
                    <a:lnTo>
                      <a:pt x="825" y="378"/>
                    </a:lnTo>
                    <a:lnTo>
                      <a:pt x="827" y="378"/>
                    </a:lnTo>
                    <a:lnTo>
                      <a:pt x="828" y="378"/>
                    </a:lnTo>
                    <a:lnTo>
                      <a:pt x="829" y="378"/>
                    </a:lnTo>
                    <a:lnTo>
                      <a:pt x="831" y="378"/>
                    </a:lnTo>
                    <a:lnTo>
                      <a:pt x="832" y="378"/>
                    </a:lnTo>
                    <a:lnTo>
                      <a:pt x="834" y="378"/>
                    </a:lnTo>
                    <a:lnTo>
                      <a:pt x="835" y="378"/>
                    </a:lnTo>
                    <a:lnTo>
                      <a:pt x="837" y="378"/>
                    </a:lnTo>
                    <a:lnTo>
                      <a:pt x="838" y="378"/>
                    </a:lnTo>
                    <a:lnTo>
                      <a:pt x="839" y="378"/>
                    </a:lnTo>
                    <a:lnTo>
                      <a:pt x="841" y="378"/>
                    </a:lnTo>
                    <a:lnTo>
                      <a:pt x="842" y="378"/>
                    </a:lnTo>
                    <a:lnTo>
                      <a:pt x="844" y="378"/>
                    </a:lnTo>
                    <a:lnTo>
                      <a:pt x="845" y="378"/>
                    </a:lnTo>
                    <a:lnTo>
                      <a:pt x="846" y="378"/>
                    </a:lnTo>
                    <a:lnTo>
                      <a:pt x="848" y="378"/>
                    </a:lnTo>
                    <a:lnTo>
                      <a:pt x="849" y="378"/>
                    </a:lnTo>
                    <a:lnTo>
                      <a:pt x="851" y="378"/>
                    </a:lnTo>
                    <a:lnTo>
                      <a:pt x="852" y="378"/>
                    </a:lnTo>
                    <a:lnTo>
                      <a:pt x="853" y="378"/>
                    </a:lnTo>
                    <a:lnTo>
                      <a:pt x="855" y="378"/>
                    </a:lnTo>
                    <a:lnTo>
                      <a:pt x="856" y="378"/>
                    </a:lnTo>
                    <a:lnTo>
                      <a:pt x="858" y="378"/>
                    </a:lnTo>
                    <a:lnTo>
                      <a:pt x="859" y="378"/>
                    </a:lnTo>
                    <a:lnTo>
                      <a:pt x="861" y="378"/>
                    </a:lnTo>
                    <a:lnTo>
                      <a:pt x="862" y="378"/>
                    </a:lnTo>
                    <a:lnTo>
                      <a:pt x="863" y="378"/>
                    </a:lnTo>
                    <a:lnTo>
                      <a:pt x="865" y="378"/>
                    </a:lnTo>
                    <a:lnTo>
                      <a:pt x="866" y="378"/>
                    </a:lnTo>
                    <a:lnTo>
                      <a:pt x="868" y="378"/>
                    </a:lnTo>
                    <a:lnTo>
                      <a:pt x="869" y="378"/>
                    </a:lnTo>
                    <a:lnTo>
                      <a:pt x="870" y="378"/>
                    </a:lnTo>
                    <a:lnTo>
                      <a:pt x="872" y="378"/>
                    </a:lnTo>
                    <a:lnTo>
                      <a:pt x="873" y="378"/>
                    </a:lnTo>
                    <a:lnTo>
                      <a:pt x="875" y="378"/>
                    </a:lnTo>
                    <a:lnTo>
                      <a:pt x="876" y="378"/>
                    </a:lnTo>
                    <a:lnTo>
                      <a:pt x="877" y="378"/>
                    </a:lnTo>
                    <a:lnTo>
                      <a:pt x="879" y="378"/>
                    </a:lnTo>
                    <a:lnTo>
                      <a:pt x="880" y="378"/>
                    </a:lnTo>
                    <a:lnTo>
                      <a:pt x="882" y="378"/>
                    </a:lnTo>
                    <a:lnTo>
                      <a:pt x="883" y="378"/>
                    </a:lnTo>
                    <a:lnTo>
                      <a:pt x="884" y="378"/>
                    </a:lnTo>
                    <a:lnTo>
                      <a:pt x="886" y="378"/>
                    </a:lnTo>
                    <a:lnTo>
                      <a:pt x="887" y="378"/>
                    </a:lnTo>
                    <a:lnTo>
                      <a:pt x="889" y="378"/>
                    </a:lnTo>
                    <a:lnTo>
                      <a:pt x="890" y="378"/>
                    </a:lnTo>
                    <a:lnTo>
                      <a:pt x="892" y="378"/>
                    </a:lnTo>
                    <a:lnTo>
                      <a:pt x="893" y="378"/>
                    </a:lnTo>
                    <a:lnTo>
                      <a:pt x="894" y="378"/>
                    </a:lnTo>
                    <a:lnTo>
                      <a:pt x="896" y="378"/>
                    </a:lnTo>
                    <a:lnTo>
                      <a:pt x="897" y="378"/>
                    </a:lnTo>
                    <a:lnTo>
                      <a:pt x="899" y="378"/>
                    </a:lnTo>
                    <a:lnTo>
                      <a:pt x="900" y="378"/>
                    </a:lnTo>
                    <a:lnTo>
                      <a:pt x="901" y="378"/>
                    </a:lnTo>
                    <a:lnTo>
                      <a:pt x="903" y="378"/>
                    </a:lnTo>
                    <a:lnTo>
                      <a:pt x="904" y="378"/>
                    </a:lnTo>
                    <a:lnTo>
                      <a:pt x="906" y="378"/>
                    </a:lnTo>
                    <a:lnTo>
                      <a:pt x="907" y="378"/>
                    </a:lnTo>
                    <a:lnTo>
                      <a:pt x="908" y="378"/>
                    </a:lnTo>
                    <a:lnTo>
                      <a:pt x="910" y="378"/>
                    </a:lnTo>
                    <a:lnTo>
                      <a:pt x="911" y="378"/>
                    </a:lnTo>
                    <a:lnTo>
                      <a:pt x="913" y="378"/>
                    </a:lnTo>
                    <a:lnTo>
                      <a:pt x="914" y="378"/>
                    </a:lnTo>
                    <a:lnTo>
                      <a:pt x="916" y="378"/>
                    </a:lnTo>
                    <a:lnTo>
                      <a:pt x="917" y="378"/>
                    </a:lnTo>
                    <a:lnTo>
                      <a:pt x="918" y="378"/>
                    </a:lnTo>
                    <a:lnTo>
                      <a:pt x="920" y="378"/>
                    </a:lnTo>
                    <a:lnTo>
                      <a:pt x="921" y="378"/>
                    </a:lnTo>
                    <a:lnTo>
                      <a:pt x="923" y="378"/>
                    </a:lnTo>
                    <a:lnTo>
                      <a:pt x="924" y="378"/>
                    </a:lnTo>
                    <a:lnTo>
                      <a:pt x="925" y="378"/>
                    </a:lnTo>
                    <a:lnTo>
                      <a:pt x="927" y="378"/>
                    </a:lnTo>
                    <a:lnTo>
                      <a:pt x="928" y="378"/>
                    </a:lnTo>
                    <a:lnTo>
                      <a:pt x="930" y="378"/>
                    </a:lnTo>
                    <a:lnTo>
                      <a:pt x="931" y="378"/>
                    </a:lnTo>
                    <a:lnTo>
                      <a:pt x="932" y="378"/>
                    </a:lnTo>
                    <a:lnTo>
                      <a:pt x="934" y="378"/>
                    </a:lnTo>
                    <a:lnTo>
                      <a:pt x="935" y="378"/>
                    </a:lnTo>
                    <a:lnTo>
                      <a:pt x="937" y="378"/>
                    </a:lnTo>
                    <a:lnTo>
                      <a:pt x="938" y="378"/>
                    </a:lnTo>
                    <a:lnTo>
                      <a:pt x="940" y="378"/>
                    </a:lnTo>
                    <a:lnTo>
                      <a:pt x="941" y="378"/>
                    </a:lnTo>
                    <a:lnTo>
                      <a:pt x="942" y="378"/>
                    </a:lnTo>
                    <a:lnTo>
                      <a:pt x="944" y="378"/>
                    </a:lnTo>
                    <a:lnTo>
                      <a:pt x="945" y="378"/>
                    </a:lnTo>
                    <a:lnTo>
                      <a:pt x="947" y="378"/>
                    </a:lnTo>
                    <a:lnTo>
                      <a:pt x="948" y="378"/>
                    </a:lnTo>
                    <a:lnTo>
                      <a:pt x="949" y="378"/>
                    </a:lnTo>
                    <a:lnTo>
                      <a:pt x="951" y="378"/>
                    </a:lnTo>
                    <a:lnTo>
                      <a:pt x="952" y="378"/>
                    </a:lnTo>
                    <a:lnTo>
                      <a:pt x="954" y="378"/>
                    </a:lnTo>
                    <a:lnTo>
                      <a:pt x="955" y="378"/>
                    </a:lnTo>
                    <a:lnTo>
                      <a:pt x="956" y="378"/>
                    </a:lnTo>
                    <a:lnTo>
                      <a:pt x="958" y="378"/>
                    </a:lnTo>
                    <a:lnTo>
                      <a:pt x="959" y="378"/>
                    </a:lnTo>
                    <a:lnTo>
                      <a:pt x="961" y="378"/>
                    </a:lnTo>
                    <a:lnTo>
                      <a:pt x="962" y="378"/>
                    </a:lnTo>
                    <a:lnTo>
                      <a:pt x="964" y="378"/>
                    </a:lnTo>
                    <a:lnTo>
                      <a:pt x="965" y="378"/>
                    </a:lnTo>
                    <a:lnTo>
                      <a:pt x="966" y="378"/>
                    </a:lnTo>
                    <a:lnTo>
                      <a:pt x="968" y="378"/>
                    </a:lnTo>
                    <a:lnTo>
                      <a:pt x="969" y="378"/>
                    </a:lnTo>
                    <a:lnTo>
                      <a:pt x="971" y="378"/>
                    </a:lnTo>
                    <a:lnTo>
                      <a:pt x="972" y="378"/>
                    </a:lnTo>
                    <a:lnTo>
                      <a:pt x="973" y="378"/>
                    </a:lnTo>
                    <a:lnTo>
                      <a:pt x="975" y="378"/>
                    </a:lnTo>
                    <a:lnTo>
                      <a:pt x="976" y="378"/>
                    </a:lnTo>
                    <a:lnTo>
                      <a:pt x="978" y="378"/>
                    </a:lnTo>
                    <a:lnTo>
                      <a:pt x="979" y="378"/>
                    </a:lnTo>
                    <a:lnTo>
                      <a:pt x="980" y="378"/>
                    </a:lnTo>
                    <a:lnTo>
                      <a:pt x="982" y="378"/>
                    </a:lnTo>
                    <a:lnTo>
                      <a:pt x="983" y="378"/>
                    </a:lnTo>
                    <a:lnTo>
                      <a:pt x="985" y="378"/>
                    </a:lnTo>
                    <a:lnTo>
                      <a:pt x="986" y="378"/>
                    </a:lnTo>
                    <a:lnTo>
                      <a:pt x="988" y="378"/>
                    </a:lnTo>
                    <a:lnTo>
                      <a:pt x="989" y="378"/>
                    </a:lnTo>
                    <a:lnTo>
                      <a:pt x="990" y="378"/>
                    </a:lnTo>
                    <a:lnTo>
                      <a:pt x="992" y="378"/>
                    </a:lnTo>
                    <a:lnTo>
                      <a:pt x="993" y="378"/>
                    </a:lnTo>
                    <a:lnTo>
                      <a:pt x="995" y="378"/>
                    </a:lnTo>
                    <a:lnTo>
                      <a:pt x="996" y="378"/>
                    </a:lnTo>
                    <a:lnTo>
                      <a:pt x="997" y="379"/>
                    </a:lnTo>
                    <a:lnTo>
                      <a:pt x="999" y="378"/>
                    </a:lnTo>
                    <a:lnTo>
                      <a:pt x="1000" y="378"/>
                    </a:lnTo>
                    <a:lnTo>
                      <a:pt x="1002" y="378"/>
                    </a:lnTo>
                    <a:lnTo>
                      <a:pt x="1003" y="378"/>
                    </a:lnTo>
                    <a:lnTo>
                      <a:pt x="1004" y="378"/>
                    </a:lnTo>
                    <a:lnTo>
                      <a:pt x="1006" y="378"/>
                    </a:lnTo>
                    <a:lnTo>
                      <a:pt x="1007" y="378"/>
                    </a:lnTo>
                    <a:lnTo>
                      <a:pt x="1009" y="378"/>
                    </a:lnTo>
                    <a:lnTo>
                      <a:pt x="1010" y="378"/>
                    </a:lnTo>
                    <a:lnTo>
                      <a:pt x="1012" y="378"/>
                    </a:lnTo>
                    <a:lnTo>
                      <a:pt x="1013" y="378"/>
                    </a:lnTo>
                    <a:lnTo>
                      <a:pt x="1014" y="378"/>
                    </a:lnTo>
                    <a:lnTo>
                      <a:pt x="1016" y="378"/>
                    </a:lnTo>
                    <a:lnTo>
                      <a:pt x="1017" y="378"/>
                    </a:lnTo>
                    <a:lnTo>
                      <a:pt x="1019" y="378"/>
                    </a:lnTo>
                    <a:lnTo>
                      <a:pt x="1020" y="378"/>
                    </a:lnTo>
                    <a:lnTo>
                      <a:pt x="1021" y="378"/>
                    </a:lnTo>
                    <a:lnTo>
                      <a:pt x="1023" y="378"/>
                    </a:lnTo>
                    <a:lnTo>
                      <a:pt x="1024" y="378"/>
                    </a:lnTo>
                    <a:lnTo>
                      <a:pt x="1026" y="378"/>
                    </a:lnTo>
                    <a:lnTo>
                      <a:pt x="1027" y="378"/>
                    </a:lnTo>
                    <a:lnTo>
                      <a:pt x="1028" y="378"/>
                    </a:lnTo>
                    <a:lnTo>
                      <a:pt x="1030" y="378"/>
                    </a:lnTo>
                    <a:lnTo>
                      <a:pt x="1031" y="379"/>
                    </a:lnTo>
                    <a:lnTo>
                      <a:pt x="1033" y="379"/>
                    </a:lnTo>
                    <a:lnTo>
                      <a:pt x="1034" y="379"/>
                    </a:lnTo>
                    <a:lnTo>
                      <a:pt x="1036" y="379"/>
                    </a:lnTo>
                    <a:lnTo>
                      <a:pt x="1037" y="379"/>
                    </a:lnTo>
                    <a:lnTo>
                      <a:pt x="1038" y="379"/>
                    </a:lnTo>
                    <a:lnTo>
                      <a:pt x="1040" y="379"/>
                    </a:lnTo>
                    <a:lnTo>
                      <a:pt x="1041" y="379"/>
                    </a:lnTo>
                    <a:lnTo>
                      <a:pt x="1043" y="379"/>
                    </a:lnTo>
                    <a:lnTo>
                      <a:pt x="1044" y="379"/>
                    </a:lnTo>
                    <a:lnTo>
                      <a:pt x="1045" y="379"/>
                    </a:lnTo>
                    <a:lnTo>
                      <a:pt x="1047" y="378"/>
                    </a:lnTo>
                    <a:lnTo>
                      <a:pt x="1048" y="379"/>
                    </a:lnTo>
                    <a:lnTo>
                      <a:pt x="1050" y="379"/>
                    </a:lnTo>
                    <a:lnTo>
                      <a:pt x="1051" y="379"/>
                    </a:lnTo>
                    <a:lnTo>
                      <a:pt x="1052" y="379"/>
                    </a:lnTo>
                    <a:lnTo>
                      <a:pt x="1054" y="379"/>
                    </a:lnTo>
                    <a:lnTo>
                      <a:pt x="1055" y="379"/>
                    </a:lnTo>
                    <a:lnTo>
                      <a:pt x="1057" y="379"/>
                    </a:lnTo>
                    <a:lnTo>
                      <a:pt x="1058" y="379"/>
                    </a:lnTo>
                    <a:lnTo>
                      <a:pt x="1059" y="379"/>
                    </a:lnTo>
                    <a:lnTo>
                      <a:pt x="1061" y="379"/>
                    </a:lnTo>
                    <a:lnTo>
                      <a:pt x="1062" y="379"/>
                    </a:lnTo>
                    <a:lnTo>
                      <a:pt x="1064" y="379"/>
                    </a:lnTo>
                    <a:lnTo>
                      <a:pt x="1065" y="379"/>
                    </a:lnTo>
                    <a:lnTo>
                      <a:pt x="1067" y="379"/>
                    </a:lnTo>
                    <a:lnTo>
                      <a:pt x="1068" y="379"/>
                    </a:lnTo>
                    <a:lnTo>
                      <a:pt x="1069" y="379"/>
                    </a:lnTo>
                    <a:lnTo>
                      <a:pt x="1071" y="379"/>
                    </a:lnTo>
                    <a:lnTo>
                      <a:pt x="1072" y="379"/>
                    </a:lnTo>
                    <a:lnTo>
                      <a:pt x="1074" y="379"/>
                    </a:lnTo>
                    <a:lnTo>
                      <a:pt x="1075" y="379"/>
                    </a:lnTo>
                    <a:lnTo>
                      <a:pt x="1076" y="379"/>
                    </a:lnTo>
                    <a:lnTo>
                      <a:pt x="1078" y="379"/>
                    </a:lnTo>
                    <a:lnTo>
                      <a:pt x="1079" y="379"/>
                    </a:lnTo>
                    <a:lnTo>
                      <a:pt x="1081" y="379"/>
                    </a:lnTo>
                    <a:lnTo>
                      <a:pt x="1082" y="379"/>
                    </a:lnTo>
                    <a:lnTo>
                      <a:pt x="1083" y="379"/>
                    </a:lnTo>
                    <a:lnTo>
                      <a:pt x="1085" y="379"/>
                    </a:lnTo>
                    <a:lnTo>
                      <a:pt x="1086" y="379"/>
                    </a:lnTo>
                    <a:lnTo>
                      <a:pt x="1088" y="379"/>
                    </a:lnTo>
                    <a:lnTo>
                      <a:pt x="1089" y="379"/>
                    </a:lnTo>
                    <a:lnTo>
                      <a:pt x="1091" y="379"/>
                    </a:lnTo>
                    <a:lnTo>
                      <a:pt x="1092" y="379"/>
                    </a:lnTo>
                    <a:lnTo>
                      <a:pt x="1093" y="378"/>
                    </a:lnTo>
                    <a:lnTo>
                      <a:pt x="1095" y="378"/>
                    </a:lnTo>
                    <a:lnTo>
                      <a:pt x="1096" y="378"/>
                    </a:lnTo>
                    <a:lnTo>
                      <a:pt x="1098" y="378"/>
                    </a:lnTo>
                    <a:lnTo>
                      <a:pt x="1099" y="378"/>
                    </a:lnTo>
                    <a:lnTo>
                      <a:pt x="1100" y="378"/>
                    </a:lnTo>
                    <a:lnTo>
                      <a:pt x="1102" y="378"/>
                    </a:lnTo>
                    <a:lnTo>
                      <a:pt x="1103" y="378"/>
                    </a:lnTo>
                    <a:lnTo>
                      <a:pt x="1105" y="378"/>
                    </a:lnTo>
                    <a:lnTo>
                      <a:pt x="1106" y="378"/>
                    </a:lnTo>
                    <a:lnTo>
                      <a:pt x="1107" y="379"/>
                    </a:lnTo>
                    <a:lnTo>
                      <a:pt x="1109" y="378"/>
                    </a:lnTo>
                    <a:lnTo>
                      <a:pt x="1110" y="378"/>
                    </a:lnTo>
                    <a:lnTo>
                      <a:pt x="1112" y="378"/>
                    </a:lnTo>
                    <a:lnTo>
                      <a:pt x="1113" y="378"/>
                    </a:lnTo>
                    <a:lnTo>
                      <a:pt x="1115" y="378"/>
                    </a:lnTo>
                    <a:lnTo>
                      <a:pt x="1116" y="378"/>
                    </a:lnTo>
                    <a:lnTo>
                      <a:pt x="1117" y="378"/>
                    </a:lnTo>
                    <a:lnTo>
                      <a:pt x="1119" y="378"/>
                    </a:lnTo>
                    <a:lnTo>
                      <a:pt x="1120" y="378"/>
                    </a:lnTo>
                    <a:lnTo>
                      <a:pt x="1122" y="378"/>
                    </a:lnTo>
                    <a:lnTo>
                      <a:pt x="1123" y="378"/>
                    </a:lnTo>
                    <a:lnTo>
                      <a:pt x="1124" y="378"/>
                    </a:lnTo>
                    <a:lnTo>
                      <a:pt x="1126" y="379"/>
                    </a:lnTo>
                    <a:lnTo>
                      <a:pt x="1127" y="379"/>
                    </a:lnTo>
                    <a:lnTo>
                      <a:pt x="1129" y="379"/>
                    </a:lnTo>
                    <a:lnTo>
                      <a:pt x="1130" y="379"/>
                    </a:lnTo>
                    <a:lnTo>
                      <a:pt x="1131" y="379"/>
                    </a:lnTo>
                    <a:lnTo>
                      <a:pt x="1133" y="379"/>
                    </a:lnTo>
                    <a:lnTo>
                      <a:pt x="1134" y="379"/>
                    </a:lnTo>
                    <a:lnTo>
                      <a:pt x="1136" y="379"/>
                    </a:lnTo>
                    <a:lnTo>
                      <a:pt x="1137" y="379"/>
                    </a:lnTo>
                    <a:lnTo>
                      <a:pt x="1139" y="379"/>
                    </a:lnTo>
                    <a:lnTo>
                      <a:pt x="1140" y="379"/>
                    </a:lnTo>
                    <a:lnTo>
                      <a:pt x="1141" y="379"/>
                    </a:lnTo>
                    <a:lnTo>
                      <a:pt x="1143" y="379"/>
                    </a:lnTo>
                    <a:lnTo>
                      <a:pt x="1144" y="379"/>
                    </a:lnTo>
                    <a:lnTo>
                      <a:pt x="1146" y="379"/>
                    </a:lnTo>
                    <a:lnTo>
                      <a:pt x="1147" y="379"/>
                    </a:lnTo>
                    <a:lnTo>
                      <a:pt x="1148" y="378"/>
                    </a:lnTo>
                    <a:lnTo>
                      <a:pt x="1150" y="378"/>
                    </a:lnTo>
                    <a:lnTo>
                      <a:pt x="1151" y="378"/>
                    </a:lnTo>
                    <a:lnTo>
                      <a:pt x="1153" y="378"/>
                    </a:lnTo>
                    <a:lnTo>
                      <a:pt x="1154" y="378"/>
                    </a:lnTo>
                    <a:lnTo>
                      <a:pt x="1155" y="378"/>
                    </a:lnTo>
                    <a:lnTo>
                      <a:pt x="1157" y="378"/>
                    </a:lnTo>
                    <a:lnTo>
                      <a:pt x="1158" y="378"/>
                    </a:lnTo>
                    <a:lnTo>
                      <a:pt x="1160" y="378"/>
                    </a:lnTo>
                    <a:lnTo>
                      <a:pt x="1161" y="378"/>
                    </a:lnTo>
                    <a:lnTo>
                      <a:pt x="1163" y="379"/>
                    </a:lnTo>
                    <a:lnTo>
                      <a:pt x="1164" y="379"/>
                    </a:lnTo>
                    <a:lnTo>
                      <a:pt x="1165" y="379"/>
                    </a:lnTo>
                    <a:lnTo>
                      <a:pt x="1167" y="379"/>
                    </a:lnTo>
                    <a:lnTo>
                      <a:pt x="1168" y="379"/>
                    </a:lnTo>
                    <a:lnTo>
                      <a:pt x="1170" y="379"/>
                    </a:lnTo>
                    <a:lnTo>
                      <a:pt x="1171" y="379"/>
                    </a:lnTo>
                    <a:lnTo>
                      <a:pt x="1172" y="379"/>
                    </a:lnTo>
                    <a:lnTo>
                      <a:pt x="1174" y="379"/>
                    </a:lnTo>
                    <a:lnTo>
                      <a:pt x="1175" y="379"/>
                    </a:lnTo>
                    <a:lnTo>
                      <a:pt x="1177" y="378"/>
                    </a:lnTo>
                    <a:lnTo>
                      <a:pt x="1178" y="378"/>
                    </a:lnTo>
                    <a:lnTo>
                      <a:pt x="1179" y="378"/>
                    </a:lnTo>
                    <a:lnTo>
                      <a:pt x="1181" y="378"/>
                    </a:lnTo>
                    <a:lnTo>
                      <a:pt x="1182" y="378"/>
                    </a:lnTo>
                    <a:lnTo>
                      <a:pt x="1184" y="378"/>
                    </a:lnTo>
                    <a:lnTo>
                      <a:pt x="1185" y="378"/>
                    </a:lnTo>
                    <a:lnTo>
                      <a:pt x="1187" y="378"/>
                    </a:lnTo>
                    <a:lnTo>
                      <a:pt x="1188" y="378"/>
                    </a:lnTo>
                    <a:lnTo>
                      <a:pt x="1189" y="378"/>
                    </a:lnTo>
                    <a:lnTo>
                      <a:pt x="1191" y="378"/>
                    </a:lnTo>
                    <a:lnTo>
                      <a:pt x="1192" y="378"/>
                    </a:lnTo>
                    <a:lnTo>
                      <a:pt x="1194" y="378"/>
                    </a:lnTo>
                    <a:lnTo>
                      <a:pt x="1195" y="378"/>
                    </a:lnTo>
                    <a:lnTo>
                      <a:pt x="1196" y="378"/>
                    </a:lnTo>
                    <a:lnTo>
                      <a:pt x="1198" y="378"/>
                    </a:lnTo>
                    <a:lnTo>
                      <a:pt x="1199" y="378"/>
                    </a:lnTo>
                    <a:lnTo>
                      <a:pt x="1201" y="378"/>
                    </a:lnTo>
                    <a:lnTo>
                      <a:pt x="1202" y="378"/>
                    </a:lnTo>
                    <a:lnTo>
                      <a:pt x="1203" y="379"/>
                    </a:lnTo>
                    <a:lnTo>
                      <a:pt x="1205" y="378"/>
                    </a:lnTo>
                    <a:lnTo>
                      <a:pt x="1206" y="379"/>
                    </a:lnTo>
                    <a:lnTo>
                      <a:pt x="1208" y="379"/>
                    </a:lnTo>
                    <a:lnTo>
                      <a:pt x="1209" y="379"/>
                    </a:lnTo>
                    <a:lnTo>
                      <a:pt x="1211" y="378"/>
                    </a:lnTo>
                    <a:lnTo>
                      <a:pt x="1212" y="379"/>
                    </a:lnTo>
                    <a:lnTo>
                      <a:pt x="1213" y="378"/>
                    </a:lnTo>
                    <a:lnTo>
                      <a:pt x="1215" y="378"/>
                    </a:lnTo>
                    <a:lnTo>
                      <a:pt x="1216" y="378"/>
                    </a:lnTo>
                    <a:lnTo>
                      <a:pt x="1218" y="378"/>
                    </a:lnTo>
                    <a:lnTo>
                      <a:pt x="1219" y="378"/>
                    </a:lnTo>
                    <a:lnTo>
                      <a:pt x="1220" y="378"/>
                    </a:lnTo>
                    <a:lnTo>
                      <a:pt x="1222" y="378"/>
                    </a:lnTo>
                    <a:lnTo>
                      <a:pt x="1223" y="378"/>
                    </a:lnTo>
                    <a:lnTo>
                      <a:pt x="1225" y="378"/>
                    </a:lnTo>
                    <a:lnTo>
                      <a:pt x="1226" y="378"/>
                    </a:lnTo>
                    <a:lnTo>
                      <a:pt x="1227" y="378"/>
                    </a:lnTo>
                    <a:lnTo>
                      <a:pt x="1229" y="378"/>
                    </a:lnTo>
                    <a:lnTo>
                      <a:pt x="1230" y="378"/>
                    </a:lnTo>
                    <a:lnTo>
                      <a:pt x="1232" y="378"/>
                    </a:lnTo>
                    <a:lnTo>
                      <a:pt x="1233" y="378"/>
                    </a:lnTo>
                    <a:lnTo>
                      <a:pt x="1234" y="379"/>
                    </a:lnTo>
                    <a:lnTo>
                      <a:pt x="1236" y="379"/>
                    </a:lnTo>
                    <a:lnTo>
                      <a:pt x="1237" y="379"/>
                    </a:lnTo>
                    <a:lnTo>
                      <a:pt x="1239" y="379"/>
                    </a:lnTo>
                    <a:lnTo>
                      <a:pt x="1240" y="379"/>
                    </a:lnTo>
                    <a:lnTo>
                      <a:pt x="1242" y="379"/>
                    </a:lnTo>
                    <a:lnTo>
                      <a:pt x="1243" y="379"/>
                    </a:lnTo>
                    <a:lnTo>
                      <a:pt x="1244" y="379"/>
                    </a:lnTo>
                    <a:lnTo>
                      <a:pt x="1246" y="378"/>
                    </a:lnTo>
                    <a:lnTo>
                      <a:pt x="1247" y="378"/>
                    </a:lnTo>
                    <a:lnTo>
                      <a:pt x="1249" y="378"/>
                    </a:lnTo>
                    <a:lnTo>
                      <a:pt x="1250" y="378"/>
                    </a:lnTo>
                    <a:lnTo>
                      <a:pt x="1251" y="378"/>
                    </a:lnTo>
                    <a:lnTo>
                      <a:pt x="1253" y="378"/>
                    </a:lnTo>
                    <a:lnTo>
                      <a:pt x="1254" y="378"/>
                    </a:lnTo>
                    <a:lnTo>
                      <a:pt x="1256" y="378"/>
                    </a:lnTo>
                    <a:lnTo>
                      <a:pt x="1257" y="378"/>
                    </a:lnTo>
                    <a:lnTo>
                      <a:pt x="1258" y="378"/>
                    </a:lnTo>
                    <a:lnTo>
                      <a:pt x="1260" y="378"/>
                    </a:lnTo>
                    <a:lnTo>
                      <a:pt x="1261" y="378"/>
                    </a:lnTo>
                    <a:lnTo>
                      <a:pt x="1263" y="378"/>
                    </a:lnTo>
                    <a:lnTo>
                      <a:pt x="1264" y="378"/>
                    </a:lnTo>
                    <a:lnTo>
                      <a:pt x="1266" y="378"/>
                    </a:lnTo>
                    <a:lnTo>
                      <a:pt x="1267" y="378"/>
                    </a:lnTo>
                    <a:lnTo>
                      <a:pt x="1268" y="378"/>
                    </a:lnTo>
                    <a:lnTo>
                      <a:pt x="1270" y="378"/>
                    </a:lnTo>
                    <a:lnTo>
                      <a:pt x="1271" y="378"/>
                    </a:lnTo>
                    <a:lnTo>
                      <a:pt x="1273" y="379"/>
                    </a:lnTo>
                    <a:lnTo>
                      <a:pt x="1274" y="378"/>
                    </a:lnTo>
                    <a:lnTo>
                      <a:pt x="1275" y="378"/>
                    </a:lnTo>
                    <a:lnTo>
                      <a:pt x="1277" y="378"/>
                    </a:lnTo>
                    <a:lnTo>
                      <a:pt x="1278" y="378"/>
                    </a:lnTo>
                    <a:lnTo>
                      <a:pt x="1280" y="379"/>
                    </a:lnTo>
                    <a:lnTo>
                      <a:pt x="1281" y="378"/>
                    </a:lnTo>
                    <a:lnTo>
                      <a:pt x="1282" y="378"/>
                    </a:lnTo>
                    <a:lnTo>
                      <a:pt x="1284" y="378"/>
                    </a:lnTo>
                    <a:lnTo>
                      <a:pt x="1285" y="379"/>
                    </a:lnTo>
                    <a:lnTo>
                      <a:pt x="1287" y="379"/>
                    </a:lnTo>
                    <a:lnTo>
                      <a:pt x="1288" y="379"/>
                    </a:lnTo>
                    <a:lnTo>
                      <a:pt x="1290" y="379"/>
                    </a:lnTo>
                    <a:lnTo>
                      <a:pt x="1291" y="379"/>
                    </a:lnTo>
                    <a:lnTo>
                      <a:pt x="1292" y="379"/>
                    </a:lnTo>
                    <a:lnTo>
                      <a:pt x="1294" y="379"/>
                    </a:lnTo>
                    <a:lnTo>
                      <a:pt x="1295" y="379"/>
                    </a:lnTo>
                    <a:lnTo>
                      <a:pt x="1297" y="379"/>
                    </a:lnTo>
                    <a:lnTo>
                      <a:pt x="1298" y="379"/>
                    </a:lnTo>
                    <a:lnTo>
                      <a:pt x="1299" y="379"/>
                    </a:lnTo>
                    <a:lnTo>
                      <a:pt x="1301" y="378"/>
                    </a:lnTo>
                    <a:lnTo>
                      <a:pt x="1302" y="378"/>
                    </a:lnTo>
                    <a:lnTo>
                      <a:pt x="1304" y="378"/>
                    </a:lnTo>
                    <a:lnTo>
                      <a:pt x="1305" y="378"/>
                    </a:lnTo>
                    <a:lnTo>
                      <a:pt x="1306" y="378"/>
                    </a:lnTo>
                    <a:lnTo>
                      <a:pt x="1308" y="378"/>
                    </a:lnTo>
                    <a:lnTo>
                      <a:pt x="1309" y="378"/>
                    </a:lnTo>
                    <a:lnTo>
                      <a:pt x="1311" y="378"/>
                    </a:lnTo>
                    <a:lnTo>
                      <a:pt x="1312" y="378"/>
                    </a:lnTo>
                    <a:lnTo>
                      <a:pt x="1314" y="378"/>
                    </a:lnTo>
                    <a:lnTo>
                      <a:pt x="1315" y="378"/>
                    </a:lnTo>
                    <a:lnTo>
                      <a:pt x="1316" y="378"/>
                    </a:lnTo>
                    <a:lnTo>
                      <a:pt x="1318" y="378"/>
                    </a:lnTo>
                    <a:lnTo>
                      <a:pt x="1319" y="378"/>
                    </a:lnTo>
                    <a:lnTo>
                      <a:pt x="1321" y="378"/>
                    </a:lnTo>
                    <a:lnTo>
                      <a:pt x="1322" y="378"/>
                    </a:lnTo>
                    <a:lnTo>
                      <a:pt x="1323" y="378"/>
                    </a:lnTo>
                    <a:lnTo>
                      <a:pt x="1325" y="378"/>
                    </a:lnTo>
                    <a:lnTo>
                      <a:pt x="1326" y="378"/>
                    </a:lnTo>
                    <a:lnTo>
                      <a:pt x="1328" y="378"/>
                    </a:lnTo>
                    <a:lnTo>
                      <a:pt x="1329" y="378"/>
                    </a:lnTo>
                    <a:lnTo>
                      <a:pt x="1330" y="378"/>
                    </a:lnTo>
                    <a:lnTo>
                      <a:pt x="1332" y="378"/>
                    </a:lnTo>
                    <a:lnTo>
                      <a:pt x="1333" y="378"/>
                    </a:lnTo>
                    <a:lnTo>
                      <a:pt x="1335" y="378"/>
                    </a:lnTo>
                    <a:lnTo>
                      <a:pt x="1336" y="378"/>
                    </a:lnTo>
                    <a:lnTo>
                      <a:pt x="1338" y="378"/>
                    </a:lnTo>
                    <a:lnTo>
                      <a:pt x="1339" y="378"/>
                    </a:lnTo>
                    <a:lnTo>
                      <a:pt x="1340" y="378"/>
                    </a:lnTo>
                    <a:lnTo>
                      <a:pt x="1342" y="378"/>
                    </a:lnTo>
                    <a:lnTo>
                      <a:pt x="1343" y="378"/>
                    </a:lnTo>
                    <a:lnTo>
                      <a:pt x="1345" y="378"/>
                    </a:lnTo>
                    <a:lnTo>
                      <a:pt x="1346" y="378"/>
                    </a:lnTo>
                    <a:lnTo>
                      <a:pt x="1347" y="378"/>
                    </a:lnTo>
                    <a:lnTo>
                      <a:pt x="1349" y="378"/>
                    </a:lnTo>
                    <a:lnTo>
                      <a:pt x="1350" y="378"/>
                    </a:lnTo>
                    <a:lnTo>
                      <a:pt x="1352" y="378"/>
                    </a:lnTo>
                    <a:lnTo>
                      <a:pt x="1353" y="378"/>
                    </a:lnTo>
                    <a:lnTo>
                      <a:pt x="1354" y="378"/>
                    </a:lnTo>
                    <a:lnTo>
                      <a:pt x="1356" y="378"/>
                    </a:lnTo>
                    <a:lnTo>
                      <a:pt x="1357" y="378"/>
                    </a:lnTo>
                    <a:lnTo>
                      <a:pt x="1359" y="378"/>
                    </a:lnTo>
                    <a:lnTo>
                      <a:pt x="1360" y="378"/>
                    </a:lnTo>
                    <a:lnTo>
                      <a:pt x="1362" y="378"/>
                    </a:lnTo>
                    <a:lnTo>
                      <a:pt x="1363" y="378"/>
                    </a:lnTo>
                    <a:lnTo>
                      <a:pt x="1364" y="378"/>
                    </a:lnTo>
                    <a:lnTo>
                      <a:pt x="1366" y="378"/>
                    </a:lnTo>
                    <a:lnTo>
                      <a:pt x="1367" y="378"/>
                    </a:lnTo>
                    <a:lnTo>
                      <a:pt x="1369" y="378"/>
                    </a:lnTo>
                    <a:lnTo>
                      <a:pt x="1370" y="378"/>
                    </a:lnTo>
                    <a:lnTo>
                      <a:pt x="1371" y="378"/>
                    </a:lnTo>
                    <a:lnTo>
                      <a:pt x="1373" y="379"/>
                    </a:lnTo>
                    <a:lnTo>
                      <a:pt x="1374" y="379"/>
                    </a:lnTo>
                    <a:lnTo>
                      <a:pt x="1376" y="379"/>
                    </a:lnTo>
                    <a:lnTo>
                      <a:pt x="1377" y="379"/>
                    </a:lnTo>
                    <a:lnTo>
                      <a:pt x="1378" y="378"/>
                    </a:lnTo>
                    <a:lnTo>
                      <a:pt x="1380" y="379"/>
                    </a:lnTo>
                    <a:lnTo>
                      <a:pt x="1381" y="378"/>
                    </a:lnTo>
                    <a:lnTo>
                      <a:pt x="1383" y="378"/>
                    </a:lnTo>
                    <a:lnTo>
                      <a:pt x="1384" y="378"/>
                    </a:lnTo>
                    <a:lnTo>
                      <a:pt x="1386" y="378"/>
                    </a:lnTo>
                    <a:lnTo>
                      <a:pt x="1387" y="378"/>
                    </a:lnTo>
                    <a:lnTo>
                      <a:pt x="1388" y="378"/>
                    </a:lnTo>
                    <a:lnTo>
                      <a:pt x="1390" y="378"/>
                    </a:lnTo>
                    <a:lnTo>
                      <a:pt x="1391" y="378"/>
                    </a:lnTo>
                    <a:lnTo>
                      <a:pt x="1393" y="378"/>
                    </a:lnTo>
                    <a:lnTo>
                      <a:pt x="1394" y="378"/>
                    </a:lnTo>
                    <a:lnTo>
                      <a:pt x="1395" y="378"/>
                    </a:lnTo>
                    <a:lnTo>
                      <a:pt x="1397" y="378"/>
                    </a:lnTo>
                    <a:lnTo>
                      <a:pt x="1398" y="378"/>
                    </a:lnTo>
                    <a:lnTo>
                      <a:pt x="1400" y="378"/>
                    </a:lnTo>
                    <a:lnTo>
                      <a:pt x="1401" y="378"/>
                    </a:lnTo>
                    <a:lnTo>
                      <a:pt x="1402" y="378"/>
                    </a:lnTo>
                    <a:lnTo>
                      <a:pt x="1404" y="378"/>
                    </a:lnTo>
                    <a:lnTo>
                      <a:pt x="1405" y="378"/>
                    </a:lnTo>
                    <a:lnTo>
                      <a:pt x="1407" y="379"/>
                    </a:lnTo>
                    <a:lnTo>
                      <a:pt x="1408" y="379"/>
                    </a:lnTo>
                    <a:lnTo>
                      <a:pt x="1409" y="379"/>
                    </a:lnTo>
                    <a:lnTo>
                      <a:pt x="1411" y="379"/>
                    </a:lnTo>
                    <a:lnTo>
                      <a:pt x="1412" y="379"/>
                    </a:lnTo>
                    <a:lnTo>
                      <a:pt x="1414" y="379"/>
                    </a:lnTo>
                    <a:lnTo>
                      <a:pt x="1415" y="379"/>
                    </a:lnTo>
                    <a:lnTo>
                      <a:pt x="1417" y="379"/>
                    </a:lnTo>
                    <a:lnTo>
                      <a:pt x="1418" y="379"/>
                    </a:lnTo>
                    <a:lnTo>
                      <a:pt x="1419" y="379"/>
                    </a:lnTo>
                    <a:lnTo>
                      <a:pt x="1421" y="379"/>
                    </a:lnTo>
                    <a:lnTo>
                      <a:pt x="1422" y="379"/>
                    </a:lnTo>
                    <a:lnTo>
                      <a:pt x="1424" y="379"/>
                    </a:lnTo>
                    <a:lnTo>
                      <a:pt x="1425" y="378"/>
                    </a:lnTo>
                    <a:lnTo>
                      <a:pt x="1426" y="378"/>
                    </a:lnTo>
                    <a:lnTo>
                      <a:pt x="1428" y="378"/>
                    </a:lnTo>
                    <a:lnTo>
                      <a:pt x="1429" y="378"/>
                    </a:lnTo>
                    <a:lnTo>
                      <a:pt x="1431" y="378"/>
                    </a:lnTo>
                    <a:lnTo>
                      <a:pt x="1432" y="378"/>
                    </a:lnTo>
                    <a:lnTo>
                      <a:pt x="1433" y="378"/>
                    </a:lnTo>
                    <a:lnTo>
                      <a:pt x="1435" y="378"/>
                    </a:lnTo>
                    <a:lnTo>
                      <a:pt x="1436" y="378"/>
                    </a:lnTo>
                    <a:lnTo>
                      <a:pt x="1438" y="378"/>
                    </a:lnTo>
                    <a:lnTo>
                      <a:pt x="1439" y="378"/>
                    </a:lnTo>
                    <a:lnTo>
                      <a:pt x="1441" y="378"/>
                    </a:lnTo>
                    <a:lnTo>
                      <a:pt x="1442" y="378"/>
                    </a:lnTo>
                    <a:lnTo>
                      <a:pt x="1443" y="378"/>
                    </a:lnTo>
                    <a:lnTo>
                      <a:pt x="1445" y="378"/>
                    </a:lnTo>
                    <a:lnTo>
                      <a:pt x="1446" y="378"/>
                    </a:lnTo>
                    <a:lnTo>
                      <a:pt x="1448" y="378"/>
                    </a:lnTo>
                    <a:lnTo>
                      <a:pt x="1449" y="378"/>
                    </a:lnTo>
                    <a:lnTo>
                      <a:pt x="1450" y="378"/>
                    </a:lnTo>
                    <a:lnTo>
                      <a:pt x="1452" y="378"/>
                    </a:lnTo>
                    <a:lnTo>
                      <a:pt x="1453" y="378"/>
                    </a:lnTo>
                    <a:lnTo>
                      <a:pt x="1455" y="378"/>
                    </a:lnTo>
                    <a:lnTo>
                      <a:pt x="1456" y="378"/>
                    </a:lnTo>
                    <a:lnTo>
                      <a:pt x="1457" y="378"/>
                    </a:lnTo>
                    <a:lnTo>
                      <a:pt x="1459" y="378"/>
                    </a:lnTo>
                    <a:lnTo>
                      <a:pt x="1460" y="378"/>
                    </a:lnTo>
                    <a:lnTo>
                      <a:pt x="1462" y="378"/>
                    </a:lnTo>
                    <a:lnTo>
                      <a:pt x="1463" y="378"/>
                    </a:lnTo>
                    <a:lnTo>
                      <a:pt x="1465" y="378"/>
                    </a:lnTo>
                    <a:lnTo>
                      <a:pt x="1466" y="378"/>
                    </a:lnTo>
                    <a:lnTo>
                      <a:pt x="1467" y="378"/>
                    </a:lnTo>
                    <a:lnTo>
                      <a:pt x="1469" y="378"/>
                    </a:lnTo>
                    <a:lnTo>
                      <a:pt x="1470" y="378"/>
                    </a:lnTo>
                    <a:lnTo>
                      <a:pt x="1472" y="378"/>
                    </a:lnTo>
                    <a:lnTo>
                      <a:pt x="1473" y="378"/>
                    </a:lnTo>
                    <a:lnTo>
                      <a:pt x="1474" y="378"/>
                    </a:lnTo>
                    <a:lnTo>
                      <a:pt x="1476" y="378"/>
                    </a:lnTo>
                    <a:lnTo>
                      <a:pt x="1477" y="378"/>
                    </a:lnTo>
                    <a:lnTo>
                      <a:pt x="1479" y="378"/>
                    </a:lnTo>
                    <a:lnTo>
                      <a:pt x="1480" y="378"/>
                    </a:lnTo>
                    <a:lnTo>
                      <a:pt x="1481" y="378"/>
                    </a:lnTo>
                    <a:lnTo>
                      <a:pt x="1483" y="378"/>
                    </a:lnTo>
                    <a:lnTo>
                      <a:pt x="1484" y="378"/>
                    </a:lnTo>
                    <a:lnTo>
                      <a:pt x="1486" y="378"/>
                    </a:lnTo>
                    <a:lnTo>
                      <a:pt x="1487" y="378"/>
                    </a:lnTo>
                    <a:lnTo>
                      <a:pt x="1489" y="378"/>
                    </a:lnTo>
                    <a:lnTo>
                      <a:pt x="1490" y="378"/>
                    </a:lnTo>
                    <a:lnTo>
                      <a:pt x="1491" y="378"/>
                    </a:lnTo>
                    <a:lnTo>
                      <a:pt x="1493" y="378"/>
                    </a:lnTo>
                    <a:lnTo>
                      <a:pt x="1494" y="378"/>
                    </a:lnTo>
                    <a:lnTo>
                      <a:pt x="1496" y="378"/>
                    </a:lnTo>
                    <a:lnTo>
                      <a:pt x="1497" y="378"/>
                    </a:lnTo>
                    <a:lnTo>
                      <a:pt x="1498" y="378"/>
                    </a:lnTo>
                    <a:lnTo>
                      <a:pt x="1500" y="378"/>
                    </a:lnTo>
                    <a:lnTo>
                      <a:pt x="1501" y="378"/>
                    </a:lnTo>
                    <a:lnTo>
                      <a:pt x="1503" y="378"/>
                    </a:lnTo>
                    <a:lnTo>
                      <a:pt x="1504" y="378"/>
                    </a:lnTo>
                    <a:lnTo>
                      <a:pt x="1505" y="378"/>
                    </a:lnTo>
                    <a:lnTo>
                      <a:pt x="1507" y="378"/>
                    </a:lnTo>
                    <a:lnTo>
                      <a:pt x="1508" y="378"/>
                    </a:lnTo>
                    <a:lnTo>
                      <a:pt x="1510" y="378"/>
                    </a:lnTo>
                    <a:lnTo>
                      <a:pt x="1511" y="378"/>
                    </a:lnTo>
                    <a:lnTo>
                      <a:pt x="1513" y="378"/>
                    </a:lnTo>
                    <a:lnTo>
                      <a:pt x="1514" y="378"/>
                    </a:lnTo>
                    <a:lnTo>
                      <a:pt x="1515" y="378"/>
                    </a:lnTo>
                    <a:lnTo>
                      <a:pt x="1517" y="378"/>
                    </a:lnTo>
                    <a:lnTo>
                      <a:pt x="1518" y="378"/>
                    </a:lnTo>
                    <a:lnTo>
                      <a:pt x="1520" y="378"/>
                    </a:lnTo>
                    <a:lnTo>
                      <a:pt x="1521" y="378"/>
                    </a:lnTo>
                    <a:lnTo>
                      <a:pt x="1522" y="378"/>
                    </a:lnTo>
                    <a:lnTo>
                      <a:pt x="1524" y="378"/>
                    </a:lnTo>
                    <a:lnTo>
                      <a:pt x="1525" y="378"/>
                    </a:lnTo>
                    <a:lnTo>
                      <a:pt x="1527" y="378"/>
                    </a:lnTo>
                    <a:lnTo>
                      <a:pt x="1528" y="378"/>
                    </a:lnTo>
                    <a:lnTo>
                      <a:pt x="1529" y="378"/>
                    </a:lnTo>
                    <a:lnTo>
                      <a:pt x="1531" y="378"/>
                    </a:lnTo>
                    <a:lnTo>
                      <a:pt x="1532" y="378"/>
                    </a:lnTo>
                    <a:lnTo>
                      <a:pt x="1534" y="378"/>
                    </a:lnTo>
                    <a:lnTo>
                      <a:pt x="1535" y="378"/>
                    </a:lnTo>
                    <a:lnTo>
                      <a:pt x="1537" y="378"/>
                    </a:lnTo>
                    <a:lnTo>
                      <a:pt x="1538" y="378"/>
                    </a:lnTo>
                    <a:lnTo>
                      <a:pt x="1539" y="378"/>
                    </a:lnTo>
                    <a:lnTo>
                      <a:pt x="1541" y="378"/>
                    </a:lnTo>
                    <a:lnTo>
                      <a:pt x="1542" y="377"/>
                    </a:lnTo>
                    <a:lnTo>
                      <a:pt x="1544" y="377"/>
                    </a:lnTo>
                    <a:lnTo>
                      <a:pt x="1545" y="378"/>
                    </a:lnTo>
                    <a:lnTo>
                      <a:pt x="1546" y="378"/>
                    </a:lnTo>
                    <a:lnTo>
                      <a:pt x="1548" y="378"/>
                    </a:lnTo>
                    <a:lnTo>
                      <a:pt x="1549" y="378"/>
                    </a:lnTo>
                    <a:lnTo>
                      <a:pt x="1551" y="378"/>
                    </a:lnTo>
                    <a:lnTo>
                      <a:pt x="1552" y="378"/>
                    </a:lnTo>
                    <a:lnTo>
                      <a:pt x="1553" y="378"/>
                    </a:lnTo>
                    <a:lnTo>
                      <a:pt x="1555" y="378"/>
                    </a:lnTo>
                    <a:lnTo>
                      <a:pt x="1556" y="378"/>
                    </a:lnTo>
                    <a:lnTo>
                      <a:pt x="1558" y="378"/>
                    </a:lnTo>
                    <a:lnTo>
                      <a:pt x="1559" y="378"/>
                    </a:lnTo>
                    <a:lnTo>
                      <a:pt x="1561" y="378"/>
                    </a:lnTo>
                    <a:lnTo>
                      <a:pt x="1562" y="378"/>
                    </a:lnTo>
                    <a:lnTo>
                      <a:pt x="1563" y="378"/>
                    </a:lnTo>
                    <a:lnTo>
                      <a:pt x="1565" y="378"/>
                    </a:lnTo>
                    <a:lnTo>
                      <a:pt x="1566" y="378"/>
                    </a:lnTo>
                    <a:lnTo>
                      <a:pt x="1568" y="378"/>
                    </a:lnTo>
                    <a:lnTo>
                      <a:pt x="1569" y="378"/>
                    </a:lnTo>
                    <a:lnTo>
                      <a:pt x="1570" y="378"/>
                    </a:lnTo>
                    <a:lnTo>
                      <a:pt x="1572" y="378"/>
                    </a:lnTo>
                    <a:lnTo>
                      <a:pt x="1573" y="378"/>
                    </a:lnTo>
                    <a:lnTo>
                      <a:pt x="1575" y="378"/>
                    </a:lnTo>
                    <a:lnTo>
                      <a:pt x="1576" y="378"/>
                    </a:lnTo>
                    <a:lnTo>
                      <a:pt x="1577" y="378"/>
                    </a:lnTo>
                    <a:lnTo>
                      <a:pt x="1579" y="378"/>
                    </a:lnTo>
                    <a:lnTo>
                      <a:pt x="1580" y="378"/>
                    </a:lnTo>
                    <a:lnTo>
                      <a:pt x="1582" y="378"/>
                    </a:lnTo>
                    <a:lnTo>
                      <a:pt x="1583" y="378"/>
                    </a:lnTo>
                    <a:lnTo>
                      <a:pt x="1584" y="378"/>
                    </a:lnTo>
                    <a:lnTo>
                      <a:pt x="1586" y="378"/>
                    </a:lnTo>
                    <a:lnTo>
                      <a:pt x="1587" y="378"/>
                    </a:lnTo>
                    <a:lnTo>
                      <a:pt x="1589" y="378"/>
                    </a:lnTo>
                    <a:lnTo>
                      <a:pt x="1590" y="378"/>
                    </a:lnTo>
                    <a:lnTo>
                      <a:pt x="1592" y="378"/>
                    </a:lnTo>
                    <a:lnTo>
                      <a:pt x="1593" y="378"/>
                    </a:lnTo>
                    <a:lnTo>
                      <a:pt x="1594" y="378"/>
                    </a:lnTo>
                    <a:lnTo>
                      <a:pt x="1596" y="378"/>
                    </a:lnTo>
                    <a:lnTo>
                      <a:pt x="1597" y="378"/>
                    </a:lnTo>
                    <a:lnTo>
                      <a:pt x="1599" y="378"/>
                    </a:lnTo>
                    <a:lnTo>
                      <a:pt x="1600" y="378"/>
                    </a:lnTo>
                    <a:lnTo>
                      <a:pt x="1601" y="378"/>
                    </a:lnTo>
                    <a:lnTo>
                      <a:pt x="1603" y="378"/>
                    </a:lnTo>
                    <a:lnTo>
                      <a:pt x="1604" y="378"/>
                    </a:lnTo>
                    <a:lnTo>
                      <a:pt x="1606" y="378"/>
                    </a:lnTo>
                    <a:lnTo>
                      <a:pt x="1607" y="378"/>
                    </a:lnTo>
                    <a:lnTo>
                      <a:pt x="1608" y="378"/>
                    </a:lnTo>
                    <a:lnTo>
                      <a:pt x="1610" y="378"/>
                    </a:lnTo>
                    <a:lnTo>
                      <a:pt x="1611" y="378"/>
                    </a:lnTo>
                    <a:lnTo>
                      <a:pt x="1613" y="378"/>
                    </a:lnTo>
                    <a:lnTo>
                      <a:pt x="1614" y="378"/>
                    </a:lnTo>
                    <a:lnTo>
                      <a:pt x="1616" y="378"/>
                    </a:lnTo>
                    <a:lnTo>
                      <a:pt x="1617" y="378"/>
                    </a:lnTo>
                    <a:lnTo>
                      <a:pt x="1618" y="378"/>
                    </a:lnTo>
                    <a:lnTo>
                      <a:pt x="1620" y="378"/>
                    </a:lnTo>
                    <a:lnTo>
                      <a:pt x="1621" y="378"/>
                    </a:lnTo>
                    <a:lnTo>
                      <a:pt x="1623" y="378"/>
                    </a:lnTo>
                    <a:lnTo>
                      <a:pt x="1624" y="378"/>
                    </a:lnTo>
                    <a:lnTo>
                      <a:pt x="1625" y="378"/>
                    </a:lnTo>
                    <a:lnTo>
                      <a:pt x="1627" y="378"/>
                    </a:lnTo>
                    <a:lnTo>
                      <a:pt x="1628" y="378"/>
                    </a:lnTo>
                    <a:lnTo>
                      <a:pt x="1630" y="378"/>
                    </a:lnTo>
                    <a:lnTo>
                      <a:pt x="1631" y="378"/>
                    </a:lnTo>
                    <a:lnTo>
                      <a:pt x="1632" y="378"/>
                    </a:lnTo>
                    <a:lnTo>
                      <a:pt x="1634" y="378"/>
                    </a:lnTo>
                    <a:lnTo>
                      <a:pt x="1635" y="378"/>
                    </a:lnTo>
                    <a:lnTo>
                      <a:pt x="1637" y="378"/>
                    </a:lnTo>
                    <a:lnTo>
                      <a:pt x="1638" y="378"/>
                    </a:lnTo>
                    <a:lnTo>
                      <a:pt x="1640" y="378"/>
                    </a:lnTo>
                    <a:lnTo>
                      <a:pt x="1641" y="378"/>
                    </a:lnTo>
                    <a:lnTo>
                      <a:pt x="1642" y="378"/>
                    </a:lnTo>
                    <a:lnTo>
                      <a:pt x="1644" y="378"/>
                    </a:lnTo>
                    <a:lnTo>
                      <a:pt x="1645" y="378"/>
                    </a:lnTo>
                    <a:lnTo>
                      <a:pt x="1647" y="378"/>
                    </a:lnTo>
                    <a:lnTo>
                      <a:pt x="1648" y="378"/>
                    </a:lnTo>
                    <a:lnTo>
                      <a:pt x="1649" y="378"/>
                    </a:lnTo>
                    <a:lnTo>
                      <a:pt x="1651" y="378"/>
                    </a:lnTo>
                    <a:lnTo>
                      <a:pt x="1652" y="378"/>
                    </a:lnTo>
                    <a:lnTo>
                      <a:pt x="1654" y="377"/>
                    </a:lnTo>
                    <a:lnTo>
                      <a:pt x="1655" y="378"/>
                    </a:lnTo>
                    <a:lnTo>
                      <a:pt x="1656" y="378"/>
                    </a:lnTo>
                    <a:lnTo>
                      <a:pt x="1658" y="378"/>
                    </a:lnTo>
                    <a:lnTo>
                      <a:pt x="1659" y="378"/>
                    </a:lnTo>
                    <a:lnTo>
                      <a:pt x="1661" y="378"/>
                    </a:lnTo>
                    <a:lnTo>
                      <a:pt x="1662" y="378"/>
                    </a:lnTo>
                    <a:lnTo>
                      <a:pt x="1664" y="378"/>
                    </a:lnTo>
                    <a:lnTo>
                      <a:pt x="1665" y="378"/>
                    </a:lnTo>
                    <a:lnTo>
                      <a:pt x="1666" y="378"/>
                    </a:lnTo>
                    <a:lnTo>
                      <a:pt x="1668" y="378"/>
                    </a:lnTo>
                    <a:lnTo>
                      <a:pt x="1669" y="378"/>
                    </a:lnTo>
                    <a:lnTo>
                      <a:pt x="1671" y="378"/>
                    </a:lnTo>
                    <a:lnTo>
                      <a:pt x="1672" y="378"/>
                    </a:lnTo>
                    <a:lnTo>
                      <a:pt x="1673" y="378"/>
                    </a:lnTo>
                    <a:lnTo>
                      <a:pt x="1675" y="378"/>
                    </a:lnTo>
                    <a:lnTo>
                      <a:pt x="1676" y="378"/>
                    </a:lnTo>
                    <a:lnTo>
                      <a:pt x="1678" y="378"/>
                    </a:lnTo>
                    <a:lnTo>
                      <a:pt x="1679" y="378"/>
                    </a:lnTo>
                    <a:lnTo>
                      <a:pt x="1680" y="378"/>
                    </a:lnTo>
                    <a:lnTo>
                      <a:pt x="1682" y="378"/>
                    </a:lnTo>
                    <a:lnTo>
                      <a:pt x="1683" y="378"/>
                    </a:lnTo>
                    <a:lnTo>
                      <a:pt x="1685" y="378"/>
                    </a:lnTo>
                    <a:lnTo>
                      <a:pt x="1686" y="378"/>
                    </a:lnTo>
                    <a:lnTo>
                      <a:pt x="1688" y="378"/>
                    </a:lnTo>
                    <a:lnTo>
                      <a:pt x="1689" y="378"/>
                    </a:lnTo>
                    <a:lnTo>
                      <a:pt x="1690" y="378"/>
                    </a:lnTo>
                    <a:lnTo>
                      <a:pt x="1692" y="378"/>
                    </a:lnTo>
                    <a:lnTo>
                      <a:pt x="1693" y="378"/>
                    </a:lnTo>
                    <a:lnTo>
                      <a:pt x="1695" y="378"/>
                    </a:lnTo>
                    <a:lnTo>
                      <a:pt x="1696" y="378"/>
                    </a:lnTo>
                    <a:lnTo>
                      <a:pt x="1697" y="378"/>
                    </a:lnTo>
                    <a:lnTo>
                      <a:pt x="1699" y="378"/>
                    </a:lnTo>
                    <a:lnTo>
                      <a:pt x="1700" y="378"/>
                    </a:lnTo>
                    <a:lnTo>
                      <a:pt x="1702" y="378"/>
                    </a:lnTo>
                    <a:lnTo>
                      <a:pt x="1703" y="378"/>
                    </a:lnTo>
                    <a:lnTo>
                      <a:pt x="1704" y="378"/>
                    </a:lnTo>
                    <a:lnTo>
                      <a:pt x="1706" y="378"/>
                    </a:lnTo>
                    <a:lnTo>
                      <a:pt x="1707" y="378"/>
                    </a:lnTo>
                    <a:lnTo>
                      <a:pt x="1709" y="378"/>
                    </a:lnTo>
                    <a:lnTo>
                      <a:pt x="1710" y="378"/>
                    </a:lnTo>
                    <a:lnTo>
                      <a:pt x="1712" y="378"/>
                    </a:lnTo>
                    <a:lnTo>
                      <a:pt x="1713" y="378"/>
                    </a:lnTo>
                    <a:lnTo>
                      <a:pt x="1714" y="378"/>
                    </a:lnTo>
                    <a:lnTo>
                      <a:pt x="1716" y="378"/>
                    </a:lnTo>
                    <a:lnTo>
                      <a:pt x="1717" y="378"/>
                    </a:lnTo>
                    <a:lnTo>
                      <a:pt x="1719" y="378"/>
                    </a:lnTo>
                    <a:lnTo>
                      <a:pt x="1720" y="378"/>
                    </a:lnTo>
                    <a:lnTo>
                      <a:pt x="1721" y="378"/>
                    </a:lnTo>
                    <a:lnTo>
                      <a:pt x="1723" y="378"/>
                    </a:lnTo>
                    <a:lnTo>
                      <a:pt x="1724" y="378"/>
                    </a:lnTo>
                    <a:lnTo>
                      <a:pt x="1726" y="378"/>
                    </a:lnTo>
                    <a:lnTo>
                      <a:pt x="1727" y="378"/>
                    </a:lnTo>
                    <a:lnTo>
                      <a:pt x="1728" y="378"/>
                    </a:lnTo>
                    <a:lnTo>
                      <a:pt x="1730" y="378"/>
                    </a:lnTo>
                    <a:lnTo>
                      <a:pt x="1731" y="378"/>
                    </a:lnTo>
                    <a:lnTo>
                      <a:pt x="1733" y="378"/>
                    </a:lnTo>
                    <a:lnTo>
                      <a:pt x="1734" y="378"/>
                    </a:lnTo>
                    <a:lnTo>
                      <a:pt x="1736" y="378"/>
                    </a:lnTo>
                    <a:lnTo>
                      <a:pt x="1737" y="378"/>
                    </a:lnTo>
                    <a:lnTo>
                      <a:pt x="1738" y="378"/>
                    </a:lnTo>
                    <a:lnTo>
                      <a:pt x="1740" y="378"/>
                    </a:lnTo>
                    <a:lnTo>
                      <a:pt x="1741" y="377"/>
                    </a:lnTo>
                    <a:lnTo>
                      <a:pt x="1743" y="378"/>
                    </a:lnTo>
                    <a:lnTo>
                      <a:pt x="1744" y="378"/>
                    </a:lnTo>
                    <a:lnTo>
                      <a:pt x="1745" y="378"/>
                    </a:lnTo>
                    <a:lnTo>
                      <a:pt x="1747" y="378"/>
                    </a:lnTo>
                    <a:lnTo>
                      <a:pt x="1748" y="378"/>
                    </a:lnTo>
                    <a:lnTo>
                      <a:pt x="1750" y="378"/>
                    </a:lnTo>
                    <a:lnTo>
                      <a:pt x="1751" y="378"/>
                    </a:lnTo>
                    <a:lnTo>
                      <a:pt x="1752" y="377"/>
                    </a:lnTo>
                    <a:lnTo>
                      <a:pt x="1754" y="378"/>
                    </a:lnTo>
                    <a:lnTo>
                      <a:pt x="1755" y="377"/>
                    </a:lnTo>
                    <a:lnTo>
                      <a:pt x="1757" y="377"/>
                    </a:lnTo>
                    <a:lnTo>
                      <a:pt x="1758" y="377"/>
                    </a:lnTo>
                    <a:lnTo>
                      <a:pt x="1759" y="377"/>
                    </a:lnTo>
                    <a:lnTo>
                      <a:pt x="1761" y="377"/>
                    </a:lnTo>
                    <a:lnTo>
                      <a:pt x="1762" y="377"/>
                    </a:lnTo>
                    <a:lnTo>
                      <a:pt x="1764" y="377"/>
                    </a:lnTo>
                    <a:lnTo>
                      <a:pt x="1765" y="377"/>
                    </a:lnTo>
                    <a:lnTo>
                      <a:pt x="1767" y="377"/>
                    </a:lnTo>
                    <a:lnTo>
                      <a:pt x="1768" y="377"/>
                    </a:lnTo>
                    <a:lnTo>
                      <a:pt x="1769" y="377"/>
                    </a:lnTo>
                    <a:lnTo>
                      <a:pt x="1771" y="377"/>
                    </a:lnTo>
                    <a:lnTo>
                      <a:pt x="1772" y="377"/>
                    </a:lnTo>
                    <a:lnTo>
                      <a:pt x="1774" y="377"/>
                    </a:lnTo>
                    <a:lnTo>
                      <a:pt x="1775" y="377"/>
                    </a:lnTo>
                    <a:lnTo>
                      <a:pt x="1776" y="377"/>
                    </a:lnTo>
                    <a:lnTo>
                      <a:pt x="1778" y="377"/>
                    </a:lnTo>
                    <a:lnTo>
                      <a:pt x="1779" y="377"/>
                    </a:lnTo>
                    <a:lnTo>
                      <a:pt x="1781" y="378"/>
                    </a:lnTo>
                    <a:lnTo>
                      <a:pt x="1782" y="378"/>
                    </a:lnTo>
                    <a:lnTo>
                      <a:pt x="1783" y="378"/>
                    </a:lnTo>
                    <a:lnTo>
                      <a:pt x="1785" y="378"/>
                    </a:lnTo>
                    <a:lnTo>
                      <a:pt x="1786" y="378"/>
                    </a:lnTo>
                    <a:lnTo>
                      <a:pt x="1788" y="378"/>
                    </a:lnTo>
                    <a:lnTo>
                      <a:pt x="1789" y="378"/>
                    </a:lnTo>
                    <a:lnTo>
                      <a:pt x="1791" y="378"/>
                    </a:lnTo>
                    <a:lnTo>
                      <a:pt x="1792" y="378"/>
                    </a:lnTo>
                    <a:lnTo>
                      <a:pt x="1793" y="378"/>
                    </a:lnTo>
                    <a:lnTo>
                      <a:pt x="1795" y="377"/>
                    </a:lnTo>
                    <a:lnTo>
                      <a:pt x="1796" y="377"/>
                    </a:lnTo>
                    <a:lnTo>
                      <a:pt x="1798" y="377"/>
                    </a:lnTo>
                    <a:lnTo>
                      <a:pt x="1799" y="377"/>
                    </a:lnTo>
                    <a:lnTo>
                      <a:pt x="1800" y="377"/>
                    </a:lnTo>
                    <a:lnTo>
                      <a:pt x="1802" y="377"/>
                    </a:lnTo>
                    <a:lnTo>
                      <a:pt x="1803" y="377"/>
                    </a:lnTo>
                    <a:lnTo>
                      <a:pt x="1805" y="377"/>
                    </a:lnTo>
                    <a:lnTo>
                      <a:pt x="1806" y="377"/>
                    </a:lnTo>
                    <a:lnTo>
                      <a:pt x="1807" y="377"/>
                    </a:lnTo>
                    <a:lnTo>
                      <a:pt x="1809" y="378"/>
                    </a:lnTo>
                    <a:lnTo>
                      <a:pt x="1810" y="378"/>
                    </a:lnTo>
                    <a:lnTo>
                      <a:pt x="1812" y="378"/>
                    </a:lnTo>
                    <a:lnTo>
                      <a:pt x="1813" y="378"/>
                    </a:lnTo>
                    <a:lnTo>
                      <a:pt x="1815" y="378"/>
                    </a:lnTo>
                    <a:lnTo>
                      <a:pt x="1816" y="378"/>
                    </a:lnTo>
                    <a:lnTo>
                      <a:pt x="1817" y="378"/>
                    </a:lnTo>
                    <a:lnTo>
                      <a:pt x="1819" y="378"/>
                    </a:lnTo>
                    <a:lnTo>
                      <a:pt x="1820" y="377"/>
                    </a:lnTo>
                    <a:lnTo>
                      <a:pt x="1822" y="378"/>
                    </a:lnTo>
                    <a:lnTo>
                      <a:pt x="1823" y="378"/>
                    </a:lnTo>
                    <a:lnTo>
                      <a:pt x="1824" y="378"/>
                    </a:lnTo>
                    <a:lnTo>
                      <a:pt x="1826" y="378"/>
                    </a:lnTo>
                    <a:lnTo>
                      <a:pt x="1827" y="377"/>
                    </a:lnTo>
                    <a:lnTo>
                      <a:pt x="1829" y="377"/>
                    </a:lnTo>
                    <a:lnTo>
                      <a:pt x="1830" y="378"/>
                    </a:lnTo>
                    <a:lnTo>
                      <a:pt x="1831" y="378"/>
                    </a:lnTo>
                    <a:lnTo>
                      <a:pt x="1833" y="378"/>
                    </a:lnTo>
                    <a:lnTo>
                      <a:pt x="1834" y="378"/>
                    </a:lnTo>
                    <a:lnTo>
                      <a:pt x="1836" y="378"/>
                    </a:lnTo>
                    <a:lnTo>
                      <a:pt x="1837" y="378"/>
                    </a:lnTo>
                    <a:lnTo>
                      <a:pt x="1839" y="378"/>
                    </a:lnTo>
                    <a:lnTo>
                      <a:pt x="1840" y="378"/>
                    </a:lnTo>
                    <a:lnTo>
                      <a:pt x="1841" y="378"/>
                    </a:lnTo>
                    <a:lnTo>
                      <a:pt x="1843" y="378"/>
                    </a:lnTo>
                    <a:lnTo>
                      <a:pt x="1844" y="378"/>
                    </a:lnTo>
                    <a:lnTo>
                      <a:pt x="1846" y="378"/>
                    </a:lnTo>
                    <a:lnTo>
                      <a:pt x="1847" y="378"/>
                    </a:lnTo>
                    <a:lnTo>
                      <a:pt x="1848" y="378"/>
                    </a:lnTo>
                    <a:lnTo>
                      <a:pt x="1850" y="378"/>
                    </a:lnTo>
                    <a:lnTo>
                      <a:pt x="1851" y="378"/>
                    </a:lnTo>
                    <a:lnTo>
                      <a:pt x="1853" y="378"/>
                    </a:lnTo>
                    <a:lnTo>
                      <a:pt x="1854" y="378"/>
                    </a:lnTo>
                    <a:lnTo>
                      <a:pt x="1855" y="378"/>
                    </a:lnTo>
                    <a:lnTo>
                      <a:pt x="1857" y="378"/>
                    </a:lnTo>
                    <a:lnTo>
                      <a:pt x="1858" y="378"/>
                    </a:lnTo>
                    <a:lnTo>
                      <a:pt x="1860" y="378"/>
                    </a:lnTo>
                    <a:lnTo>
                      <a:pt x="1861" y="378"/>
                    </a:lnTo>
                    <a:lnTo>
                      <a:pt x="1863" y="378"/>
                    </a:lnTo>
                    <a:lnTo>
                      <a:pt x="1864" y="378"/>
                    </a:lnTo>
                    <a:lnTo>
                      <a:pt x="1865" y="378"/>
                    </a:lnTo>
                    <a:lnTo>
                      <a:pt x="1867" y="378"/>
                    </a:lnTo>
                    <a:lnTo>
                      <a:pt x="1868" y="378"/>
                    </a:lnTo>
                    <a:lnTo>
                      <a:pt x="1870" y="378"/>
                    </a:lnTo>
                    <a:lnTo>
                      <a:pt x="1871" y="378"/>
                    </a:lnTo>
                    <a:lnTo>
                      <a:pt x="1872" y="378"/>
                    </a:lnTo>
                    <a:lnTo>
                      <a:pt x="1874" y="378"/>
                    </a:lnTo>
                    <a:lnTo>
                      <a:pt x="1875" y="378"/>
                    </a:lnTo>
                    <a:lnTo>
                      <a:pt x="1877" y="378"/>
                    </a:lnTo>
                    <a:lnTo>
                      <a:pt x="1878" y="378"/>
                    </a:lnTo>
                    <a:lnTo>
                      <a:pt x="1879" y="378"/>
                    </a:lnTo>
                    <a:lnTo>
                      <a:pt x="1881" y="378"/>
                    </a:lnTo>
                    <a:lnTo>
                      <a:pt x="1882" y="378"/>
                    </a:lnTo>
                    <a:lnTo>
                      <a:pt x="1884" y="378"/>
                    </a:lnTo>
                    <a:lnTo>
                      <a:pt x="1885" y="378"/>
                    </a:lnTo>
                    <a:lnTo>
                      <a:pt x="1887" y="378"/>
                    </a:lnTo>
                    <a:lnTo>
                      <a:pt x="1888" y="378"/>
                    </a:lnTo>
                    <a:lnTo>
                      <a:pt x="1889" y="377"/>
                    </a:lnTo>
                    <a:lnTo>
                      <a:pt x="1891" y="377"/>
                    </a:lnTo>
                    <a:lnTo>
                      <a:pt x="1892" y="377"/>
                    </a:lnTo>
                    <a:lnTo>
                      <a:pt x="1894" y="377"/>
                    </a:lnTo>
                    <a:lnTo>
                      <a:pt x="1895" y="378"/>
                    </a:lnTo>
                    <a:lnTo>
                      <a:pt x="1896" y="377"/>
                    </a:lnTo>
                    <a:lnTo>
                      <a:pt x="1898" y="378"/>
                    </a:lnTo>
                    <a:lnTo>
                      <a:pt x="1899" y="377"/>
                    </a:lnTo>
                    <a:lnTo>
                      <a:pt x="1901" y="378"/>
                    </a:lnTo>
                    <a:lnTo>
                      <a:pt x="1902" y="378"/>
                    </a:lnTo>
                    <a:lnTo>
                      <a:pt x="1903" y="378"/>
                    </a:lnTo>
                    <a:lnTo>
                      <a:pt x="1905" y="378"/>
                    </a:lnTo>
                    <a:lnTo>
                      <a:pt x="1906" y="378"/>
                    </a:lnTo>
                    <a:lnTo>
                      <a:pt x="1908" y="378"/>
                    </a:lnTo>
                    <a:lnTo>
                      <a:pt x="1909" y="377"/>
                    </a:lnTo>
                    <a:lnTo>
                      <a:pt x="1911" y="378"/>
                    </a:lnTo>
                    <a:lnTo>
                      <a:pt x="1912" y="378"/>
                    </a:lnTo>
                    <a:lnTo>
                      <a:pt x="1913" y="378"/>
                    </a:lnTo>
                    <a:lnTo>
                      <a:pt x="1915" y="378"/>
                    </a:lnTo>
                    <a:lnTo>
                      <a:pt x="1916" y="378"/>
                    </a:lnTo>
                    <a:lnTo>
                      <a:pt x="1918" y="378"/>
                    </a:lnTo>
                    <a:lnTo>
                      <a:pt x="1919" y="378"/>
                    </a:lnTo>
                    <a:lnTo>
                      <a:pt x="1920" y="378"/>
                    </a:lnTo>
                    <a:lnTo>
                      <a:pt x="1922" y="378"/>
                    </a:lnTo>
                    <a:lnTo>
                      <a:pt x="1923" y="378"/>
                    </a:lnTo>
                    <a:lnTo>
                      <a:pt x="1925" y="378"/>
                    </a:lnTo>
                    <a:lnTo>
                      <a:pt x="1926" y="378"/>
                    </a:lnTo>
                    <a:lnTo>
                      <a:pt x="1927" y="378"/>
                    </a:lnTo>
                    <a:lnTo>
                      <a:pt x="1929" y="378"/>
                    </a:lnTo>
                    <a:lnTo>
                      <a:pt x="1930" y="378"/>
                    </a:lnTo>
                    <a:lnTo>
                      <a:pt x="1932" y="378"/>
                    </a:lnTo>
                    <a:lnTo>
                      <a:pt x="1933" y="378"/>
                    </a:lnTo>
                    <a:lnTo>
                      <a:pt x="1934" y="378"/>
                    </a:lnTo>
                    <a:lnTo>
                      <a:pt x="1936" y="378"/>
                    </a:lnTo>
                    <a:lnTo>
                      <a:pt x="1937" y="378"/>
                    </a:lnTo>
                    <a:lnTo>
                      <a:pt x="1939" y="378"/>
                    </a:lnTo>
                    <a:lnTo>
                      <a:pt x="1940" y="378"/>
                    </a:lnTo>
                    <a:lnTo>
                      <a:pt x="1942" y="378"/>
                    </a:lnTo>
                    <a:lnTo>
                      <a:pt x="1943" y="378"/>
                    </a:lnTo>
                    <a:lnTo>
                      <a:pt x="1944" y="378"/>
                    </a:lnTo>
                    <a:lnTo>
                      <a:pt x="1946" y="378"/>
                    </a:lnTo>
                    <a:lnTo>
                      <a:pt x="1947" y="378"/>
                    </a:lnTo>
                    <a:lnTo>
                      <a:pt x="1949" y="378"/>
                    </a:lnTo>
                    <a:lnTo>
                      <a:pt x="1950" y="378"/>
                    </a:lnTo>
                    <a:lnTo>
                      <a:pt x="1951" y="378"/>
                    </a:lnTo>
                    <a:lnTo>
                      <a:pt x="1953" y="378"/>
                    </a:lnTo>
                    <a:lnTo>
                      <a:pt x="1954" y="378"/>
                    </a:lnTo>
                    <a:lnTo>
                      <a:pt x="1956" y="378"/>
                    </a:lnTo>
                    <a:lnTo>
                      <a:pt x="1957" y="378"/>
                    </a:lnTo>
                    <a:lnTo>
                      <a:pt x="1958" y="378"/>
                    </a:lnTo>
                    <a:lnTo>
                      <a:pt x="1960" y="378"/>
                    </a:lnTo>
                    <a:lnTo>
                      <a:pt x="1961" y="378"/>
                    </a:lnTo>
                    <a:lnTo>
                      <a:pt x="1963" y="378"/>
                    </a:lnTo>
                    <a:lnTo>
                      <a:pt x="1964" y="378"/>
                    </a:lnTo>
                    <a:lnTo>
                      <a:pt x="1966" y="378"/>
                    </a:lnTo>
                    <a:lnTo>
                      <a:pt x="1967" y="378"/>
                    </a:lnTo>
                    <a:lnTo>
                      <a:pt x="1968" y="378"/>
                    </a:lnTo>
                    <a:lnTo>
                      <a:pt x="1970" y="378"/>
                    </a:lnTo>
                    <a:lnTo>
                      <a:pt x="1971" y="378"/>
                    </a:lnTo>
                    <a:lnTo>
                      <a:pt x="1973" y="378"/>
                    </a:lnTo>
                    <a:lnTo>
                      <a:pt x="1974" y="378"/>
                    </a:lnTo>
                    <a:lnTo>
                      <a:pt x="1975" y="378"/>
                    </a:lnTo>
                    <a:lnTo>
                      <a:pt x="1977" y="378"/>
                    </a:lnTo>
                    <a:lnTo>
                      <a:pt x="1978" y="378"/>
                    </a:lnTo>
                    <a:lnTo>
                      <a:pt x="1980" y="378"/>
                    </a:lnTo>
                    <a:lnTo>
                      <a:pt x="1981" y="378"/>
                    </a:lnTo>
                    <a:lnTo>
                      <a:pt x="1982" y="378"/>
                    </a:lnTo>
                    <a:lnTo>
                      <a:pt x="1984" y="378"/>
                    </a:lnTo>
                    <a:lnTo>
                      <a:pt x="1985" y="378"/>
                    </a:lnTo>
                    <a:lnTo>
                      <a:pt x="1987" y="378"/>
                    </a:lnTo>
                    <a:lnTo>
                      <a:pt x="1988" y="378"/>
                    </a:lnTo>
                    <a:lnTo>
                      <a:pt x="1990" y="378"/>
                    </a:lnTo>
                    <a:lnTo>
                      <a:pt x="1991" y="378"/>
                    </a:lnTo>
                    <a:lnTo>
                      <a:pt x="1992" y="377"/>
                    </a:lnTo>
                    <a:lnTo>
                      <a:pt x="1994" y="377"/>
                    </a:lnTo>
                    <a:lnTo>
                      <a:pt x="1995" y="377"/>
                    </a:lnTo>
                    <a:lnTo>
                      <a:pt x="1997" y="377"/>
                    </a:lnTo>
                    <a:lnTo>
                      <a:pt x="1998" y="377"/>
                    </a:lnTo>
                    <a:lnTo>
                      <a:pt x="1999" y="377"/>
                    </a:lnTo>
                    <a:lnTo>
                      <a:pt x="2001" y="376"/>
                    </a:lnTo>
                    <a:lnTo>
                      <a:pt x="2002" y="376"/>
                    </a:lnTo>
                    <a:lnTo>
                      <a:pt x="2004" y="378"/>
                    </a:lnTo>
                    <a:lnTo>
                      <a:pt x="2005" y="384"/>
                    </a:lnTo>
                    <a:lnTo>
                      <a:pt x="2006" y="378"/>
                    </a:lnTo>
                    <a:lnTo>
                      <a:pt x="2008" y="372"/>
                    </a:lnTo>
                    <a:lnTo>
                      <a:pt x="2009" y="372"/>
                    </a:lnTo>
                    <a:lnTo>
                      <a:pt x="2011" y="372"/>
                    </a:lnTo>
                    <a:lnTo>
                      <a:pt x="2012" y="372"/>
                    </a:lnTo>
                    <a:lnTo>
                      <a:pt x="2014" y="375"/>
                    </a:lnTo>
                    <a:lnTo>
                      <a:pt x="2015" y="361"/>
                    </a:lnTo>
                    <a:lnTo>
                      <a:pt x="2016" y="342"/>
                    </a:lnTo>
                    <a:lnTo>
                      <a:pt x="2018" y="344"/>
                    </a:lnTo>
                    <a:lnTo>
                      <a:pt x="2019" y="344"/>
                    </a:lnTo>
                    <a:lnTo>
                      <a:pt x="2021" y="341"/>
                    </a:lnTo>
                    <a:lnTo>
                      <a:pt x="2022" y="341"/>
                    </a:lnTo>
                    <a:lnTo>
                      <a:pt x="2023" y="343"/>
                    </a:lnTo>
                    <a:lnTo>
                      <a:pt x="2025" y="363"/>
                    </a:lnTo>
                    <a:lnTo>
                      <a:pt x="2026" y="369"/>
                    </a:lnTo>
                    <a:lnTo>
                      <a:pt x="2028" y="372"/>
                    </a:lnTo>
                    <a:lnTo>
                      <a:pt x="2029" y="373"/>
                    </a:lnTo>
                    <a:lnTo>
                      <a:pt x="2030" y="373"/>
                    </a:lnTo>
                    <a:lnTo>
                      <a:pt x="2032" y="374"/>
                    </a:lnTo>
                    <a:lnTo>
                      <a:pt x="2033" y="374"/>
                    </a:lnTo>
                    <a:lnTo>
                      <a:pt x="2035" y="375"/>
                    </a:lnTo>
                    <a:lnTo>
                      <a:pt x="2036" y="376"/>
                    </a:lnTo>
                    <a:lnTo>
                      <a:pt x="2038" y="387"/>
                    </a:lnTo>
                    <a:lnTo>
                      <a:pt x="2039" y="396"/>
                    </a:lnTo>
                    <a:lnTo>
                      <a:pt x="2040" y="375"/>
                    </a:lnTo>
                    <a:lnTo>
                      <a:pt x="2042" y="370"/>
                    </a:lnTo>
                    <a:lnTo>
                      <a:pt x="2043" y="370"/>
                    </a:lnTo>
                    <a:lnTo>
                      <a:pt x="2045" y="367"/>
                    </a:lnTo>
                    <a:lnTo>
                      <a:pt x="2046" y="365"/>
                    </a:lnTo>
                    <a:lnTo>
                      <a:pt x="2047" y="364"/>
                    </a:lnTo>
                    <a:lnTo>
                      <a:pt x="2049" y="363"/>
                    </a:lnTo>
                    <a:lnTo>
                      <a:pt x="2050" y="366"/>
                    </a:lnTo>
                    <a:lnTo>
                      <a:pt x="2052" y="370"/>
                    </a:lnTo>
                    <a:lnTo>
                      <a:pt x="2053" y="376"/>
                    </a:lnTo>
                    <a:lnTo>
                      <a:pt x="2054" y="386"/>
                    </a:lnTo>
                    <a:lnTo>
                      <a:pt x="2056" y="392"/>
                    </a:lnTo>
                    <a:lnTo>
                      <a:pt x="2057" y="396"/>
                    </a:lnTo>
                    <a:lnTo>
                      <a:pt x="2059" y="398"/>
                    </a:lnTo>
                    <a:lnTo>
                      <a:pt x="2060" y="398"/>
                    </a:lnTo>
                    <a:lnTo>
                      <a:pt x="2062" y="398"/>
                    </a:lnTo>
                    <a:lnTo>
                      <a:pt x="2063" y="396"/>
                    </a:lnTo>
                    <a:lnTo>
                      <a:pt x="2064" y="394"/>
                    </a:lnTo>
                    <a:lnTo>
                      <a:pt x="2066" y="390"/>
                    </a:lnTo>
                    <a:lnTo>
                      <a:pt x="2067" y="388"/>
                    </a:lnTo>
                    <a:lnTo>
                      <a:pt x="2069" y="396"/>
                    </a:lnTo>
                    <a:lnTo>
                      <a:pt x="2070" y="397"/>
                    </a:lnTo>
                    <a:lnTo>
                      <a:pt x="2071" y="387"/>
                    </a:lnTo>
                    <a:lnTo>
                      <a:pt x="2073" y="392"/>
                    </a:lnTo>
                    <a:lnTo>
                      <a:pt x="2074" y="393"/>
                    </a:lnTo>
                    <a:lnTo>
                      <a:pt x="2076" y="393"/>
                    </a:lnTo>
                    <a:lnTo>
                      <a:pt x="2077" y="392"/>
                    </a:lnTo>
                    <a:lnTo>
                      <a:pt x="2078" y="391"/>
                    </a:lnTo>
                    <a:lnTo>
                      <a:pt x="2080" y="391"/>
                    </a:lnTo>
                    <a:lnTo>
                      <a:pt x="2081" y="390"/>
                    </a:lnTo>
                    <a:lnTo>
                      <a:pt x="2083" y="390"/>
                    </a:lnTo>
                    <a:lnTo>
                      <a:pt x="2084" y="390"/>
                    </a:lnTo>
                    <a:lnTo>
                      <a:pt x="2086" y="390"/>
                    </a:lnTo>
                    <a:lnTo>
                      <a:pt x="2087" y="390"/>
                    </a:lnTo>
                    <a:lnTo>
                      <a:pt x="2088" y="390"/>
                    </a:lnTo>
                    <a:lnTo>
                      <a:pt x="2090" y="389"/>
                    </a:lnTo>
                    <a:lnTo>
                      <a:pt x="2091" y="389"/>
                    </a:lnTo>
                    <a:lnTo>
                      <a:pt x="2093" y="389"/>
                    </a:lnTo>
                    <a:lnTo>
                      <a:pt x="2094" y="389"/>
                    </a:lnTo>
                    <a:lnTo>
                      <a:pt x="2095" y="388"/>
                    </a:lnTo>
                    <a:lnTo>
                      <a:pt x="2097" y="385"/>
                    </a:lnTo>
                    <a:lnTo>
                      <a:pt x="2098" y="387"/>
                    </a:lnTo>
                    <a:lnTo>
                      <a:pt x="2100" y="388"/>
                    </a:lnTo>
                    <a:lnTo>
                      <a:pt x="2101" y="389"/>
                    </a:lnTo>
                    <a:lnTo>
                      <a:pt x="2102" y="389"/>
                    </a:lnTo>
                    <a:lnTo>
                      <a:pt x="2104" y="389"/>
                    </a:lnTo>
                    <a:lnTo>
                      <a:pt x="2105" y="388"/>
                    </a:lnTo>
                    <a:lnTo>
                      <a:pt x="2107" y="388"/>
                    </a:lnTo>
                    <a:lnTo>
                      <a:pt x="2108" y="388"/>
                    </a:lnTo>
                    <a:lnTo>
                      <a:pt x="2109" y="388"/>
                    </a:lnTo>
                    <a:lnTo>
                      <a:pt x="2111" y="388"/>
                    </a:lnTo>
                    <a:lnTo>
                      <a:pt x="2112" y="388"/>
                    </a:lnTo>
                    <a:lnTo>
                      <a:pt x="2114" y="388"/>
                    </a:lnTo>
                    <a:lnTo>
                      <a:pt x="2115" y="388"/>
                    </a:lnTo>
                    <a:lnTo>
                      <a:pt x="2117" y="388"/>
                    </a:lnTo>
                    <a:lnTo>
                      <a:pt x="2118" y="388"/>
                    </a:lnTo>
                    <a:lnTo>
                      <a:pt x="2119" y="388"/>
                    </a:lnTo>
                    <a:lnTo>
                      <a:pt x="2121" y="387"/>
                    </a:lnTo>
                    <a:lnTo>
                      <a:pt x="2122" y="387"/>
                    </a:lnTo>
                    <a:lnTo>
                      <a:pt x="2124" y="387"/>
                    </a:lnTo>
                    <a:lnTo>
                      <a:pt x="2125" y="386"/>
                    </a:lnTo>
                    <a:lnTo>
                      <a:pt x="2126" y="386"/>
                    </a:lnTo>
                    <a:lnTo>
                      <a:pt x="2128" y="386"/>
                    </a:lnTo>
                    <a:lnTo>
                      <a:pt x="2129" y="385"/>
                    </a:lnTo>
                    <a:lnTo>
                      <a:pt x="2131" y="385"/>
                    </a:lnTo>
                    <a:lnTo>
                      <a:pt x="2132" y="385"/>
                    </a:lnTo>
                    <a:lnTo>
                      <a:pt x="2133" y="385"/>
                    </a:lnTo>
                    <a:lnTo>
                      <a:pt x="2135" y="385"/>
                    </a:lnTo>
                    <a:lnTo>
                      <a:pt x="2136" y="385"/>
                    </a:lnTo>
                    <a:lnTo>
                      <a:pt x="2138" y="384"/>
                    </a:lnTo>
                    <a:lnTo>
                      <a:pt x="2139" y="384"/>
                    </a:lnTo>
                    <a:lnTo>
                      <a:pt x="2141" y="384"/>
                    </a:lnTo>
                    <a:lnTo>
                      <a:pt x="2142" y="384"/>
                    </a:lnTo>
                    <a:lnTo>
                      <a:pt x="2143" y="384"/>
                    </a:lnTo>
                    <a:lnTo>
                      <a:pt x="2145" y="384"/>
                    </a:lnTo>
                    <a:lnTo>
                      <a:pt x="2146" y="383"/>
                    </a:lnTo>
                    <a:lnTo>
                      <a:pt x="2148" y="383"/>
                    </a:lnTo>
                    <a:lnTo>
                      <a:pt x="2149" y="383"/>
                    </a:lnTo>
                    <a:lnTo>
                      <a:pt x="2150" y="383"/>
                    </a:lnTo>
                    <a:lnTo>
                      <a:pt x="2152" y="383"/>
                    </a:lnTo>
                    <a:lnTo>
                      <a:pt x="2153" y="383"/>
                    </a:lnTo>
                    <a:lnTo>
                      <a:pt x="2155" y="383"/>
                    </a:lnTo>
                    <a:lnTo>
                      <a:pt x="2156" y="383"/>
                    </a:lnTo>
                    <a:lnTo>
                      <a:pt x="2157" y="384"/>
                    </a:lnTo>
                    <a:lnTo>
                      <a:pt x="2159" y="384"/>
                    </a:lnTo>
                    <a:lnTo>
                      <a:pt x="2160" y="385"/>
                    </a:lnTo>
                    <a:lnTo>
                      <a:pt x="2162" y="385"/>
                    </a:lnTo>
                    <a:lnTo>
                      <a:pt x="2163" y="385"/>
                    </a:lnTo>
                    <a:lnTo>
                      <a:pt x="2165" y="385"/>
                    </a:lnTo>
                    <a:lnTo>
                      <a:pt x="2166" y="385"/>
                    </a:lnTo>
                    <a:lnTo>
                      <a:pt x="2167" y="385"/>
                    </a:lnTo>
                    <a:lnTo>
                      <a:pt x="2169" y="385"/>
                    </a:lnTo>
                    <a:lnTo>
                      <a:pt x="2170" y="385"/>
                    </a:lnTo>
                    <a:lnTo>
                      <a:pt x="2172" y="385"/>
                    </a:lnTo>
                  </a:path>
                </a:pathLst>
              </a:custGeom>
              <a:noFill/>
              <a:ln cap="flat" cmpd="sng" w="25400">
                <a:solidFill>
                  <a:srgbClr val="0000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182" name="Google Shape;182;p15"/>
              <p:cNvSpPr/>
              <p:nvPr/>
            </p:nvSpPr>
            <p:spPr>
              <a:xfrm flipH="1" rot="10800000">
                <a:off x="4789488" y="3133725"/>
                <a:ext cx="355600" cy="128588"/>
              </a:xfrm>
              <a:custGeom>
                <a:rect b="b" l="l" r="r" t="t"/>
                <a:pathLst>
                  <a:path extrusionOk="0" h="87" w="240">
                    <a:moveTo>
                      <a:pt x="0" y="79"/>
                    </a:moveTo>
                    <a:lnTo>
                      <a:pt x="1" y="69"/>
                    </a:lnTo>
                    <a:lnTo>
                      <a:pt x="3" y="68"/>
                    </a:lnTo>
                    <a:lnTo>
                      <a:pt x="4" y="67"/>
                    </a:lnTo>
                    <a:lnTo>
                      <a:pt x="5" y="67"/>
                    </a:lnTo>
                    <a:lnTo>
                      <a:pt x="7" y="65"/>
                    </a:lnTo>
                    <a:lnTo>
                      <a:pt x="8" y="58"/>
                    </a:lnTo>
                    <a:lnTo>
                      <a:pt x="10" y="17"/>
                    </a:lnTo>
                    <a:lnTo>
                      <a:pt x="11" y="5"/>
                    </a:lnTo>
                    <a:lnTo>
                      <a:pt x="12" y="6"/>
                    </a:lnTo>
                    <a:lnTo>
                      <a:pt x="14" y="4"/>
                    </a:lnTo>
                    <a:lnTo>
                      <a:pt x="15" y="0"/>
                    </a:lnTo>
                    <a:lnTo>
                      <a:pt x="17" y="1"/>
                    </a:lnTo>
                    <a:lnTo>
                      <a:pt x="18" y="2"/>
                    </a:lnTo>
                    <a:lnTo>
                      <a:pt x="19" y="21"/>
                    </a:lnTo>
                    <a:lnTo>
                      <a:pt x="21" y="25"/>
                    </a:lnTo>
                    <a:lnTo>
                      <a:pt x="22" y="26"/>
                    </a:lnTo>
                    <a:lnTo>
                      <a:pt x="24" y="26"/>
                    </a:lnTo>
                    <a:lnTo>
                      <a:pt x="25" y="27"/>
                    </a:lnTo>
                    <a:lnTo>
                      <a:pt x="27" y="27"/>
                    </a:lnTo>
                    <a:lnTo>
                      <a:pt x="28" y="28"/>
                    </a:lnTo>
                    <a:lnTo>
                      <a:pt x="29" y="29"/>
                    </a:lnTo>
                    <a:lnTo>
                      <a:pt x="31" y="29"/>
                    </a:lnTo>
                    <a:lnTo>
                      <a:pt x="32" y="65"/>
                    </a:lnTo>
                    <a:lnTo>
                      <a:pt x="34" y="80"/>
                    </a:lnTo>
                    <a:lnTo>
                      <a:pt x="35" y="60"/>
                    </a:lnTo>
                    <a:lnTo>
                      <a:pt x="36" y="57"/>
                    </a:lnTo>
                    <a:lnTo>
                      <a:pt x="38" y="55"/>
                    </a:lnTo>
                    <a:lnTo>
                      <a:pt x="39" y="53"/>
                    </a:lnTo>
                    <a:lnTo>
                      <a:pt x="41" y="50"/>
                    </a:lnTo>
                    <a:lnTo>
                      <a:pt x="42" y="48"/>
                    </a:lnTo>
                    <a:lnTo>
                      <a:pt x="43" y="48"/>
                    </a:lnTo>
                    <a:lnTo>
                      <a:pt x="45" y="52"/>
                    </a:lnTo>
                    <a:lnTo>
                      <a:pt x="46" y="58"/>
                    </a:lnTo>
                    <a:lnTo>
                      <a:pt x="48" y="63"/>
                    </a:lnTo>
                    <a:lnTo>
                      <a:pt x="49" y="74"/>
                    </a:lnTo>
                    <a:lnTo>
                      <a:pt x="51" y="80"/>
                    </a:lnTo>
                    <a:lnTo>
                      <a:pt x="52" y="83"/>
                    </a:lnTo>
                    <a:lnTo>
                      <a:pt x="53" y="84"/>
                    </a:lnTo>
                    <a:lnTo>
                      <a:pt x="55" y="82"/>
                    </a:lnTo>
                    <a:lnTo>
                      <a:pt x="56" y="80"/>
                    </a:lnTo>
                    <a:lnTo>
                      <a:pt x="58" y="87"/>
                    </a:lnTo>
                    <a:lnTo>
                      <a:pt x="59" y="74"/>
                    </a:lnTo>
                    <a:lnTo>
                      <a:pt x="60" y="68"/>
                    </a:lnTo>
                    <a:lnTo>
                      <a:pt x="62" y="64"/>
                    </a:lnTo>
                    <a:lnTo>
                      <a:pt x="63" y="79"/>
                    </a:lnTo>
                    <a:lnTo>
                      <a:pt x="65" y="80"/>
                    </a:lnTo>
                    <a:lnTo>
                      <a:pt x="66" y="71"/>
                    </a:lnTo>
                    <a:lnTo>
                      <a:pt x="67" y="76"/>
                    </a:lnTo>
                    <a:lnTo>
                      <a:pt x="69" y="77"/>
                    </a:lnTo>
                    <a:lnTo>
                      <a:pt x="70" y="75"/>
                    </a:lnTo>
                    <a:lnTo>
                      <a:pt x="72" y="71"/>
                    </a:lnTo>
                    <a:lnTo>
                      <a:pt x="73" y="70"/>
                    </a:lnTo>
                    <a:lnTo>
                      <a:pt x="75" y="70"/>
                    </a:lnTo>
                    <a:lnTo>
                      <a:pt x="76" y="70"/>
                    </a:lnTo>
                    <a:lnTo>
                      <a:pt x="77" y="70"/>
                    </a:lnTo>
                    <a:lnTo>
                      <a:pt x="79" y="70"/>
                    </a:lnTo>
                    <a:lnTo>
                      <a:pt x="80" y="69"/>
                    </a:lnTo>
                    <a:lnTo>
                      <a:pt x="82" y="69"/>
                    </a:lnTo>
                    <a:lnTo>
                      <a:pt x="83" y="69"/>
                    </a:lnTo>
                    <a:lnTo>
                      <a:pt x="84" y="69"/>
                    </a:lnTo>
                    <a:lnTo>
                      <a:pt x="86" y="68"/>
                    </a:lnTo>
                    <a:lnTo>
                      <a:pt x="87" y="68"/>
                    </a:lnTo>
                    <a:lnTo>
                      <a:pt x="89" y="68"/>
                    </a:lnTo>
                    <a:lnTo>
                      <a:pt x="90" y="68"/>
                    </a:lnTo>
                    <a:lnTo>
                      <a:pt x="91" y="67"/>
                    </a:lnTo>
                    <a:lnTo>
                      <a:pt x="93" y="67"/>
                    </a:lnTo>
                    <a:lnTo>
                      <a:pt x="94" y="67"/>
                    </a:lnTo>
                    <a:lnTo>
                      <a:pt x="96" y="67"/>
                    </a:lnTo>
                    <a:lnTo>
                      <a:pt x="97" y="66"/>
                    </a:lnTo>
                    <a:lnTo>
                      <a:pt x="98" y="66"/>
                    </a:lnTo>
                    <a:lnTo>
                      <a:pt x="100" y="66"/>
                    </a:lnTo>
                    <a:lnTo>
                      <a:pt x="101" y="66"/>
                    </a:lnTo>
                    <a:lnTo>
                      <a:pt x="103" y="65"/>
                    </a:lnTo>
                    <a:lnTo>
                      <a:pt x="104" y="65"/>
                    </a:lnTo>
                    <a:lnTo>
                      <a:pt x="106" y="65"/>
                    </a:lnTo>
                    <a:lnTo>
                      <a:pt x="107" y="65"/>
                    </a:lnTo>
                    <a:lnTo>
                      <a:pt x="108" y="64"/>
                    </a:lnTo>
                    <a:lnTo>
                      <a:pt x="110" y="64"/>
                    </a:lnTo>
                    <a:lnTo>
                      <a:pt x="111" y="64"/>
                    </a:lnTo>
                    <a:lnTo>
                      <a:pt x="113" y="63"/>
                    </a:lnTo>
                    <a:lnTo>
                      <a:pt x="114" y="63"/>
                    </a:lnTo>
                    <a:lnTo>
                      <a:pt x="115" y="63"/>
                    </a:lnTo>
                    <a:lnTo>
                      <a:pt x="117" y="62"/>
                    </a:lnTo>
                    <a:lnTo>
                      <a:pt x="118" y="62"/>
                    </a:lnTo>
                    <a:lnTo>
                      <a:pt x="120" y="62"/>
                    </a:lnTo>
                    <a:lnTo>
                      <a:pt x="121" y="62"/>
                    </a:lnTo>
                    <a:lnTo>
                      <a:pt x="122" y="61"/>
                    </a:lnTo>
                    <a:lnTo>
                      <a:pt x="124" y="61"/>
                    </a:lnTo>
                    <a:lnTo>
                      <a:pt x="125" y="61"/>
                    </a:lnTo>
                    <a:lnTo>
                      <a:pt x="127" y="61"/>
                    </a:lnTo>
                    <a:lnTo>
                      <a:pt x="128" y="60"/>
                    </a:lnTo>
                    <a:lnTo>
                      <a:pt x="130" y="60"/>
                    </a:lnTo>
                    <a:lnTo>
                      <a:pt x="131" y="60"/>
                    </a:lnTo>
                    <a:lnTo>
                      <a:pt x="132" y="60"/>
                    </a:lnTo>
                    <a:lnTo>
                      <a:pt x="134" y="60"/>
                    </a:lnTo>
                    <a:lnTo>
                      <a:pt x="135" y="60"/>
                    </a:lnTo>
                    <a:lnTo>
                      <a:pt x="137" y="60"/>
                    </a:lnTo>
                    <a:lnTo>
                      <a:pt x="138" y="59"/>
                    </a:lnTo>
                    <a:lnTo>
                      <a:pt x="139" y="59"/>
                    </a:lnTo>
                    <a:lnTo>
                      <a:pt x="141" y="59"/>
                    </a:lnTo>
                    <a:lnTo>
                      <a:pt x="142" y="59"/>
                    </a:lnTo>
                    <a:lnTo>
                      <a:pt x="144" y="59"/>
                    </a:lnTo>
                    <a:lnTo>
                      <a:pt x="145" y="58"/>
                    </a:lnTo>
                    <a:lnTo>
                      <a:pt x="146" y="58"/>
                    </a:lnTo>
                    <a:lnTo>
                      <a:pt x="148" y="58"/>
                    </a:lnTo>
                    <a:lnTo>
                      <a:pt x="149" y="58"/>
                    </a:lnTo>
                    <a:lnTo>
                      <a:pt x="151" y="58"/>
                    </a:lnTo>
                    <a:lnTo>
                      <a:pt x="152" y="57"/>
                    </a:lnTo>
                    <a:lnTo>
                      <a:pt x="154" y="57"/>
                    </a:lnTo>
                    <a:lnTo>
                      <a:pt x="155" y="57"/>
                    </a:lnTo>
                    <a:lnTo>
                      <a:pt x="156" y="57"/>
                    </a:lnTo>
                    <a:lnTo>
                      <a:pt x="158" y="57"/>
                    </a:lnTo>
                    <a:lnTo>
                      <a:pt x="159" y="57"/>
                    </a:lnTo>
                    <a:lnTo>
                      <a:pt x="161" y="57"/>
                    </a:lnTo>
                    <a:lnTo>
                      <a:pt x="162" y="57"/>
                    </a:lnTo>
                    <a:lnTo>
                      <a:pt x="163" y="56"/>
                    </a:lnTo>
                    <a:lnTo>
                      <a:pt x="165" y="56"/>
                    </a:lnTo>
                    <a:lnTo>
                      <a:pt x="166" y="56"/>
                    </a:lnTo>
                    <a:lnTo>
                      <a:pt x="168" y="56"/>
                    </a:lnTo>
                    <a:lnTo>
                      <a:pt x="169" y="56"/>
                    </a:lnTo>
                    <a:lnTo>
                      <a:pt x="170" y="56"/>
                    </a:lnTo>
                    <a:lnTo>
                      <a:pt x="172" y="56"/>
                    </a:lnTo>
                    <a:lnTo>
                      <a:pt x="173" y="55"/>
                    </a:lnTo>
                    <a:lnTo>
                      <a:pt x="175" y="55"/>
                    </a:lnTo>
                    <a:lnTo>
                      <a:pt x="176" y="55"/>
                    </a:lnTo>
                    <a:lnTo>
                      <a:pt x="178" y="55"/>
                    </a:lnTo>
                    <a:lnTo>
                      <a:pt x="179" y="55"/>
                    </a:lnTo>
                    <a:lnTo>
                      <a:pt x="180" y="55"/>
                    </a:lnTo>
                    <a:lnTo>
                      <a:pt x="182" y="55"/>
                    </a:lnTo>
                    <a:lnTo>
                      <a:pt x="183" y="55"/>
                    </a:lnTo>
                    <a:lnTo>
                      <a:pt x="185" y="55"/>
                    </a:lnTo>
                    <a:lnTo>
                      <a:pt x="186" y="54"/>
                    </a:lnTo>
                    <a:lnTo>
                      <a:pt x="187" y="54"/>
                    </a:lnTo>
                    <a:lnTo>
                      <a:pt x="189" y="54"/>
                    </a:lnTo>
                    <a:lnTo>
                      <a:pt x="190" y="54"/>
                    </a:lnTo>
                    <a:lnTo>
                      <a:pt x="192" y="54"/>
                    </a:lnTo>
                    <a:lnTo>
                      <a:pt x="193" y="54"/>
                    </a:lnTo>
                    <a:lnTo>
                      <a:pt x="194" y="53"/>
                    </a:lnTo>
                    <a:lnTo>
                      <a:pt x="196" y="53"/>
                    </a:lnTo>
                    <a:lnTo>
                      <a:pt x="197" y="53"/>
                    </a:lnTo>
                    <a:lnTo>
                      <a:pt x="199" y="53"/>
                    </a:lnTo>
                    <a:lnTo>
                      <a:pt x="200" y="53"/>
                    </a:lnTo>
                    <a:lnTo>
                      <a:pt x="202" y="53"/>
                    </a:lnTo>
                    <a:lnTo>
                      <a:pt x="203" y="53"/>
                    </a:lnTo>
                    <a:lnTo>
                      <a:pt x="204" y="52"/>
                    </a:lnTo>
                    <a:lnTo>
                      <a:pt x="206" y="52"/>
                    </a:lnTo>
                    <a:lnTo>
                      <a:pt x="207" y="52"/>
                    </a:lnTo>
                    <a:lnTo>
                      <a:pt x="209" y="52"/>
                    </a:lnTo>
                    <a:lnTo>
                      <a:pt x="210" y="52"/>
                    </a:lnTo>
                    <a:lnTo>
                      <a:pt x="211" y="52"/>
                    </a:lnTo>
                    <a:lnTo>
                      <a:pt x="213" y="52"/>
                    </a:lnTo>
                    <a:lnTo>
                      <a:pt x="214" y="52"/>
                    </a:lnTo>
                    <a:lnTo>
                      <a:pt x="216" y="52"/>
                    </a:lnTo>
                    <a:lnTo>
                      <a:pt x="217" y="52"/>
                    </a:lnTo>
                    <a:lnTo>
                      <a:pt x="218" y="52"/>
                    </a:lnTo>
                    <a:lnTo>
                      <a:pt x="220" y="49"/>
                    </a:lnTo>
                    <a:lnTo>
                      <a:pt x="221" y="43"/>
                    </a:lnTo>
                    <a:lnTo>
                      <a:pt x="223" y="44"/>
                    </a:lnTo>
                    <a:lnTo>
                      <a:pt x="224" y="44"/>
                    </a:lnTo>
                    <a:lnTo>
                      <a:pt x="226" y="44"/>
                    </a:lnTo>
                    <a:lnTo>
                      <a:pt x="227" y="44"/>
                    </a:lnTo>
                    <a:lnTo>
                      <a:pt x="228" y="44"/>
                    </a:lnTo>
                    <a:lnTo>
                      <a:pt x="230" y="44"/>
                    </a:lnTo>
                    <a:lnTo>
                      <a:pt x="231" y="44"/>
                    </a:lnTo>
                    <a:lnTo>
                      <a:pt x="233" y="44"/>
                    </a:lnTo>
                    <a:lnTo>
                      <a:pt x="234" y="44"/>
                    </a:lnTo>
                    <a:lnTo>
                      <a:pt x="235" y="44"/>
                    </a:lnTo>
                    <a:lnTo>
                      <a:pt x="237" y="44"/>
                    </a:lnTo>
                    <a:lnTo>
                      <a:pt x="238" y="47"/>
                    </a:lnTo>
                    <a:lnTo>
                      <a:pt x="240" y="50"/>
                    </a:lnTo>
                  </a:path>
                </a:pathLst>
              </a:custGeom>
              <a:noFill/>
              <a:ln cap="flat" cmpd="sng" w="25400">
                <a:solidFill>
                  <a:srgbClr val="0000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grpSp>
        <p:grpSp>
          <p:nvGrpSpPr>
            <p:cNvPr id="183" name="Google Shape;183;p15"/>
            <p:cNvGrpSpPr/>
            <p:nvPr/>
          </p:nvGrpSpPr>
          <p:grpSpPr>
            <a:xfrm>
              <a:off x="377896" y="952293"/>
              <a:ext cx="5573459" cy="2926115"/>
              <a:chOff x="6272020" y="1412875"/>
              <a:chExt cx="5573459" cy="2926115"/>
            </a:xfrm>
          </p:grpSpPr>
          <p:cxnSp>
            <p:nvCxnSpPr>
              <p:cNvPr id="184" name="Google Shape;184;p15"/>
              <p:cNvCxnSpPr/>
              <p:nvPr/>
            </p:nvCxnSpPr>
            <p:spPr>
              <a:xfrm rot="10800000">
                <a:off x="6745288" y="1528763"/>
                <a:ext cx="0" cy="2471738"/>
              </a:xfrm>
              <a:prstGeom prst="straightConnector1">
                <a:avLst/>
              </a:prstGeom>
              <a:noFill/>
              <a:ln cap="flat" cmpd="sng" w="9525">
                <a:solidFill>
                  <a:srgbClr val="000000"/>
                </a:solidFill>
                <a:prstDash val="solid"/>
                <a:round/>
                <a:headEnd len="med" w="med" type="none"/>
                <a:tailEnd len="med" w="med" type="none"/>
              </a:ln>
            </p:spPr>
          </p:cxnSp>
          <p:cxnSp>
            <p:nvCxnSpPr>
              <p:cNvPr id="185" name="Google Shape;185;p15"/>
              <p:cNvCxnSpPr/>
              <p:nvPr/>
            </p:nvCxnSpPr>
            <p:spPr>
              <a:xfrm rot="10800000">
                <a:off x="6737350" y="4000500"/>
                <a:ext cx="11113" cy="0"/>
              </a:xfrm>
              <a:prstGeom prst="straightConnector1">
                <a:avLst/>
              </a:prstGeom>
              <a:noFill/>
              <a:ln cap="flat" cmpd="sng" w="9525">
                <a:solidFill>
                  <a:srgbClr val="000000"/>
                </a:solidFill>
                <a:prstDash val="solid"/>
                <a:round/>
                <a:headEnd len="med" w="med" type="none"/>
                <a:tailEnd len="med" w="med" type="none"/>
              </a:ln>
            </p:spPr>
          </p:cxnSp>
          <p:cxnSp>
            <p:nvCxnSpPr>
              <p:cNvPr id="186" name="Google Shape;186;p15"/>
              <p:cNvCxnSpPr/>
              <p:nvPr/>
            </p:nvCxnSpPr>
            <p:spPr>
              <a:xfrm rot="10800000">
                <a:off x="6737350" y="3692525"/>
                <a:ext cx="11113" cy="0"/>
              </a:xfrm>
              <a:prstGeom prst="straightConnector1">
                <a:avLst/>
              </a:prstGeom>
              <a:noFill/>
              <a:ln cap="flat" cmpd="sng" w="9525">
                <a:solidFill>
                  <a:srgbClr val="000000"/>
                </a:solidFill>
                <a:prstDash val="solid"/>
                <a:round/>
                <a:headEnd len="med" w="med" type="none"/>
                <a:tailEnd len="med" w="med" type="none"/>
              </a:ln>
            </p:spPr>
          </p:cxnSp>
          <p:cxnSp>
            <p:nvCxnSpPr>
              <p:cNvPr id="187" name="Google Shape;187;p15"/>
              <p:cNvCxnSpPr/>
              <p:nvPr/>
            </p:nvCxnSpPr>
            <p:spPr>
              <a:xfrm rot="10800000">
                <a:off x="6737350" y="3382963"/>
                <a:ext cx="11113" cy="0"/>
              </a:xfrm>
              <a:prstGeom prst="straightConnector1">
                <a:avLst/>
              </a:prstGeom>
              <a:noFill/>
              <a:ln cap="flat" cmpd="sng" w="9525">
                <a:solidFill>
                  <a:srgbClr val="000000"/>
                </a:solidFill>
                <a:prstDash val="solid"/>
                <a:round/>
                <a:headEnd len="med" w="med" type="none"/>
                <a:tailEnd len="med" w="med" type="none"/>
              </a:ln>
            </p:spPr>
          </p:cxnSp>
          <p:cxnSp>
            <p:nvCxnSpPr>
              <p:cNvPr id="188" name="Google Shape;188;p15"/>
              <p:cNvCxnSpPr/>
              <p:nvPr/>
            </p:nvCxnSpPr>
            <p:spPr>
              <a:xfrm rot="10800000">
                <a:off x="6737350" y="3074988"/>
                <a:ext cx="11113" cy="0"/>
              </a:xfrm>
              <a:prstGeom prst="straightConnector1">
                <a:avLst/>
              </a:prstGeom>
              <a:noFill/>
              <a:ln cap="flat" cmpd="sng" w="9525">
                <a:solidFill>
                  <a:srgbClr val="000000"/>
                </a:solidFill>
                <a:prstDash val="solid"/>
                <a:round/>
                <a:headEnd len="med" w="med" type="none"/>
                <a:tailEnd len="med" w="med" type="none"/>
              </a:ln>
            </p:spPr>
          </p:cxnSp>
          <p:cxnSp>
            <p:nvCxnSpPr>
              <p:cNvPr id="189" name="Google Shape;189;p15"/>
              <p:cNvCxnSpPr/>
              <p:nvPr/>
            </p:nvCxnSpPr>
            <p:spPr>
              <a:xfrm rot="10800000">
                <a:off x="6737350" y="2765425"/>
                <a:ext cx="11113" cy="0"/>
              </a:xfrm>
              <a:prstGeom prst="straightConnector1">
                <a:avLst/>
              </a:prstGeom>
              <a:noFill/>
              <a:ln cap="flat" cmpd="sng" w="9525">
                <a:solidFill>
                  <a:srgbClr val="000000"/>
                </a:solidFill>
                <a:prstDash val="solid"/>
                <a:round/>
                <a:headEnd len="med" w="med" type="none"/>
                <a:tailEnd len="med" w="med" type="none"/>
              </a:ln>
            </p:spPr>
          </p:cxnSp>
          <p:cxnSp>
            <p:nvCxnSpPr>
              <p:cNvPr id="190" name="Google Shape;190;p15"/>
              <p:cNvCxnSpPr/>
              <p:nvPr/>
            </p:nvCxnSpPr>
            <p:spPr>
              <a:xfrm rot="10800000">
                <a:off x="6737350" y="2457450"/>
                <a:ext cx="11113" cy="0"/>
              </a:xfrm>
              <a:prstGeom prst="straightConnector1">
                <a:avLst/>
              </a:prstGeom>
              <a:noFill/>
              <a:ln cap="flat" cmpd="sng" w="9525">
                <a:solidFill>
                  <a:srgbClr val="000000"/>
                </a:solidFill>
                <a:prstDash val="solid"/>
                <a:round/>
                <a:headEnd len="med" w="med" type="none"/>
                <a:tailEnd len="med" w="med" type="none"/>
              </a:ln>
            </p:spPr>
          </p:cxnSp>
          <p:cxnSp>
            <p:nvCxnSpPr>
              <p:cNvPr id="191" name="Google Shape;191;p15"/>
              <p:cNvCxnSpPr/>
              <p:nvPr/>
            </p:nvCxnSpPr>
            <p:spPr>
              <a:xfrm rot="10800000">
                <a:off x="6737350" y="2149475"/>
                <a:ext cx="11113" cy="0"/>
              </a:xfrm>
              <a:prstGeom prst="straightConnector1">
                <a:avLst/>
              </a:prstGeom>
              <a:noFill/>
              <a:ln cap="flat" cmpd="sng" w="9525">
                <a:solidFill>
                  <a:srgbClr val="000000"/>
                </a:solidFill>
                <a:prstDash val="solid"/>
                <a:round/>
                <a:headEnd len="med" w="med" type="none"/>
                <a:tailEnd len="med" w="med" type="none"/>
              </a:ln>
            </p:spPr>
          </p:cxnSp>
          <p:cxnSp>
            <p:nvCxnSpPr>
              <p:cNvPr id="192" name="Google Shape;192;p15"/>
              <p:cNvCxnSpPr/>
              <p:nvPr/>
            </p:nvCxnSpPr>
            <p:spPr>
              <a:xfrm rot="10800000">
                <a:off x="6737350" y="1839913"/>
                <a:ext cx="11113" cy="0"/>
              </a:xfrm>
              <a:prstGeom prst="straightConnector1">
                <a:avLst/>
              </a:prstGeom>
              <a:noFill/>
              <a:ln cap="flat" cmpd="sng" w="9525">
                <a:solidFill>
                  <a:srgbClr val="000000"/>
                </a:solidFill>
                <a:prstDash val="solid"/>
                <a:round/>
                <a:headEnd len="med" w="med" type="none"/>
                <a:tailEnd len="med" w="med" type="none"/>
              </a:ln>
            </p:spPr>
          </p:cxnSp>
          <p:cxnSp>
            <p:nvCxnSpPr>
              <p:cNvPr id="193" name="Google Shape;193;p15"/>
              <p:cNvCxnSpPr/>
              <p:nvPr/>
            </p:nvCxnSpPr>
            <p:spPr>
              <a:xfrm rot="10800000">
                <a:off x="6737350" y="1530350"/>
                <a:ext cx="11113" cy="0"/>
              </a:xfrm>
              <a:prstGeom prst="straightConnector1">
                <a:avLst/>
              </a:prstGeom>
              <a:noFill/>
              <a:ln cap="flat" cmpd="sng" w="9525">
                <a:solidFill>
                  <a:srgbClr val="000000"/>
                </a:solidFill>
                <a:prstDash val="solid"/>
                <a:round/>
                <a:headEnd len="med" w="med" type="none"/>
                <a:tailEnd len="med" w="med" type="none"/>
              </a:ln>
            </p:spPr>
          </p:cxnSp>
          <p:cxnSp>
            <p:nvCxnSpPr>
              <p:cNvPr id="194" name="Google Shape;194;p15"/>
              <p:cNvCxnSpPr/>
              <p:nvPr/>
            </p:nvCxnSpPr>
            <p:spPr>
              <a:xfrm rot="10800000">
                <a:off x="6724650" y="4000500"/>
                <a:ext cx="30163" cy="0"/>
              </a:xfrm>
              <a:prstGeom prst="straightConnector1">
                <a:avLst/>
              </a:prstGeom>
              <a:noFill/>
              <a:ln cap="flat" cmpd="sng" w="9525">
                <a:solidFill>
                  <a:srgbClr val="000000"/>
                </a:solidFill>
                <a:prstDash val="solid"/>
                <a:round/>
                <a:headEnd len="med" w="med" type="none"/>
                <a:tailEnd len="med" w="med" type="none"/>
              </a:ln>
            </p:spPr>
          </p:cxnSp>
          <p:cxnSp>
            <p:nvCxnSpPr>
              <p:cNvPr id="195" name="Google Shape;195;p15"/>
              <p:cNvCxnSpPr/>
              <p:nvPr/>
            </p:nvCxnSpPr>
            <p:spPr>
              <a:xfrm rot="10800000">
                <a:off x="6724650" y="3382963"/>
                <a:ext cx="30163" cy="0"/>
              </a:xfrm>
              <a:prstGeom prst="straightConnector1">
                <a:avLst/>
              </a:prstGeom>
              <a:noFill/>
              <a:ln cap="flat" cmpd="sng" w="9525">
                <a:solidFill>
                  <a:srgbClr val="000000"/>
                </a:solidFill>
                <a:prstDash val="solid"/>
                <a:round/>
                <a:headEnd len="med" w="med" type="none"/>
                <a:tailEnd len="med" w="med" type="none"/>
              </a:ln>
            </p:spPr>
          </p:cxnSp>
          <p:cxnSp>
            <p:nvCxnSpPr>
              <p:cNvPr id="196" name="Google Shape;196;p15"/>
              <p:cNvCxnSpPr/>
              <p:nvPr/>
            </p:nvCxnSpPr>
            <p:spPr>
              <a:xfrm rot="10800000">
                <a:off x="6724650" y="2765425"/>
                <a:ext cx="30163" cy="0"/>
              </a:xfrm>
              <a:prstGeom prst="straightConnector1">
                <a:avLst/>
              </a:prstGeom>
              <a:noFill/>
              <a:ln cap="flat" cmpd="sng" w="9525">
                <a:solidFill>
                  <a:srgbClr val="000000"/>
                </a:solidFill>
                <a:prstDash val="solid"/>
                <a:round/>
                <a:headEnd len="med" w="med" type="none"/>
                <a:tailEnd len="med" w="med" type="none"/>
              </a:ln>
            </p:spPr>
          </p:cxnSp>
          <p:cxnSp>
            <p:nvCxnSpPr>
              <p:cNvPr id="197" name="Google Shape;197;p15"/>
              <p:cNvCxnSpPr/>
              <p:nvPr/>
            </p:nvCxnSpPr>
            <p:spPr>
              <a:xfrm rot="10800000">
                <a:off x="6724650" y="2149475"/>
                <a:ext cx="30163" cy="0"/>
              </a:xfrm>
              <a:prstGeom prst="straightConnector1">
                <a:avLst/>
              </a:prstGeom>
              <a:noFill/>
              <a:ln cap="flat" cmpd="sng" w="9525">
                <a:solidFill>
                  <a:srgbClr val="000000"/>
                </a:solidFill>
                <a:prstDash val="solid"/>
                <a:round/>
                <a:headEnd len="med" w="med" type="none"/>
                <a:tailEnd len="med" w="med" type="none"/>
              </a:ln>
            </p:spPr>
          </p:cxnSp>
          <p:cxnSp>
            <p:nvCxnSpPr>
              <p:cNvPr id="198" name="Google Shape;198;p15"/>
              <p:cNvCxnSpPr/>
              <p:nvPr/>
            </p:nvCxnSpPr>
            <p:spPr>
              <a:xfrm rot="10800000">
                <a:off x="6724650" y="1530350"/>
                <a:ext cx="30163" cy="0"/>
              </a:xfrm>
              <a:prstGeom prst="straightConnector1">
                <a:avLst/>
              </a:prstGeom>
              <a:noFill/>
              <a:ln cap="flat" cmpd="sng" w="9525">
                <a:solidFill>
                  <a:srgbClr val="000000"/>
                </a:solidFill>
                <a:prstDash val="solid"/>
                <a:round/>
                <a:headEnd len="med" w="med" type="none"/>
                <a:tailEnd len="med" w="med" type="none"/>
              </a:ln>
            </p:spPr>
          </p:cxnSp>
          <p:sp>
            <p:nvSpPr>
              <p:cNvPr id="199" name="Google Shape;199;p15"/>
              <p:cNvSpPr/>
              <p:nvPr/>
            </p:nvSpPr>
            <p:spPr>
              <a:xfrm>
                <a:off x="6497018" y="3933757"/>
                <a:ext cx="18434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-50</a:t>
                </a:r>
                <a:endParaRPr b="0" i="0" sz="1000" u="none" cap="none" strike="noStrike">
                  <a:solidFill>
                    <a:schemeClr val="dk1"/>
                  </a:solidFill>
                  <a:latin typeface="Arial"/>
                  <a:ea typeface="Arial"/>
                  <a:cs typeface="Arial"/>
                  <a:sym typeface="Arial"/>
                </a:endParaRPr>
              </a:p>
            </p:txBody>
          </p:sp>
          <p:sp>
            <p:nvSpPr>
              <p:cNvPr id="200" name="Google Shape;200;p15"/>
              <p:cNvSpPr/>
              <p:nvPr/>
            </p:nvSpPr>
            <p:spPr>
              <a:xfrm>
                <a:off x="6536706" y="3316219"/>
                <a:ext cx="70532"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a:t>
                </a:r>
                <a:endParaRPr b="0" i="0" sz="1000" u="none" cap="none" strike="noStrike">
                  <a:solidFill>
                    <a:schemeClr val="dk1"/>
                  </a:solidFill>
                  <a:latin typeface="Arial"/>
                  <a:ea typeface="Arial"/>
                  <a:cs typeface="Arial"/>
                  <a:sym typeface="Arial"/>
                </a:endParaRPr>
              </a:p>
            </p:txBody>
          </p:sp>
          <p:sp>
            <p:nvSpPr>
              <p:cNvPr id="201" name="Google Shape;201;p15"/>
              <p:cNvSpPr/>
              <p:nvPr/>
            </p:nvSpPr>
            <p:spPr>
              <a:xfrm>
                <a:off x="6511306" y="2700269"/>
                <a:ext cx="141064"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50</a:t>
                </a:r>
                <a:endParaRPr b="0" i="0" sz="1000" u="none" cap="none" strike="noStrike">
                  <a:solidFill>
                    <a:schemeClr val="dk1"/>
                  </a:solidFill>
                  <a:latin typeface="Arial"/>
                  <a:ea typeface="Arial"/>
                  <a:cs typeface="Arial"/>
                  <a:sym typeface="Arial"/>
                </a:endParaRPr>
              </a:p>
            </p:txBody>
          </p:sp>
          <p:sp>
            <p:nvSpPr>
              <p:cNvPr id="202" name="Google Shape;202;p15"/>
              <p:cNvSpPr/>
              <p:nvPr/>
            </p:nvSpPr>
            <p:spPr>
              <a:xfrm>
                <a:off x="6484318" y="2082732"/>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100</a:t>
                </a:r>
                <a:endParaRPr b="0" i="0" sz="1000" u="none" cap="none" strike="noStrike">
                  <a:solidFill>
                    <a:schemeClr val="dk1"/>
                  </a:solidFill>
                  <a:latin typeface="Arial"/>
                  <a:ea typeface="Arial"/>
                  <a:cs typeface="Arial"/>
                  <a:sym typeface="Arial"/>
                </a:endParaRPr>
              </a:p>
            </p:txBody>
          </p:sp>
          <p:sp>
            <p:nvSpPr>
              <p:cNvPr id="203" name="Google Shape;203;p15"/>
              <p:cNvSpPr/>
              <p:nvPr/>
            </p:nvSpPr>
            <p:spPr>
              <a:xfrm>
                <a:off x="6484318" y="1463607"/>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150</a:t>
                </a:r>
                <a:endParaRPr b="0" i="0" sz="1000" u="none" cap="none" strike="noStrike">
                  <a:solidFill>
                    <a:schemeClr val="dk1"/>
                  </a:solidFill>
                  <a:latin typeface="Arial"/>
                  <a:ea typeface="Arial"/>
                  <a:cs typeface="Arial"/>
                  <a:sym typeface="Arial"/>
                </a:endParaRPr>
              </a:p>
            </p:txBody>
          </p:sp>
          <p:cxnSp>
            <p:nvCxnSpPr>
              <p:cNvPr id="204" name="Google Shape;204;p15"/>
              <p:cNvCxnSpPr/>
              <p:nvPr/>
            </p:nvCxnSpPr>
            <p:spPr>
              <a:xfrm>
                <a:off x="6745288" y="4000500"/>
                <a:ext cx="4865688" cy="0"/>
              </a:xfrm>
              <a:prstGeom prst="straightConnector1">
                <a:avLst/>
              </a:prstGeom>
              <a:noFill/>
              <a:ln cap="flat" cmpd="sng" w="9525">
                <a:solidFill>
                  <a:srgbClr val="000000"/>
                </a:solidFill>
                <a:prstDash val="solid"/>
                <a:round/>
                <a:headEnd len="med" w="med" type="none"/>
                <a:tailEnd len="med" w="med" type="none"/>
              </a:ln>
            </p:spPr>
          </p:cxnSp>
          <p:cxnSp>
            <p:nvCxnSpPr>
              <p:cNvPr id="205" name="Google Shape;205;p15"/>
              <p:cNvCxnSpPr/>
              <p:nvPr/>
            </p:nvCxnSpPr>
            <p:spPr>
              <a:xfrm>
                <a:off x="6745288" y="39973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206" name="Google Shape;206;p15"/>
              <p:cNvCxnSpPr/>
              <p:nvPr/>
            </p:nvCxnSpPr>
            <p:spPr>
              <a:xfrm>
                <a:off x="7092950" y="39973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207" name="Google Shape;207;p15"/>
              <p:cNvCxnSpPr/>
              <p:nvPr/>
            </p:nvCxnSpPr>
            <p:spPr>
              <a:xfrm>
                <a:off x="7440613" y="39973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208" name="Google Shape;208;p15"/>
              <p:cNvCxnSpPr/>
              <p:nvPr/>
            </p:nvCxnSpPr>
            <p:spPr>
              <a:xfrm>
                <a:off x="7786688" y="39973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209" name="Google Shape;209;p15"/>
              <p:cNvCxnSpPr/>
              <p:nvPr/>
            </p:nvCxnSpPr>
            <p:spPr>
              <a:xfrm>
                <a:off x="8134350" y="39973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210" name="Google Shape;210;p15"/>
              <p:cNvCxnSpPr/>
              <p:nvPr/>
            </p:nvCxnSpPr>
            <p:spPr>
              <a:xfrm>
                <a:off x="8483600" y="39973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211" name="Google Shape;211;p15"/>
              <p:cNvCxnSpPr/>
              <p:nvPr/>
            </p:nvCxnSpPr>
            <p:spPr>
              <a:xfrm>
                <a:off x="8829675" y="39973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212" name="Google Shape;212;p15"/>
              <p:cNvCxnSpPr/>
              <p:nvPr/>
            </p:nvCxnSpPr>
            <p:spPr>
              <a:xfrm>
                <a:off x="9177338" y="39973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213" name="Google Shape;213;p15"/>
              <p:cNvCxnSpPr/>
              <p:nvPr/>
            </p:nvCxnSpPr>
            <p:spPr>
              <a:xfrm>
                <a:off x="9525000" y="39973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214" name="Google Shape;214;p15"/>
              <p:cNvCxnSpPr/>
              <p:nvPr/>
            </p:nvCxnSpPr>
            <p:spPr>
              <a:xfrm>
                <a:off x="9871075" y="39973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215" name="Google Shape;215;p15"/>
              <p:cNvCxnSpPr/>
              <p:nvPr/>
            </p:nvCxnSpPr>
            <p:spPr>
              <a:xfrm>
                <a:off x="10220325" y="39973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216" name="Google Shape;216;p15"/>
              <p:cNvCxnSpPr/>
              <p:nvPr/>
            </p:nvCxnSpPr>
            <p:spPr>
              <a:xfrm>
                <a:off x="10567988" y="39973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217" name="Google Shape;217;p15"/>
              <p:cNvCxnSpPr/>
              <p:nvPr/>
            </p:nvCxnSpPr>
            <p:spPr>
              <a:xfrm>
                <a:off x="10914063" y="39973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218" name="Google Shape;218;p15"/>
              <p:cNvCxnSpPr/>
              <p:nvPr/>
            </p:nvCxnSpPr>
            <p:spPr>
              <a:xfrm>
                <a:off x="11261725" y="39973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219" name="Google Shape;219;p15"/>
              <p:cNvCxnSpPr/>
              <p:nvPr/>
            </p:nvCxnSpPr>
            <p:spPr>
              <a:xfrm>
                <a:off x="11610975" y="39973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220" name="Google Shape;220;p15"/>
              <p:cNvCxnSpPr/>
              <p:nvPr/>
            </p:nvCxnSpPr>
            <p:spPr>
              <a:xfrm>
                <a:off x="6745288" y="3990975"/>
                <a:ext cx="0" cy="30163"/>
              </a:xfrm>
              <a:prstGeom prst="straightConnector1">
                <a:avLst/>
              </a:prstGeom>
              <a:noFill/>
              <a:ln cap="flat" cmpd="sng" w="9525">
                <a:solidFill>
                  <a:srgbClr val="000000"/>
                </a:solidFill>
                <a:prstDash val="solid"/>
                <a:round/>
                <a:headEnd len="med" w="med" type="none"/>
                <a:tailEnd len="med" w="med" type="none"/>
              </a:ln>
            </p:spPr>
          </p:cxnSp>
          <p:cxnSp>
            <p:nvCxnSpPr>
              <p:cNvPr id="221" name="Google Shape;221;p15"/>
              <p:cNvCxnSpPr/>
              <p:nvPr/>
            </p:nvCxnSpPr>
            <p:spPr>
              <a:xfrm>
                <a:off x="7440613" y="3990975"/>
                <a:ext cx="0" cy="30163"/>
              </a:xfrm>
              <a:prstGeom prst="straightConnector1">
                <a:avLst/>
              </a:prstGeom>
              <a:noFill/>
              <a:ln cap="flat" cmpd="sng" w="9525">
                <a:solidFill>
                  <a:srgbClr val="000000"/>
                </a:solidFill>
                <a:prstDash val="solid"/>
                <a:round/>
                <a:headEnd len="med" w="med" type="none"/>
                <a:tailEnd len="med" w="med" type="none"/>
              </a:ln>
            </p:spPr>
          </p:cxnSp>
          <p:cxnSp>
            <p:nvCxnSpPr>
              <p:cNvPr id="222" name="Google Shape;222;p15"/>
              <p:cNvCxnSpPr/>
              <p:nvPr/>
            </p:nvCxnSpPr>
            <p:spPr>
              <a:xfrm>
                <a:off x="8134350" y="3990975"/>
                <a:ext cx="0" cy="30163"/>
              </a:xfrm>
              <a:prstGeom prst="straightConnector1">
                <a:avLst/>
              </a:prstGeom>
              <a:noFill/>
              <a:ln cap="flat" cmpd="sng" w="9525">
                <a:solidFill>
                  <a:srgbClr val="000000"/>
                </a:solidFill>
                <a:prstDash val="solid"/>
                <a:round/>
                <a:headEnd len="med" w="med" type="none"/>
                <a:tailEnd len="med" w="med" type="none"/>
              </a:ln>
            </p:spPr>
          </p:cxnSp>
          <p:cxnSp>
            <p:nvCxnSpPr>
              <p:cNvPr id="223" name="Google Shape;223;p15"/>
              <p:cNvCxnSpPr/>
              <p:nvPr/>
            </p:nvCxnSpPr>
            <p:spPr>
              <a:xfrm>
                <a:off x="8829675" y="3990975"/>
                <a:ext cx="0" cy="30163"/>
              </a:xfrm>
              <a:prstGeom prst="straightConnector1">
                <a:avLst/>
              </a:prstGeom>
              <a:noFill/>
              <a:ln cap="flat" cmpd="sng" w="9525">
                <a:solidFill>
                  <a:srgbClr val="000000"/>
                </a:solidFill>
                <a:prstDash val="solid"/>
                <a:round/>
                <a:headEnd len="med" w="med" type="none"/>
                <a:tailEnd len="med" w="med" type="none"/>
              </a:ln>
            </p:spPr>
          </p:cxnSp>
          <p:cxnSp>
            <p:nvCxnSpPr>
              <p:cNvPr id="224" name="Google Shape;224;p15"/>
              <p:cNvCxnSpPr/>
              <p:nvPr/>
            </p:nvCxnSpPr>
            <p:spPr>
              <a:xfrm>
                <a:off x="9525000" y="3990975"/>
                <a:ext cx="0" cy="30163"/>
              </a:xfrm>
              <a:prstGeom prst="straightConnector1">
                <a:avLst/>
              </a:prstGeom>
              <a:noFill/>
              <a:ln cap="flat" cmpd="sng" w="9525">
                <a:solidFill>
                  <a:srgbClr val="000000"/>
                </a:solidFill>
                <a:prstDash val="solid"/>
                <a:round/>
                <a:headEnd len="med" w="med" type="none"/>
                <a:tailEnd len="med" w="med" type="none"/>
              </a:ln>
            </p:spPr>
          </p:cxnSp>
          <p:cxnSp>
            <p:nvCxnSpPr>
              <p:cNvPr id="225" name="Google Shape;225;p15"/>
              <p:cNvCxnSpPr/>
              <p:nvPr/>
            </p:nvCxnSpPr>
            <p:spPr>
              <a:xfrm>
                <a:off x="10220325" y="3990975"/>
                <a:ext cx="0" cy="30163"/>
              </a:xfrm>
              <a:prstGeom prst="straightConnector1">
                <a:avLst/>
              </a:prstGeom>
              <a:noFill/>
              <a:ln cap="flat" cmpd="sng" w="9525">
                <a:solidFill>
                  <a:srgbClr val="000000"/>
                </a:solidFill>
                <a:prstDash val="solid"/>
                <a:round/>
                <a:headEnd len="med" w="med" type="none"/>
                <a:tailEnd len="med" w="med" type="none"/>
              </a:ln>
            </p:spPr>
          </p:cxnSp>
          <p:cxnSp>
            <p:nvCxnSpPr>
              <p:cNvPr id="226" name="Google Shape;226;p15"/>
              <p:cNvCxnSpPr/>
              <p:nvPr/>
            </p:nvCxnSpPr>
            <p:spPr>
              <a:xfrm>
                <a:off x="10914063" y="3990975"/>
                <a:ext cx="0" cy="30163"/>
              </a:xfrm>
              <a:prstGeom prst="straightConnector1">
                <a:avLst/>
              </a:prstGeom>
              <a:noFill/>
              <a:ln cap="flat" cmpd="sng" w="9525">
                <a:solidFill>
                  <a:srgbClr val="000000"/>
                </a:solidFill>
                <a:prstDash val="solid"/>
                <a:round/>
                <a:headEnd len="med" w="med" type="none"/>
                <a:tailEnd len="med" w="med" type="none"/>
              </a:ln>
            </p:spPr>
          </p:cxnSp>
          <p:cxnSp>
            <p:nvCxnSpPr>
              <p:cNvPr id="227" name="Google Shape;227;p15"/>
              <p:cNvCxnSpPr/>
              <p:nvPr/>
            </p:nvCxnSpPr>
            <p:spPr>
              <a:xfrm>
                <a:off x="11610975" y="3990975"/>
                <a:ext cx="0" cy="30163"/>
              </a:xfrm>
              <a:prstGeom prst="straightConnector1">
                <a:avLst/>
              </a:prstGeom>
              <a:noFill/>
              <a:ln cap="flat" cmpd="sng" w="9525">
                <a:solidFill>
                  <a:srgbClr val="000000"/>
                </a:solidFill>
                <a:prstDash val="solid"/>
                <a:round/>
                <a:headEnd len="med" w="med" type="none"/>
                <a:tailEnd len="med" w="med" type="none"/>
              </a:ln>
            </p:spPr>
          </p:cxnSp>
          <p:sp>
            <p:nvSpPr>
              <p:cNvPr id="228" name="Google Shape;228;p15"/>
              <p:cNvSpPr/>
              <p:nvPr/>
            </p:nvSpPr>
            <p:spPr>
              <a:xfrm>
                <a:off x="6702425" y="4035425"/>
                <a:ext cx="254878"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229" name="Google Shape;229;p15"/>
              <p:cNvSpPr/>
              <p:nvPr/>
            </p:nvSpPr>
            <p:spPr>
              <a:xfrm>
                <a:off x="7427913" y="4035425"/>
                <a:ext cx="70532"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a:t>
                </a:r>
                <a:endParaRPr b="0" i="0" sz="1000" u="none" cap="none" strike="noStrike">
                  <a:solidFill>
                    <a:schemeClr val="dk1"/>
                  </a:solidFill>
                  <a:latin typeface="Arial"/>
                  <a:ea typeface="Arial"/>
                  <a:cs typeface="Arial"/>
                  <a:sym typeface="Arial"/>
                </a:endParaRPr>
              </a:p>
            </p:txBody>
          </p:sp>
          <p:sp>
            <p:nvSpPr>
              <p:cNvPr id="230" name="Google Shape;230;p15"/>
              <p:cNvSpPr/>
              <p:nvPr/>
            </p:nvSpPr>
            <p:spPr>
              <a:xfrm>
                <a:off x="8099425" y="4035425"/>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231" name="Google Shape;231;p15"/>
              <p:cNvSpPr/>
              <p:nvPr/>
            </p:nvSpPr>
            <p:spPr>
              <a:xfrm>
                <a:off x="8794750" y="4035425"/>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400</a:t>
                </a:r>
                <a:endParaRPr b="0" i="0" sz="1000" u="none" cap="none" strike="noStrike">
                  <a:solidFill>
                    <a:schemeClr val="dk1"/>
                  </a:solidFill>
                  <a:latin typeface="Arial"/>
                  <a:ea typeface="Arial"/>
                  <a:cs typeface="Arial"/>
                  <a:sym typeface="Arial"/>
                </a:endParaRPr>
              </a:p>
            </p:txBody>
          </p:sp>
          <p:sp>
            <p:nvSpPr>
              <p:cNvPr id="232" name="Google Shape;232;p15"/>
              <p:cNvSpPr/>
              <p:nvPr/>
            </p:nvSpPr>
            <p:spPr>
              <a:xfrm>
                <a:off x="9488488" y="4035425"/>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600</a:t>
                </a:r>
                <a:endParaRPr b="0" i="0" sz="1000" u="none" cap="none" strike="noStrike">
                  <a:solidFill>
                    <a:schemeClr val="dk1"/>
                  </a:solidFill>
                  <a:latin typeface="Arial"/>
                  <a:ea typeface="Arial"/>
                  <a:cs typeface="Arial"/>
                  <a:sym typeface="Arial"/>
                </a:endParaRPr>
              </a:p>
            </p:txBody>
          </p:sp>
          <p:sp>
            <p:nvSpPr>
              <p:cNvPr id="233" name="Google Shape;233;p15"/>
              <p:cNvSpPr/>
              <p:nvPr/>
            </p:nvSpPr>
            <p:spPr>
              <a:xfrm>
                <a:off x="10185400" y="4035425"/>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800</a:t>
                </a:r>
                <a:endParaRPr b="0" i="0" sz="1000" u="none" cap="none" strike="noStrike">
                  <a:solidFill>
                    <a:schemeClr val="dk1"/>
                  </a:solidFill>
                  <a:latin typeface="Arial"/>
                  <a:ea typeface="Arial"/>
                  <a:cs typeface="Arial"/>
                  <a:sym typeface="Arial"/>
                </a:endParaRPr>
              </a:p>
            </p:txBody>
          </p:sp>
          <p:sp>
            <p:nvSpPr>
              <p:cNvPr id="234" name="Google Shape;234;p15"/>
              <p:cNvSpPr/>
              <p:nvPr/>
            </p:nvSpPr>
            <p:spPr>
              <a:xfrm>
                <a:off x="10866438" y="4035425"/>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1000</a:t>
                </a:r>
                <a:endParaRPr b="0" i="0" sz="1000" u="none" cap="none" strike="noStrike">
                  <a:solidFill>
                    <a:schemeClr val="dk1"/>
                  </a:solidFill>
                  <a:latin typeface="Arial"/>
                  <a:ea typeface="Arial"/>
                  <a:cs typeface="Arial"/>
                  <a:sym typeface="Arial"/>
                </a:endParaRPr>
              </a:p>
            </p:txBody>
          </p:sp>
          <p:sp>
            <p:nvSpPr>
              <p:cNvPr id="235" name="Google Shape;235;p15"/>
              <p:cNvSpPr/>
              <p:nvPr/>
            </p:nvSpPr>
            <p:spPr>
              <a:xfrm>
                <a:off x="11563350" y="4035425"/>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1200</a:t>
                </a:r>
                <a:endParaRPr b="0" i="0" sz="1000" u="none" cap="none" strike="noStrike">
                  <a:solidFill>
                    <a:schemeClr val="dk1"/>
                  </a:solidFill>
                  <a:latin typeface="Arial"/>
                  <a:ea typeface="Arial"/>
                  <a:cs typeface="Arial"/>
                  <a:sym typeface="Arial"/>
                </a:endParaRPr>
              </a:p>
            </p:txBody>
          </p:sp>
          <p:sp>
            <p:nvSpPr>
              <p:cNvPr id="236" name="Google Shape;236;p15"/>
              <p:cNvSpPr/>
              <p:nvPr/>
            </p:nvSpPr>
            <p:spPr>
              <a:xfrm>
                <a:off x="8580438" y="1412875"/>
                <a:ext cx="1234697" cy="24622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BSA  200 nM</a:t>
                </a:r>
                <a:endParaRPr b="0" i="0" sz="1600" u="none" cap="none" strike="noStrike">
                  <a:solidFill>
                    <a:schemeClr val="dk1"/>
                  </a:solidFill>
                  <a:latin typeface="Arial"/>
                  <a:ea typeface="Arial"/>
                  <a:cs typeface="Arial"/>
                  <a:sym typeface="Arial"/>
                </a:endParaRPr>
              </a:p>
            </p:txBody>
          </p:sp>
          <p:sp>
            <p:nvSpPr>
              <p:cNvPr id="237" name="Google Shape;237;p15"/>
              <p:cNvSpPr/>
              <p:nvPr/>
            </p:nvSpPr>
            <p:spPr>
              <a:xfrm rot="-5400000">
                <a:off x="5889703" y="2643697"/>
                <a:ext cx="918521"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Response (RU)</a:t>
                </a:r>
                <a:endParaRPr b="0" i="0" sz="1000" u="none" cap="none" strike="noStrike">
                  <a:solidFill>
                    <a:schemeClr val="dk1"/>
                  </a:solidFill>
                  <a:latin typeface="Arial"/>
                  <a:ea typeface="Arial"/>
                  <a:cs typeface="Arial"/>
                  <a:sym typeface="Arial"/>
                </a:endParaRPr>
              </a:p>
            </p:txBody>
          </p:sp>
          <p:sp>
            <p:nvSpPr>
              <p:cNvPr id="238" name="Google Shape;238;p15"/>
              <p:cNvSpPr/>
              <p:nvPr/>
            </p:nvSpPr>
            <p:spPr>
              <a:xfrm>
                <a:off x="8900548" y="4185102"/>
                <a:ext cx="49051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Time (s)</a:t>
                </a:r>
                <a:endParaRPr b="0" i="0" sz="1000" u="none" cap="none" strike="noStrike">
                  <a:solidFill>
                    <a:schemeClr val="dk1"/>
                  </a:solidFill>
                  <a:latin typeface="Arial"/>
                  <a:ea typeface="Arial"/>
                  <a:cs typeface="Arial"/>
                  <a:sym typeface="Arial"/>
                </a:endParaRPr>
              </a:p>
            </p:txBody>
          </p:sp>
          <p:sp>
            <p:nvSpPr>
              <p:cNvPr id="239" name="Google Shape;239;p15"/>
              <p:cNvSpPr/>
              <p:nvPr/>
            </p:nvSpPr>
            <p:spPr>
              <a:xfrm flipH="1" rot="10800000">
                <a:off x="7235825" y="1855788"/>
                <a:ext cx="3208338" cy="1536700"/>
              </a:xfrm>
              <a:custGeom>
                <a:rect b="b" l="l" r="r" t="t"/>
                <a:pathLst>
                  <a:path extrusionOk="0" h="1038" w="2172">
                    <a:moveTo>
                      <a:pt x="0" y="0"/>
                    </a:moveTo>
                    <a:lnTo>
                      <a:pt x="1" y="1"/>
                    </a:lnTo>
                    <a:lnTo>
                      <a:pt x="2" y="1"/>
                    </a:lnTo>
                    <a:lnTo>
                      <a:pt x="4" y="1"/>
                    </a:lnTo>
                    <a:lnTo>
                      <a:pt x="5" y="1"/>
                    </a:lnTo>
                    <a:lnTo>
                      <a:pt x="7" y="1"/>
                    </a:lnTo>
                    <a:lnTo>
                      <a:pt x="8" y="2"/>
                    </a:lnTo>
                    <a:lnTo>
                      <a:pt x="10" y="2"/>
                    </a:lnTo>
                    <a:lnTo>
                      <a:pt x="11" y="2"/>
                    </a:lnTo>
                    <a:lnTo>
                      <a:pt x="12" y="2"/>
                    </a:lnTo>
                    <a:lnTo>
                      <a:pt x="14" y="2"/>
                    </a:lnTo>
                    <a:lnTo>
                      <a:pt x="15" y="2"/>
                    </a:lnTo>
                    <a:lnTo>
                      <a:pt x="17" y="2"/>
                    </a:lnTo>
                    <a:lnTo>
                      <a:pt x="18" y="2"/>
                    </a:lnTo>
                    <a:lnTo>
                      <a:pt x="19" y="2"/>
                    </a:lnTo>
                    <a:lnTo>
                      <a:pt x="21" y="2"/>
                    </a:lnTo>
                    <a:lnTo>
                      <a:pt x="22" y="2"/>
                    </a:lnTo>
                    <a:lnTo>
                      <a:pt x="24" y="8"/>
                    </a:lnTo>
                    <a:lnTo>
                      <a:pt x="25" y="4"/>
                    </a:lnTo>
                    <a:lnTo>
                      <a:pt x="26" y="2"/>
                    </a:lnTo>
                    <a:lnTo>
                      <a:pt x="28" y="2"/>
                    </a:lnTo>
                    <a:lnTo>
                      <a:pt x="29" y="2"/>
                    </a:lnTo>
                    <a:lnTo>
                      <a:pt x="31" y="2"/>
                    </a:lnTo>
                    <a:lnTo>
                      <a:pt x="32" y="2"/>
                    </a:lnTo>
                    <a:lnTo>
                      <a:pt x="33" y="2"/>
                    </a:lnTo>
                    <a:lnTo>
                      <a:pt x="35" y="2"/>
                    </a:lnTo>
                    <a:lnTo>
                      <a:pt x="36" y="2"/>
                    </a:lnTo>
                    <a:lnTo>
                      <a:pt x="38" y="2"/>
                    </a:lnTo>
                    <a:lnTo>
                      <a:pt x="39" y="2"/>
                    </a:lnTo>
                    <a:lnTo>
                      <a:pt x="41" y="2"/>
                    </a:lnTo>
                    <a:lnTo>
                      <a:pt x="42" y="2"/>
                    </a:lnTo>
                    <a:lnTo>
                      <a:pt x="43" y="3"/>
                    </a:lnTo>
                    <a:lnTo>
                      <a:pt x="45" y="3"/>
                    </a:lnTo>
                    <a:lnTo>
                      <a:pt x="46" y="3"/>
                    </a:lnTo>
                    <a:lnTo>
                      <a:pt x="48" y="3"/>
                    </a:lnTo>
                    <a:lnTo>
                      <a:pt x="49" y="3"/>
                    </a:lnTo>
                    <a:lnTo>
                      <a:pt x="50" y="3"/>
                    </a:lnTo>
                    <a:lnTo>
                      <a:pt x="52" y="3"/>
                    </a:lnTo>
                    <a:lnTo>
                      <a:pt x="53" y="3"/>
                    </a:lnTo>
                    <a:lnTo>
                      <a:pt x="55" y="3"/>
                    </a:lnTo>
                    <a:lnTo>
                      <a:pt x="56" y="3"/>
                    </a:lnTo>
                    <a:lnTo>
                      <a:pt x="57" y="3"/>
                    </a:lnTo>
                    <a:lnTo>
                      <a:pt x="59" y="3"/>
                    </a:lnTo>
                    <a:lnTo>
                      <a:pt x="60" y="3"/>
                    </a:lnTo>
                    <a:lnTo>
                      <a:pt x="62" y="3"/>
                    </a:lnTo>
                    <a:lnTo>
                      <a:pt x="63" y="3"/>
                    </a:lnTo>
                    <a:lnTo>
                      <a:pt x="65" y="3"/>
                    </a:lnTo>
                    <a:lnTo>
                      <a:pt x="66" y="3"/>
                    </a:lnTo>
                    <a:lnTo>
                      <a:pt x="67" y="3"/>
                    </a:lnTo>
                    <a:lnTo>
                      <a:pt x="69" y="3"/>
                    </a:lnTo>
                    <a:lnTo>
                      <a:pt x="70" y="3"/>
                    </a:lnTo>
                    <a:lnTo>
                      <a:pt x="72" y="3"/>
                    </a:lnTo>
                    <a:lnTo>
                      <a:pt x="73" y="3"/>
                    </a:lnTo>
                    <a:lnTo>
                      <a:pt x="74" y="3"/>
                    </a:lnTo>
                    <a:lnTo>
                      <a:pt x="76" y="4"/>
                    </a:lnTo>
                    <a:lnTo>
                      <a:pt x="77" y="4"/>
                    </a:lnTo>
                    <a:lnTo>
                      <a:pt x="79" y="4"/>
                    </a:lnTo>
                    <a:lnTo>
                      <a:pt x="80" y="4"/>
                    </a:lnTo>
                    <a:lnTo>
                      <a:pt x="81" y="4"/>
                    </a:lnTo>
                    <a:lnTo>
                      <a:pt x="83" y="4"/>
                    </a:lnTo>
                    <a:lnTo>
                      <a:pt x="84" y="4"/>
                    </a:lnTo>
                    <a:lnTo>
                      <a:pt x="86" y="4"/>
                    </a:lnTo>
                    <a:lnTo>
                      <a:pt x="87" y="4"/>
                    </a:lnTo>
                    <a:lnTo>
                      <a:pt x="89" y="4"/>
                    </a:lnTo>
                    <a:lnTo>
                      <a:pt x="90" y="4"/>
                    </a:lnTo>
                    <a:lnTo>
                      <a:pt x="91" y="4"/>
                    </a:lnTo>
                    <a:lnTo>
                      <a:pt x="93" y="4"/>
                    </a:lnTo>
                    <a:lnTo>
                      <a:pt x="94" y="4"/>
                    </a:lnTo>
                    <a:lnTo>
                      <a:pt x="96" y="4"/>
                    </a:lnTo>
                    <a:lnTo>
                      <a:pt x="97" y="4"/>
                    </a:lnTo>
                    <a:lnTo>
                      <a:pt x="98" y="4"/>
                    </a:lnTo>
                    <a:lnTo>
                      <a:pt x="100" y="4"/>
                    </a:lnTo>
                    <a:lnTo>
                      <a:pt x="101" y="4"/>
                    </a:lnTo>
                    <a:lnTo>
                      <a:pt x="103" y="4"/>
                    </a:lnTo>
                    <a:lnTo>
                      <a:pt x="104" y="4"/>
                    </a:lnTo>
                    <a:lnTo>
                      <a:pt x="105" y="4"/>
                    </a:lnTo>
                    <a:lnTo>
                      <a:pt x="107" y="4"/>
                    </a:lnTo>
                    <a:lnTo>
                      <a:pt x="108" y="4"/>
                    </a:lnTo>
                    <a:lnTo>
                      <a:pt x="110" y="4"/>
                    </a:lnTo>
                    <a:lnTo>
                      <a:pt x="111" y="5"/>
                    </a:lnTo>
                    <a:lnTo>
                      <a:pt x="113" y="5"/>
                    </a:lnTo>
                    <a:lnTo>
                      <a:pt x="114" y="5"/>
                    </a:lnTo>
                    <a:lnTo>
                      <a:pt x="115" y="5"/>
                    </a:lnTo>
                    <a:lnTo>
                      <a:pt x="117" y="5"/>
                    </a:lnTo>
                    <a:lnTo>
                      <a:pt x="118" y="5"/>
                    </a:lnTo>
                    <a:lnTo>
                      <a:pt x="120" y="5"/>
                    </a:lnTo>
                    <a:lnTo>
                      <a:pt x="121" y="5"/>
                    </a:lnTo>
                    <a:lnTo>
                      <a:pt x="122" y="5"/>
                    </a:lnTo>
                    <a:lnTo>
                      <a:pt x="124" y="6"/>
                    </a:lnTo>
                    <a:lnTo>
                      <a:pt x="125" y="6"/>
                    </a:lnTo>
                    <a:lnTo>
                      <a:pt x="127" y="6"/>
                    </a:lnTo>
                    <a:lnTo>
                      <a:pt x="128" y="6"/>
                    </a:lnTo>
                    <a:lnTo>
                      <a:pt x="129" y="6"/>
                    </a:lnTo>
                    <a:lnTo>
                      <a:pt x="131" y="6"/>
                    </a:lnTo>
                    <a:lnTo>
                      <a:pt x="132" y="6"/>
                    </a:lnTo>
                    <a:lnTo>
                      <a:pt x="134" y="6"/>
                    </a:lnTo>
                    <a:lnTo>
                      <a:pt x="135" y="6"/>
                    </a:lnTo>
                    <a:lnTo>
                      <a:pt x="137" y="6"/>
                    </a:lnTo>
                    <a:lnTo>
                      <a:pt x="138" y="6"/>
                    </a:lnTo>
                    <a:lnTo>
                      <a:pt x="139" y="6"/>
                    </a:lnTo>
                    <a:lnTo>
                      <a:pt x="141" y="6"/>
                    </a:lnTo>
                    <a:lnTo>
                      <a:pt x="142" y="6"/>
                    </a:lnTo>
                    <a:lnTo>
                      <a:pt x="144" y="6"/>
                    </a:lnTo>
                    <a:lnTo>
                      <a:pt x="145" y="6"/>
                    </a:lnTo>
                    <a:lnTo>
                      <a:pt x="146" y="6"/>
                    </a:lnTo>
                    <a:lnTo>
                      <a:pt x="148" y="6"/>
                    </a:lnTo>
                    <a:lnTo>
                      <a:pt x="149" y="6"/>
                    </a:lnTo>
                    <a:lnTo>
                      <a:pt x="151" y="6"/>
                    </a:lnTo>
                    <a:lnTo>
                      <a:pt x="152" y="6"/>
                    </a:lnTo>
                    <a:lnTo>
                      <a:pt x="153" y="7"/>
                    </a:lnTo>
                    <a:lnTo>
                      <a:pt x="155" y="7"/>
                    </a:lnTo>
                    <a:lnTo>
                      <a:pt x="156" y="7"/>
                    </a:lnTo>
                    <a:lnTo>
                      <a:pt x="158" y="8"/>
                    </a:lnTo>
                    <a:lnTo>
                      <a:pt x="159" y="6"/>
                    </a:lnTo>
                    <a:lnTo>
                      <a:pt x="161" y="4"/>
                    </a:lnTo>
                    <a:lnTo>
                      <a:pt x="162" y="7"/>
                    </a:lnTo>
                    <a:lnTo>
                      <a:pt x="163" y="615"/>
                    </a:lnTo>
                    <a:lnTo>
                      <a:pt x="165" y="735"/>
                    </a:lnTo>
                    <a:lnTo>
                      <a:pt x="166" y="752"/>
                    </a:lnTo>
                    <a:lnTo>
                      <a:pt x="168" y="756"/>
                    </a:lnTo>
                    <a:lnTo>
                      <a:pt x="169" y="758"/>
                    </a:lnTo>
                    <a:lnTo>
                      <a:pt x="170" y="760"/>
                    </a:lnTo>
                    <a:lnTo>
                      <a:pt x="172" y="762"/>
                    </a:lnTo>
                    <a:lnTo>
                      <a:pt x="173" y="763"/>
                    </a:lnTo>
                    <a:lnTo>
                      <a:pt x="175" y="765"/>
                    </a:lnTo>
                    <a:lnTo>
                      <a:pt x="176" y="766"/>
                    </a:lnTo>
                    <a:lnTo>
                      <a:pt x="177" y="768"/>
                    </a:lnTo>
                    <a:lnTo>
                      <a:pt x="179" y="770"/>
                    </a:lnTo>
                    <a:lnTo>
                      <a:pt x="180" y="771"/>
                    </a:lnTo>
                    <a:lnTo>
                      <a:pt x="182" y="773"/>
                    </a:lnTo>
                    <a:lnTo>
                      <a:pt x="183" y="774"/>
                    </a:lnTo>
                    <a:lnTo>
                      <a:pt x="185" y="776"/>
                    </a:lnTo>
                    <a:lnTo>
                      <a:pt x="186" y="778"/>
                    </a:lnTo>
                    <a:lnTo>
                      <a:pt x="187" y="780"/>
                    </a:lnTo>
                    <a:lnTo>
                      <a:pt x="189" y="781"/>
                    </a:lnTo>
                    <a:lnTo>
                      <a:pt x="190" y="783"/>
                    </a:lnTo>
                    <a:lnTo>
                      <a:pt x="192" y="785"/>
                    </a:lnTo>
                    <a:lnTo>
                      <a:pt x="193" y="786"/>
                    </a:lnTo>
                    <a:lnTo>
                      <a:pt x="194" y="788"/>
                    </a:lnTo>
                    <a:lnTo>
                      <a:pt x="196" y="789"/>
                    </a:lnTo>
                    <a:lnTo>
                      <a:pt x="197" y="791"/>
                    </a:lnTo>
                    <a:lnTo>
                      <a:pt x="199" y="792"/>
                    </a:lnTo>
                    <a:lnTo>
                      <a:pt x="200" y="794"/>
                    </a:lnTo>
                    <a:lnTo>
                      <a:pt x="201" y="795"/>
                    </a:lnTo>
                    <a:lnTo>
                      <a:pt x="203" y="797"/>
                    </a:lnTo>
                    <a:lnTo>
                      <a:pt x="204" y="798"/>
                    </a:lnTo>
                    <a:lnTo>
                      <a:pt x="206" y="800"/>
                    </a:lnTo>
                    <a:lnTo>
                      <a:pt x="207" y="801"/>
                    </a:lnTo>
                    <a:lnTo>
                      <a:pt x="208" y="803"/>
                    </a:lnTo>
                    <a:lnTo>
                      <a:pt x="210" y="805"/>
                    </a:lnTo>
                    <a:lnTo>
                      <a:pt x="211" y="806"/>
                    </a:lnTo>
                    <a:lnTo>
                      <a:pt x="213" y="808"/>
                    </a:lnTo>
                    <a:lnTo>
                      <a:pt x="214" y="809"/>
                    </a:lnTo>
                    <a:lnTo>
                      <a:pt x="216" y="810"/>
                    </a:lnTo>
                    <a:lnTo>
                      <a:pt x="217" y="812"/>
                    </a:lnTo>
                    <a:lnTo>
                      <a:pt x="218" y="813"/>
                    </a:lnTo>
                    <a:lnTo>
                      <a:pt x="220" y="815"/>
                    </a:lnTo>
                    <a:lnTo>
                      <a:pt x="221" y="816"/>
                    </a:lnTo>
                    <a:lnTo>
                      <a:pt x="223" y="818"/>
                    </a:lnTo>
                    <a:lnTo>
                      <a:pt x="224" y="819"/>
                    </a:lnTo>
                    <a:lnTo>
                      <a:pt x="225" y="821"/>
                    </a:lnTo>
                    <a:lnTo>
                      <a:pt x="227" y="822"/>
                    </a:lnTo>
                    <a:lnTo>
                      <a:pt x="228" y="823"/>
                    </a:lnTo>
                    <a:lnTo>
                      <a:pt x="230" y="825"/>
                    </a:lnTo>
                    <a:lnTo>
                      <a:pt x="231" y="826"/>
                    </a:lnTo>
                    <a:lnTo>
                      <a:pt x="232" y="827"/>
                    </a:lnTo>
                    <a:lnTo>
                      <a:pt x="234" y="829"/>
                    </a:lnTo>
                    <a:lnTo>
                      <a:pt x="235" y="830"/>
                    </a:lnTo>
                    <a:lnTo>
                      <a:pt x="237" y="832"/>
                    </a:lnTo>
                    <a:lnTo>
                      <a:pt x="238" y="833"/>
                    </a:lnTo>
                    <a:lnTo>
                      <a:pt x="240" y="835"/>
                    </a:lnTo>
                    <a:lnTo>
                      <a:pt x="241" y="836"/>
                    </a:lnTo>
                    <a:lnTo>
                      <a:pt x="242" y="837"/>
                    </a:lnTo>
                    <a:lnTo>
                      <a:pt x="244" y="839"/>
                    </a:lnTo>
                    <a:lnTo>
                      <a:pt x="245" y="840"/>
                    </a:lnTo>
                    <a:lnTo>
                      <a:pt x="247" y="841"/>
                    </a:lnTo>
                    <a:lnTo>
                      <a:pt x="248" y="842"/>
                    </a:lnTo>
                    <a:lnTo>
                      <a:pt x="249" y="844"/>
                    </a:lnTo>
                    <a:lnTo>
                      <a:pt x="251" y="845"/>
                    </a:lnTo>
                    <a:lnTo>
                      <a:pt x="252" y="847"/>
                    </a:lnTo>
                    <a:lnTo>
                      <a:pt x="254" y="848"/>
                    </a:lnTo>
                    <a:lnTo>
                      <a:pt x="255" y="850"/>
                    </a:lnTo>
                    <a:lnTo>
                      <a:pt x="256" y="851"/>
                    </a:lnTo>
                    <a:lnTo>
                      <a:pt x="258" y="852"/>
                    </a:lnTo>
                    <a:lnTo>
                      <a:pt x="259" y="853"/>
                    </a:lnTo>
                    <a:lnTo>
                      <a:pt x="261" y="854"/>
                    </a:lnTo>
                    <a:lnTo>
                      <a:pt x="262" y="856"/>
                    </a:lnTo>
                    <a:lnTo>
                      <a:pt x="264" y="857"/>
                    </a:lnTo>
                    <a:lnTo>
                      <a:pt x="265" y="858"/>
                    </a:lnTo>
                    <a:lnTo>
                      <a:pt x="266" y="859"/>
                    </a:lnTo>
                    <a:lnTo>
                      <a:pt x="268" y="861"/>
                    </a:lnTo>
                    <a:lnTo>
                      <a:pt x="269" y="862"/>
                    </a:lnTo>
                    <a:lnTo>
                      <a:pt x="271" y="863"/>
                    </a:lnTo>
                    <a:lnTo>
                      <a:pt x="272" y="865"/>
                    </a:lnTo>
                    <a:lnTo>
                      <a:pt x="273" y="866"/>
                    </a:lnTo>
                    <a:lnTo>
                      <a:pt x="275" y="867"/>
                    </a:lnTo>
                    <a:lnTo>
                      <a:pt x="276" y="869"/>
                    </a:lnTo>
                    <a:lnTo>
                      <a:pt x="278" y="870"/>
                    </a:lnTo>
                    <a:lnTo>
                      <a:pt x="279" y="871"/>
                    </a:lnTo>
                    <a:lnTo>
                      <a:pt x="280" y="872"/>
                    </a:lnTo>
                    <a:lnTo>
                      <a:pt x="282" y="874"/>
                    </a:lnTo>
                    <a:lnTo>
                      <a:pt x="283" y="875"/>
                    </a:lnTo>
                    <a:lnTo>
                      <a:pt x="285" y="876"/>
                    </a:lnTo>
                    <a:lnTo>
                      <a:pt x="286" y="877"/>
                    </a:lnTo>
                    <a:lnTo>
                      <a:pt x="288" y="878"/>
                    </a:lnTo>
                    <a:lnTo>
                      <a:pt x="289" y="880"/>
                    </a:lnTo>
                    <a:lnTo>
                      <a:pt x="290" y="881"/>
                    </a:lnTo>
                    <a:lnTo>
                      <a:pt x="292" y="882"/>
                    </a:lnTo>
                    <a:lnTo>
                      <a:pt x="293" y="883"/>
                    </a:lnTo>
                    <a:lnTo>
                      <a:pt x="295" y="885"/>
                    </a:lnTo>
                    <a:lnTo>
                      <a:pt x="296" y="886"/>
                    </a:lnTo>
                    <a:lnTo>
                      <a:pt x="297" y="887"/>
                    </a:lnTo>
                    <a:lnTo>
                      <a:pt x="299" y="888"/>
                    </a:lnTo>
                    <a:lnTo>
                      <a:pt x="300" y="889"/>
                    </a:lnTo>
                    <a:lnTo>
                      <a:pt x="302" y="891"/>
                    </a:lnTo>
                    <a:lnTo>
                      <a:pt x="303" y="892"/>
                    </a:lnTo>
                    <a:lnTo>
                      <a:pt x="304" y="893"/>
                    </a:lnTo>
                    <a:lnTo>
                      <a:pt x="306" y="894"/>
                    </a:lnTo>
                    <a:lnTo>
                      <a:pt x="307" y="895"/>
                    </a:lnTo>
                    <a:lnTo>
                      <a:pt x="309" y="896"/>
                    </a:lnTo>
                    <a:lnTo>
                      <a:pt x="310" y="898"/>
                    </a:lnTo>
                    <a:lnTo>
                      <a:pt x="312" y="899"/>
                    </a:lnTo>
                    <a:lnTo>
                      <a:pt x="313" y="900"/>
                    </a:lnTo>
                    <a:lnTo>
                      <a:pt x="314" y="901"/>
                    </a:lnTo>
                    <a:lnTo>
                      <a:pt x="316" y="902"/>
                    </a:lnTo>
                    <a:lnTo>
                      <a:pt x="317" y="904"/>
                    </a:lnTo>
                    <a:lnTo>
                      <a:pt x="319" y="905"/>
                    </a:lnTo>
                    <a:lnTo>
                      <a:pt x="320" y="906"/>
                    </a:lnTo>
                    <a:lnTo>
                      <a:pt x="321" y="907"/>
                    </a:lnTo>
                    <a:lnTo>
                      <a:pt x="323" y="908"/>
                    </a:lnTo>
                    <a:lnTo>
                      <a:pt x="324" y="910"/>
                    </a:lnTo>
                    <a:lnTo>
                      <a:pt x="326" y="911"/>
                    </a:lnTo>
                    <a:lnTo>
                      <a:pt x="327" y="912"/>
                    </a:lnTo>
                    <a:lnTo>
                      <a:pt x="328" y="913"/>
                    </a:lnTo>
                    <a:lnTo>
                      <a:pt x="330" y="914"/>
                    </a:lnTo>
                    <a:lnTo>
                      <a:pt x="331" y="915"/>
                    </a:lnTo>
                    <a:lnTo>
                      <a:pt x="333" y="916"/>
                    </a:lnTo>
                    <a:lnTo>
                      <a:pt x="334" y="917"/>
                    </a:lnTo>
                    <a:lnTo>
                      <a:pt x="336" y="918"/>
                    </a:lnTo>
                    <a:lnTo>
                      <a:pt x="337" y="919"/>
                    </a:lnTo>
                    <a:lnTo>
                      <a:pt x="338" y="921"/>
                    </a:lnTo>
                    <a:lnTo>
                      <a:pt x="340" y="922"/>
                    </a:lnTo>
                    <a:lnTo>
                      <a:pt x="341" y="923"/>
                    </a:lnTo>
                    <a:lnTo>
                      <a:pt x="343" y="924"/>
                    </a:lnTo>
                    <a:lnTo>
                      <a:pt x="344" y="925"/>
                    </a:lnTo>
                    <a:lnTo>
                      <a:pt x="345" y="926"/>
                    </a:lnTo>
                    <a:lnTo>
                      <a:pt x="347" y="928"/>
                    </a:lnTo>
                    <a:lnTo>
                      <a:pt x="348" y="929"/>
                    </a:lnTo>
                    <a:lnTo>
                      <a:pt x="350" y="930"/>
                    </a:lnTo>
                    <a:lnTo>
                      <a:pt x="351" y="931"/>
                    </a:lnTo>
                    <a:lnTo>
                      <a:pt x="352" y="932"/>
                    </a:lnTo>
                    <a:lnTo>
                      <a:pt x="354" y="933"/>
                    </a:lnTo>
                    <a:lnTo>
                      <a:pt x="355" y="934"/>
                    </a:lnTo>
                    <a:lnTo>
                      <a:pt x="357" y="936"/>
                    </a:lnTo>
                    <a:lnTo>
                      <a:pt x="358" y="937"/>
                    </a:lnTo>
                    <a:lnTo>
                      <a:pt x="360" y="938"/>
                    </a:lnTo>
                    <a:lnTo>
                      <a:pt x="361" y="939"/>
                    </a:lnTo>
                    <a:lnTo>
                      <a:pt x="362" y="940"/>
                    </a:lnTo>
                    <a:lnTo>
                      <a:pt x="364" y="941"/>
                    </a:lnTo>
                    <a:lnTo>
                      <a:pt x="365" y="942"/>
                    </a:lnTo>
                    <a:lnTo>
                      <a:pt x="367" y="943"/>
                    </a:lnTo>
                    <a:lnTo>
                      <a:pt x="368" y="944"/>
                    </a:lnTo>
                    <a:lnTo>
                      <a:pt x="369" y="946"/>
                    </a:lnTo>
                    <a:lnTo>
                      <a:pt x="371" y="947"/>
                    </a:lnTo>
                    <a:lnTo>
                      <a:pt x="372" y="948"/>
                    </a:lnTo>
                    <a:lnTo>
                      <a:pt x="374" y="948"/>
                    </a:lnTo>
                    <a:lnTo>
                      <a:pt x="375" y="949"/>
                    </a:lnTo>
                    <a:lnTo>
                      <a:pt x="376" y="950"/>
                    </a:lnTo>
                    <a:lnTo>
                      <a:pt x="378" y="951"/>
                    </a:lnTo>
                    <a:lnTo>
                      <a:pt x="379" y="952"/>
                    </a:lnTo>
                    <a:lnTo>
                      <a:pt x="381" y="953"/>
                    </a:lnTo>
                    <a:lnTo>
                      <a:pt x="382" y="954"/>
                    </a:lnTo>
                    <a:lnTo>
                      <a:pt x="383" y="955"/>
                    </a:lnTo>
                    <a:lnTo>
                      <a:pt x="385" y="956"/>
                    </a:lnTo>
                    <a:lnTo>
                      <a:pt x="386" y="957"/>
                    </a:lnTo>
                    <a:lnTo>
                      <a:pt x="388" y="958"/>
                    </a:lnTo>
                    <a:lnTo>
                      <a:pt x="389" y="959"/>
                    </a:lnTo>
                    <a:lnTo>
                      <a:pt x="391" y="960"/>
                    </a:lnTo>
                    <a:lnTo>
                      <a:pt x="392" y="961"/>
                    </a:lnTo>
                    <a:lnTo>
                      <a:pt x="393" y="962"/>
                    </a:lnTo>
                    <a:lnTo>
                      <a:pt x="395" y="963"/>
                    </a:lnTo>
                    <a:lnTo>
                      <a:pt x="396" y="965"/>
                    </a:lnTo>
                    <a:lnTo>
                      <a:pt x="398" y="965"/>
                    </a:lnTo>
                    <a:lnTo>
                      <a:pt x="399" y="966"/>
                    </a:lnTo>
                    <a:lnTo>
                      <a:pt x="400" y="967"/>
                    </a:lnTo>
                    <a:lnTo>
                      <a:pt x="402" y="968"/>
                    </a:lnTo>
                    <a:lnTo>
                      <a:pt x="403" y="969"/>
                    </a:lnTo>
                    <a:lnTo>
                      <a:pt x="405" y="970"/>
                    </a:lnTo>
                    <a:lnTo>
                      <a:pt x="406" y="971"/>
                    </a:lnTo>
                    <a:lnTo>
                      <a:pt x="407" y="972"/>
                    </a:lnTo>
                    <a:lnTo>
                      <a:pt x="409" y="973"/>
                    </a:lnTo>
                    <a:lnTo>
                      <a:pt x="410" y="974"/>
                    </a:lnTo>
                    <a:lnTo>
                      <a:pt x="412" y="975"/>
                    </a:lnTo>
                    <a:lnTo>
                      <a:pt x="413" y="976"/>
                    </a:lnTo>
                    <a:lnTo>
                      <a:pt x="415" y="977"/>
                    </a:lnTo>
                    <a:lnTo>
                      <a:pt x="416" y="978"/>
                    </a:lnTo>
                    <a:lnTo>
                      <a:pt x="417" y="978"/>
                    </a:lnTo>
                    <a:lnTo>
                      <a:pt x="419" y="979"/>
                    </a:lnTo>
                    <a:lnTo>
                      <a:pt x="420" y="980"/>
                    </a:lnTo>
                    <a:lnTo>
                      <a:pt x="422" y="981"/>
                    </a:lnTo>
                    <a:lnTo>
                      <a:pt x="423" y="982"/>
                    </a:lnTo>
                    <a:lnTo>
                      <a:pt x="424" y="982"/>
                    </a:lnTo>
                    <a:lnTo>
                      <a:pt x="426" y="983"/>
                    </a:lnTo>
                    <a:lnTo>
                      <a:pt x="427" y="984"/>
                    </a:lnTo>
                    <a:lnTo>
                      <a:pt x="429" y="985"/>
                    </a:lnTo>
                    <a:lnTo>
                      <a:pt x="430" y="986"/>
                    </a:lnTo>
                    <a:lnTo>
                      <a:pt x="431" y="986"/>
                    </a:lnTo>
                    <a:lnTo>
                      <a:pt x="433" y="987"/>
                    </a:lnTo>
                    <a:lnTo>
                      <a:pt x="434" y="987"/>
                    </a:lnTo>
                    <a:lnTo>
                      <a:pt x="436" y="988"/>
                    </a:lnTo>
                    <a:lnTo>
                      <a:pt x="437" y="989"/>
                    </a:lnTo>
                    <a:lnTo>
                      <a:pt x="439" y="990"/>
                    </a:lnTo>
                    <a:lnTo>
                      <a:pt x="440" y="990"/>
                    </a:lnTo>
                    <a:lnTo>
                      <a:pt x="441" y="991"/>
                    </a:lnTo>
                    <a:lnTo>
                      <a:pt x="443" y="992"/>
                    </a:lnTo>
                    <a:lnTo>
                      <a:pt x="444" y="993"/>
                    </a:lnTo>
                    <a:lnTo>
                      <a:pt x="446" y="994"/>
                    </a:lnTo>
                    <a:lnTo>
                      <a:pt x="447" y="994"/>
                    </a:lnTo>
                    <a:lnTo>
                      <a:pt x="448" y="995"/>
                    </a:lnTo>
                    <a:lnTo>
                      <a:pt x="450" y="996"/>
                    </a:lnTo>
                    <a:lnTo>
                      <a:pt x="451" y="996"/>
                    </a:lnTo>
                    <a:lnTo>
                      <a:pt x="453" y="997"/>
                    </a:lnTo>
                    <a:lnTo>
                      <a:pt x="454" y="998"/>
                    </a:lnTo>
                    <a:lnTo>
                      <a:pt x="455" y="998"/>
                    </a:lnTo>
                    <a:lnTo>
                      <a:pt x="457" y="999"/>
                    </a:lnTo>
                    <a:lnTo>
                      <a:pt x="458" y="1000"/>
                    </a:lnTo>
                    <a:lnTo>
                      <a:pt x="460" y="1000"/>
                    </a:lnTo>
                    <a:lnTo>
                      <a:pt x="461" y="1001"/>
                    </a:lnTo>
                    <a:lnTo>
                      <a:pt x="463" y="1002"/>
                    </a:lnTo>
                    <a:lnTo>
                      <a:pt x="464" y="1002"/>
                    </a:lnTo>
                    <a:lnTo>
                      <a:pt x="465" y="1003"/>
                    </a:lnTo>
                    <a:lnTo>
                      <a:pt x="467" y="1003"/>
                    </a:lnTo>
                    <a:lnTo>
                      <a:pt x="468" y="1004"/>
                    </a:lnTo>
                    <a:lnTo>
                      <a:pt x="470" y="1005"/>
                    </a:lnTo>
                    <a:lnTo>
                      <a:pt x="471" y="1005"/>
                    </a:lnTo>
                    <a:lnTo>
                      <a:pt x="472" y="1006"/>
                    </a:lnTo>
                    <a:lnTo>
                      <a:pt x="474" y="1006"/>
                    </a:lnTo>
                    <a:lnTo>
                      <a:pt x="475" y="1007"/>
                    </a:lnTo>
                    <a:lnTo>
                      <a:pt x="477" y="1007"/>
                    </a:lnTo>
                    <a:lnTo>
                      <a:pt x="478" y="1008"/>
                    </a:lnTo>
                    <a:lnTo>
                      <a:pt x="479" y="1008"/>
                    </a:lnTo>
                    <a:lnTo>
                      <a:pt x="481" y="1009"/>
                    </a:lnTo>
                    <a:lnTo>
                      <a:pt x="482" y="1010"/>
                    </a:lnTo>
                    <a:lnTo>
                      <a:pt x="484" y="1010"/>
                    </a:lnTo>
                    <a:lnTo>
                      <a:pt x="485" y="1011"/>
                    </a:lnTo>
                    <a:lnTo>
                      <a:pt x="487" y="1011"/>
                    </a:lnTo>
                    <a:lnTo>
                      <a:pt x="488" y="1012"/>
                    </a:lnTo>
                    <a:lnTo>
                      <a:pt x="489" y="1013"/>
                    </a:lnTo>
                    <a:lnTo>
                      <a:pt x="491" y="1013"/>
                    </a:lnTo>
                    <a:lnTo>
                      <a:pt x="492" y="1014"/>
                    </a:lnTo>
                    <a:lnTo>
                      <a:pt x="494" y="1014"/>
                    </a:lnTo>
                    <a:lnTo>
                      <a:pt x="495" y="1015"/>
                    </a:lnTo>
                    <a:lnTo>
                      <a:pt x="496" y="1016"/>
                    </a:lnTo>
                    <a:lnTo>
                      <a:pt x="498" y="1016"/>
                    </a:lnTo>
                    <a:lnTo>
                      <a:pt x="499" y="1017"/>
                    </a:lnTo>
                    <a:lnTo>
                      <a:pt x="501" y="1017"/>
                    </a:lnTo>
                    <a:lnTo>
                      <a:pt x="502" y="1018"/>
                    </a:lnTo>
                    <a:lnTo>
                      <a:pt x="503" y="1018"/>
                    </a:lnTo>
                    <a:lnTo>
                      <a:pt x="505" y="1018"/>
                    </a:lnTo>
                    <a:lnTo>
                      <a:pt x="506" y="1019"/>
                    </a:lnTo>
                    <a:lnTo>
                      <a:pt x="508" y="1019"/>
                    </a:lnTo>
                    <a:lnTo>
                      <a:pt x="509" y="1020"/>
                    </a:lnTo>
                    <a:lnTo>
                      <a:pt x="511" y="1020"/>
                    </a:lnTo>
                    <a:lnTo>
                      <a:pt x="512" y="1021"/>
                    </a:lnTo>
                    <a:lnTo>
                      <a:pt x="513" y="1021"/>
                    </a:lnTo>
                    <a:lnTo>
                      <a:pt x="515" y="1021"/>
                    </a:lnTo>
                    <a:lnTo>
                      <a:pt x="516" y="1022"/>
                    </a:lnTo>
                    <a:lnTo>
                      <a:pt x="518" y="1022"/>
                    </a:lnTo>
                    <a:lnTo>
                      <a:pt x="519" y="1023"/>
                    </a:lnTo>
                    <a:lnTo>
                      <a:pt x="520" y="1023"/>
                    </a:lnTo>
                    <a:lnTo>
                      <a:pt x="522" y="1024"/>
                    </a:lnTo>
                    <a:lnTo>
                      <a:pt x="523" y="1024"/>
                    </a:lnTo>
                    <a:lnTo>
                      <a:pt x="525" y="1024"/>
                    </a:lnTo>
                    <a:lnTo>
                      <a:pt x="526" y="1025"/>
                    </a:lnTo>
                    <a:lnTo>
                      <a:pt x="527" y="1025"/>
                    </a:lnTo>
                    <a:lnTo>
                      <a:pt x="529" y="1025"/>
                    </a:lnTo>
                    <a:lnTo>
                      <a:pt x="530" y="1026"/>
                    </a:lnTo>
                    <a:lnTo>
                      <a:pt x="532" y="1026"/>
                    </a:lnTo>
                    <a:lnTo>
                      <a:pt x="533" y="1026"/>
                    </a:lnTo>
                    <a:lnTo>
                      <a:pt x="534" y="1027"/>
                    </a:lnTo>
                    <a:lnTo>
                      <a:pt x="536" y="1027"/>
                    </a:lnTo>
                    <a:lnTo>
                      <a:pt x="537" y="1028"/>
                    </a:lnTo>
                    <a:lnTo>
                      <a:pt x="539" y="1028"/>
                    </a:lnTo>
                    <a:lnTo>
                      <a:pt x="540" y="1028"/>
                    </a:lnTo>
                    <a:lnTo>
                      <a:pt x="542" y="1029"/>
                    </a:lnTo>
                    <a:lnTo>
                      <a:pt x="543" y="1029"/>
                    </a:lnTo>
                    <a:lnTo>
                      <a:pt x="544" y="1030"/>
                    </a:lnTo>
                    <a:lnTo>
                      <a:pt x="546" y="1030"/>
                    </a:lnTo>
                    <a:lnTo>
                      <a:pt x="547" y="1030"/>
                    </a:lnTo>
                    <a:lnTo>
                      <a:pt x="549" y="1031"/>
                    </a:lnTo>
                    <a:lnTo>
                      <a:pt x="550" y="1031"/>
                    </a:lnTo>
                    <a:lnTo>
                      <a:pt x="551" y="1031"/>
                    </a:lnTo>
                    <a:lnTo>
                      <a:pt x="553" y="1032"/>
                    </a:lnTo>
                    <a:lnTo>
                      <a:pt x="554" y="1032"/>
                    </a:lnTo>
                    <a:lnTo>
                      <a:pt x="556" y="1032"/>
                    </a:lnTo>
                    <a:lnTo>
                      <a:pt x="557" y="1033"/>
                    </a:lnTo>
                    <a:lnTo>
                      <a:pt x="558" y="1033"/>
                    </a:lnTo>
                    <a:lnTo>
                      <a:pt x="560" y="1033"/>
                    </a:lnTo>
                    <a:lnTo>
                      <a:pt x="561" y="1034"/>
                    </a:lnTo>
                    <a:lnTo>
                      <a:pt x="563" y="1034"/>
                    </a:lnTo>
                    <a:lnTo>
                      <a:pt x="564" y="1034"/>
                    </a:lnTo>
                    <a:lnTo>
                      <a:pt x="566" y="1035"/>
                    </a:lnTo>
                    <a:lnTo>
                      <a:pt x="567" y="1035"/>
                    </a:lnTo>
                    <a:lnTo>
                      <a:pt x="568" y="1035"/>
                    </a:lnTo>
                    <a:lnTo>
                      <a:pt x="570" y="1036"/>
                    </a:lnTo>
                    <a:lnTo>
                      <a:pt x="571" y="1036"/>
                    </a:lnTo>
                    <a:lnTo>
                      <a:pt x="573" y="1036"/>
                    </a:lnTo>
                    <a:lnTo>
                      <a:pt x="574" y="1036"/>
                    </a:lnTo>
                    <a:lnTo>
                      <a:pt x="575" y="1037"/>
                    </a:lnTo>
                    <a:lnTo>
                      <a:pt x="577" y="1037"/>
                    </a:lnTo>
                    <a:lnTo>
                      <a:pt x="578" y="1037"/>
                    </a:lnTo>
                    <a:lnTo>
                      <a:pt x="580" y="1037"/>
                    </a:lnTo>
                    <a:lnTo>
                      <a:pt x="581" y="1038"/>
                    </a:lnTo>
                    <a:lnTo>
                      <a:pt x="582" y="1038"/>
                    </a:lnTo>
                    <a:lnTo>
                      <a:pt x="584" y="1038"/>
                    </a:lnTo>
                    <a:lnTo>
                      <a:pt x="585" y="505"/>
                    </a:lnTo>
                    <a:lnTo>
                      <a:pt x="587" y="309"/>
                    </a:lnTo>
                    <a:lnTo>
                      <a:pt x="588" y="303"/>
                    </a:lnTo>
                    <a:lnTo>
                      <a:pt x="590" y="303"/>
                    </a:lnTo>
                    <a:lnTo>
                      <a:pt x="591" y="303"/>
                    </a:lnTo>
                    <a:lnTo>
                      <a:pt x="592" y="302"/>
                    </a:lnTo>
                    <a:lnTo>
                      <a:pt x="594" y="302"/>
                    </a:lnTo>
                    <a:lnTo>
                      <a:pt x="595" y="302"/>
                    </a:lnTo>
                    <a:lnTo>
                      <a:pt x="597" y="302"/>
                    </a:lnTo>
                    <a:lnTo>
                      <a:pt x="598" y="302"/>
                    </a:lnTo>
                    <a:lnTo>
                      <a:pt x="599" y="302"/>
                    </a:lnTo>
                    <a:lnTo>
                      <a:pt x="601" y="302"/>
                    </a:lnTo>
                    <a:lnTo>
                      <a:pt x="602" y="302"/>
                    </a:lnTo>
                    <a:lnTo>
                      <a:pt x="604" y="301"/>
                    </a:lnTo>
                    <a:lnTo>
                      <a:pt x="605" y="301"/>
                    </a:lnTo>
                    <a:lnTo>
                      <a:pt x="606" y="301"/>
                    </a:lnTo>
                    <a:lnTo>
                      <a:pt x="608" y="301"/>
                    </a:lnTo>
                    <a:lnTo>
                      <a:pt x="609" y="301"/>
                    </a:lnTo>
                    <a:lnTo>
                      <a:pt x="611" y="301"/>
                    </a:lnTo>
                    <a:lnTo>
                      <a:pt x="612" y="301"/>
                    </a:lnTo>
                    <a:lnTo>
                      <a:pt x="614" y="301"/>
                    </a:lnTo>
                    <a:lnTo>
                      <a:pt x="615" y="301"/>
                    </a:lnTo>
                    <a:lnTo>
                      <a:pt x="616" y="301"/>
                    </a:lnTo>
                    <a:lnTo>
                      <a:pt x="618" y="301"/>
                    </a:lnTo>
                    <a:lnTo>
                      <a:pt x="619" y="301"/>
                    </a:lnTo>
                    <a:lnTo>
                      <a:pt x="621" y="301"/>
                    </a:lnTo>
                    <a:lnTo>
                      <a:pt x="622" y="300"/>
                    </a:lnTo>
                    <a:lnTo>
                      <a:pt x="623" y="300"/>
                    </a:lnTo>
                    <a:lnTo>
                      <a:pt x="625" y="300"/>
                    </a:lnTo>
                    <a:lnTo>
                      <a:pt x="626" y="300"/>
                    </a:lnTo>
                    <a:lnTo>
                      <a:pt x="628" y="300"/>
                    </a:lnTo>
                    <a:lnTo>
                      <a:pt x="629" y="300"/>
                    </a:lnTo>
                    <a:lnTo>
                      <a:pt x="630" y="300"/>
                    </a:lnTo>
                    <a:lnTo>
                      <a:pt x="632" y="300"/>
                    </a:lnTo>
                    <a:lnTo>
                      <a:pt x="633" y="300"/>
                    </a:lnTo>
                    <a:lnTo>
                      <a:pt x="635" y="300"/>
                    </a:lnTo>
                    <a:lnTo>
                      <a:pt x="636" y="300"/>
                    </a:lnTo>
                    <a:lnTo>
                      <a:pt x="638" y="300"/>
                    </a:lnTo>
                    <a:lnTo>
                      <a:pt x="639" y="300"/>
                    </a:lnTo>
                    <a:lnTo>
                      <a:pt x="640" y="300"/>
                    </a:lnTo>
                    <a:lnTo>
                      <a:pt x="642" y="300"/>
                    </a:lnTo>
                    <a:lnTo>
                      <a:pt x="643" y="300"/>
                    </a:lnTo>
                    <a:lnTo>
                      <a:pt x="645" y="300"/>
                    </a:lnTo>
                    <a:lnTo>
                      <a:pt x="646" y="300"/>
                    </a:lnTo>
                    <a:lnTo>
                      <a:pt x="647" y="300"/>
                    </a:lnTo>
                    <a:lnTo>
                      <a:pt x="649" y="299"/>
                    </a:lnTo>
                    <a:lnTo>
                      <a:pt x="650" y="299"/>
                    </a:lnTo>
                    <a:lnTo>
                      <a:pt x="652" y="299"/>
                    </a:lnTo>
                    <a:lnTo>
                      <a:pt x="653" y="299"/>
                    </a:lnTo>
                    <a:lnTo>
                      <a:pt x="654" y="299"/>
                    </a:lnTo>
                    <a:lnTo>
                      <a:pt x="656" y="299"/>
                    </a:lnTo>
                    <a:lnTo>
                      <a:pt x="657" y="299"/>
                    </a:lnTo>
                    <a:lnTo>
                      <a:pt x="659" y="299"/>
                    </a:lnTo>
                    <a:lnTo>
                      <a:pt x="660" y="299"/>
                    </a:lnTo>
                    <a:lnTo>
                      <a:pt x="662" y="299"/>
                    </a:lnTo>
                    <a:lnTo>
                      <a:pt x="663" y="300"/>
                    </a:lnTo>
                    <a:lnTo>
                      <a:pt x="664" y="300"/>
                    </a:lnTo>
                    <a:lnTo>
                      <a:pt x="666" y="300"/>
                    </a:lnTo>
                    <a:lnTo>
                      <a:pt x="667" y="300"/>
                    </a:lnTo>
                    <a:lnTo>
                      <a:pt x="669" y="300"/>
                    </a:lnTo>
                    <a:lnTo>
                      <a:pt x="670" y="300"/>
                    </a:lnTo>
                    <a:lnTo>
                      <a:pt x="671" y="300"/>
                    </a:lnTo>
                    <a:lnTo>
                      <a:pt x="673" y="299"/>
                    </a:lnTo>
                    <a:lnTo>
                      <a:pt x="674" y="299"/>
                    </a:lnTo>
                    <a:lnTo>
                      <a:pt x="676" y="299"/>
                    </a:lnTo>
                    <a:lnTo>
                      <a:pt x="677" y="299"/>
                    </a:lnTo>
                    <a:lnTo>
                      <a:pt x="678" y="299"/>
                    </a:lnTo>
                    <a:lnTo>
                      <a:pt x="680" y="299"/>
                    </a:lnTo>
                    <a:lnTo>
                      <a:pt x="681" y="299"/>
                    </a:lnTo>
                    <a:lnTo>
                      <a:pt x="683" y="299"/>
                    </a:lnTo>
                    <a:lnTo>
                      <a:pt x="684" y="299"/>
                    </a:lnTo>
                    <a:lnTo>
                      <a:pt x="686" y="299"/>
                    </a:lnTo>
                    <a:lnTo>
                      <a:pt x="687" y="299"/>
                    </a:lnTo>
                    <a:lnTo>
                      <a:pt x="688" y="299"/>
                    </a:lnTo>
                    <a:lnTo>
                      <a:pt x="690" y="299"/>
                    </a:lnTo>
                    <a:lnTo>
                      <a:pt x="691" y="299"/>
                    </a:lnTo>
                    <a:lnTo>
                      <a:pt x="693" y="299"/>
                    </a:lnTo>
                    <a:lnTo>
                      <a:pt x="694" y="299"/>
                    </a:lnTo>
                    <a:lnTo>
                      <a:pt x="695" y="299"/>
                    </a:lnTo>
                    <a:lnTo>
                      <a:pt x="697" y="299"/>
                    </a:lnTo>
                    <a:lnTo>
                      <a:pt x="698" y="299"/>
                    </a:lnTo>
                    <a:lnTo>
                      <a:pt x="700" y="299"/>
                    </a:lnTo>
                    <a:lnTo>
                      <a:pt x="701" y="299"/>
                    </a:lnTo>
                    <a:lnTo>
                      <a:pt x="702" y="299"/>
                    </a:lnTo>
                    <a:lnTo>
                      <a:pt x="704" y="299"/>
                    </a:lnTo>
                    <a:lnTo>
                      <a:pt x="705" y="299"/>
                    </a:lnTo>
                    <a:lnTo>
                      <a:pt x="707" y="299"/>
                    </a:lnTo>
                    <a:lnTo>
                      <a:pt x="708" y="299"/>
                    </a:lnTo>
                    <a:lnTo>
                      <a:pt x="709" y="299"/>
                    </a:lnTo>
                    <a:lnTo>
                      <a:pt x="711" y="299"/>
                    </a:lnTo>
                    <a:lnTo>
                      <a:pt x="712" y="299"/>
                    </a:lnTo>
                    <a:lnTo>
                      <a:pt x="714" y="299"/>
                    </a:lnTo>
                    <a:lnTo>
                      <a:pt x="715" y="299"/>
                    </a:lnTo>
                    <a:lnTo>
                      <a:pt x="717" y="299"/>
                    </a:lnTo>
                    <a:lnTo>
                      <a:pt x="718" y="299"/>
                    </a:lnTo>
                    <a:lnTo>
                      <a:pt x="719" y="299"/>
                    </a:lnTo>
                    <a:lnTo>
                      <a:pt x="721" y="299"/>
                    </a:lnTo>
                    <a:lnTo>
                      <a:pt x="722" y="299"/>
                    </a:lnTo>
                    <a:lnTo>
                      <a:pt x="724" y="298"/>
                    </a:lnTo>
                    <a:lnTo>
                      <a:pt x="725" y="298"/>
                    </a:lnTo>
                    <a:lnTo>
                      <a:pt x="726" y="298"/>
                    </a:lnTo>
                    <a:lnTo>
                      <a:pt x="728" y="298"/>
                    </a:lnTo>
                    <a:lnTo>
                      <a:pt x="729" y="298"/>
                    </a:lnTo>
                    <a:lnTo>
                      <a:pt x="731" y="298"/>
                    </a:lnTo>
                    <a:lnTo>
                      <a:pt x="732" y="298"/>
                    </a:lnTo>
                    <a:lnTo>
                      <a:pt x="733" y="298"/>
                    </a:lnTo>
                    <a:lnTo>
                      <a:pt x="735" y="298"/>
                    </a:lnTo>
                    <a:lnTo>
                      <a:pt x="736" y="298"/>
                    </a:lnTo>
                    <a:lnTo>
                      <a:pt x="738" y="298"/>
                    </a:lnTo>
                    <a:lnTo>
                      <a:pt x="739" y="299"/>
                    </a:lnTo>
                    <a:lnTo>
                      <a:pt x="741" y="299"/>
                    </a:lnTo>
                    <a:lnTo>
                      <a:pt x="742" y="298"/>
                    </a:lnTo>
                    <a:lnTo>
                      <a:pt x="743" y="298"/>
                    </a:lnTo>
                    <a:lnTo>
                      <a:pt x="745" y="298"/>
                    </a:lnTo>
                    <a:lnTo>
                      <a:pt x="746" y="298"/>
                    </a:lnTo>
                    <a:lnTo>
                      <a:pt x="748" y="298"/>
                    </a:lnTo>
                    <a:lnTo>
                      <a:pt x="749" y="298"/>
                    </a:lnTo>
                    <a:lnTo>
                      <a:pt x="750" y="298"/>
                    </a:lnTo>
                    <a:lnTo>
                      <a:pt x="752" y="298"/>
                    </a:lnTo>
                    <a:lnTo>
                      <a:pt x="753" y="298"/>
                    </a:lnTo>
                    <a:lnTo>
                      <a:pt x="755" y="297"/>
                    </a:lnTo>
                    <a:lnTo>
                      <a:pt x="756" y="297"/>
                    </a:lnTo>
                    <a:lnTo>
                      <a:pt x="757" y="297"/>
                    </a:lnTo>
                    <a:lnTo>
                      <a:pt x="759" y="297"/>
                    </a:lnTo>
                    <a:lnTo>
                      <a:pt x="760" y="297"/>
                    </a:lnTo>
                    <a:lnTo>
                      <a:pt x="762" y="297"/>
                    </a:lnTo>
                    <a:lnTo>
                      <a:pt x="763" y="297"/>
                    </a:lnTo>
                    <a:lnTo>
                      <a:pt x="765" y="297"/>
                    </a:lnTo>
                    <a:lnTo>
                      <a:pt x="766" y="297"/>
                    </a:lnTo>
                    <a:lnTo>
                      <a:pt x="767" y="297"/>
                    </a:lnTo>
                    <a:lnTo>
                      <a:pt x="769" y="297"/>
                    </a:lnTo>
                    <a:lnTo>
                      <a:pt x="770" y="297"/>
                    </a:lnTo>
                    <a:lnTo>
                      <a:pt x="772" y="297"/>
                    </a:lnTo>
                    <a:lnTo>
                      <a:pt x="773" y="297"/>
                    </a:lnTo>
                    <a:lnTo>
                      <a:pt x="774" y="297"/>
                    </a:lnTo>
                    <a:lnTo>
                      <a:pt x="776" y="297"/>
                    </a:lnTo>
                    <a:lnTo>
                      <a:pt x="777" y="297"/>
                    </a:lnTo>
                    <a:lnTo>
                      <a:pt x="779" y="297"/>
                    </a:lnTo>
                    <a:lnTo>
                      <a:pt x="780" y="297"/>
                    </a:lnTo>
                    <a:lnTo>
                      <a:pt x="781" y="297"/>
                    </a:lnTo>
                    <a:lnTo>
                      <a:pt x="783" y="297"/>
                    </a:lnTo>
                    <a:lnTo>
                      <a:pt x="784" y="297"/>
                    </a:lnTo>
                    <a:lnTo>
                      <a:pt x="786" y="297"/>
                    </a:lnTo>
                    <a:lnTo>
                      <a:pt x="787" y="297"/>
                    </a:lnTo>
                    <a:lnTo>
                      <a:pt x="789" y="297"/>
                    </a:lnTo>
                    <a:lnTo>
                      <a:pt x="790" y="297"/>
                    </a:lnTo>
                    <a:lnTo>
                      <a:pt x="791" y="297"/>
                    </a:lnTo>
                    <a:lnTo>
                      <a:pt x="793" y="297"/>
                    </a:lnTo>
                    <a:lnTo>
                      <a:pt x="794" y="296"/>
                    </a:lnTo>
                    <a:lnTo>
                      <a:pt x="796" y="296"/>
                    </a:lnTo>
                    <a:lnTo>
                      <a:pt x="797" y="296"/>
                    </a:lnTo>
                    <a:lnTo>
                      <a:pt x="798" y="296"/>
                    </a:lnTo>
                    <a:lnTo>
                      <a:pt x="800" y="296"/>
                    </a:lnTo>
                    <a:lnTo>
                      <a:pt x="801" y="296"/>
                    </a:lnTo>
                    <a:lnTo>
                      <a:pt x="803" y="296"/>
                    </a:lnTo>
                    <a:lnTo>
                      <a:pt x="804" y="296"/>
                    </a:lnTo>
                    <a:lnTo>
                      <a:pt x="805" y="296"/>
                    </a:lnTo>
                    <a:lnTo>
                      <a:pt x="807" y="296"/>
                    </a:lnTo>
                    <a:lnTo>
                      <a:pt x="808" y="296"/>
                    </a:lnTo>
                    <a:lnTo>
                      <a:pt x="810" y="296"/>
                    </a:lnTo>
                    <a:lnTo>
                      <a:pt x="811" y="296"/>
                    </a:lnTo>
                    <a:lnTo>
                      <a:pt x="813" y="296"/>
                    </a:lnTo>
                    <a:lnTo>
                      <a:pt x="814" y="296"/>
                    </a:lnTo>
                    <a:lnTo>
                      <a:pt x="815" y="296"/>
                    </a:lnTo>
                    <a:lnTo>
                      <a:pt x="817" y="296"/>
                    </a:lnTo>
                    <a:lnTo>
                      <a:pt x="818" y="296"/>
                    </a:lnTo>
                    <a:lnTo>
                      <a:pt x="820" y="296"/>
                    </a:lnTo>
                    <a:lnTo>
                      <a:pt x="821" y="296"/>
                    </a:lnTo>
                    <a:lnTo>
                      <a:pt x="822" y="296"/>
                    </a:lnTo>
                    <a:lnTo>
                      <a:pt x="824" y="296"/>
                    </a:lnTo>
                    <a:lnTo>
                      <a:pt x="825" y="296"/>
                    </a:lnTo>
                    <a:lnTo>
                      <a:pt x="827" y="296"/>
                    </a:lnTo>
                    <a:lnTo>
                      <a:pt x="828" y="297"/>
                    </a:lnTo>
                    <a:lnTo>
                      <a:pt x="829" y="296"/>
                    </a:lnTo>
                    <a:lnTo>
                      <a:pt x="831" y="296"/>
                    </a:lnTo>
                    <a:lnTo>
                      <a:pt x="832" y="296"/>
                    </a:lnTo>
                    <a:lnTo>
                      <a:pt x="834" y="296"/>
                    </a:lnTo>
                    <a:lnTo>
                      <a:pt x="835" y="296"/>
                    </a:lnTo>
                    <a:lnTo>
                      <a:pt x="837" y="296"/>
                    </a:lnTo>
                    <a:lnTo>
                      <a:pt x="838" y="296"/>
                    </a:lnTo>
                    <a:lnTo>
                      <a:pt x="839" y="296"/>
                    </a:lnTo>
                    <a:lnTo>
                      <a:pt x="841" y="296"/>
                    </a:lnTo>
                    <a:lnTo>
                      <a:pt x="842" y="296"/>
                    </a:lnTo>
                    <a:lnTo>
                      <a:pt x="844" y="296"/>
                    </a:lnTo>
                    <a:lnTo>
                      <a:pt x="845" y="296"/>
                    </a:lnTo>
                    <a:lnTo>
                      <a:pt x="846" y="296"/>
                    </a:lnTo>
                    <a:lnTo>
                      <a:pt x="848" y="296"/>
                    </a:lnTo>
                    <a:lnTo>
                      <a:pt x="849" y="296"/>
                    </a:lnTo>
                    <a:lnTo>
                      <a:pt x="851" y="296"/>
                    </a:lnTo>
                    <a:lnTo>
                      <a:pt x="852" y="296"/>
                    </a:lnTo>
                    <a:lnTo>
                      <a:pt x="853" y="295"/>
                    </a:lnTo>
                    <a:lnTo>
                      <a:pt x="855" y="295"/>
                    </a:lnTo>
                    <a:lnTo>
                      <a:pt x="856" y="295"/>
                    </a:lnTo>
                    <a:lnTo>
                      <a:pt x="858" y="295"/>
                    </a:lnTo>
                    <a:lnTo>
                      <a:pt x="859" y="295"/>
                    </a:lnTo>
                    <a:lnTo>
                      <a:pt x="861" y="295"/>
                    </a:lnTo>
                    <a:lnTo>
                      <a:pt x="862" y="295"/>
                    </a:lnTo>
                    <a:lnTo>
                      <a:pt x="863" y="295"/>
                    </a:lnTo>
                    <a:lnTo>
                      <a:pt x="865" y="295"/>
                    </a:lnTo>
                    <a:lnTo>
                      <a:pt x="866" y="295"/>
                    </a:lnTo>
                    <a:lnTo>
                      <a:pt x="868" y="295"/>
                    </a:lnTo>
                    <a:lnTo>
                      <a:pt x="869" y="295"/>
                    </a:lnTo>
                    <a:lnTo>
                      <a:pt x="870" y="295"/>
                    </a:lnTo>
                    <a:lnTo>
                      <a:pt x="872" y="295"/>
                    </a:lnTo>
                    <a:lnTo>
                      <a:pt x="873" y="295"/>
                    </a:lnTo>
                    <a:lnTo>
                      <a:pt x="875" y="295"/>
                    </a:lnTo>
                    <a:lnTo>
                      <a:pt x="876" y="295"/>
                    </a:lnTo>
                    <a:lnTo>
                      <a:pt x="877" y="295"/>
                    </a:lnTo>
                    <a:lnTo>
                      <a:pt x="879" y="295"/>
                    </a:lnTo>
                    <a:lnTo>
                      <a:pt x="880" y="295"/>
                    </a:lnTo>
                    <a:lnTo>
                      <a:pt x="882" y="295"/>
                    </a:lnTo>
                    <a:lnTo>
                      <a:pt x="883" y="295"/>
                    </a:lnTo>
                    <a:lnTo>
                      <a:pt x="884" y="295"/>
                    </a:lnTo>
                    <a:lnTo>
                      <a:pt x="886" y="295"/>
                    </a:lnTo>
                    <a:lnTo>
                      <a:pt x="887" y="295"/>
                    </a:lnTo>
                    <a:lnTo>
                      <a:pt x="889" y="295"/>
                    </a:lnTo>
                    <a:lnTo>
                      <a:pt x="890" y="295"/>
                    </a:lnTo>
                    <a:lnTo>
                      <a:pt x="892" y="295"/>
                    </a:lnTo>
                    <a:lnTo>
                      <a:pt x="893" y="295"/>
                    </a:lnTo>
                    <a:lnTo>
                      <a:pt x="894" y="295"/>
                    </a:lnTo>
                    <a:lnTo>
                      <a:pt x="896" y="295"/>
                    </a:lnTo>
                    <a:lnTo>
                      <a:pt x="897" y="295"/>
                    </a:lnTo>
                    <a:lnTo>
                      <a:pt x="899" y="295"/>
                    </a:lnTo>
                    <a:lnTo>
                      <a:pt x="900" y="295"/>
                    </a:lnTo>
                    <a:lnTo>
                      <a:pt x="901" y="295"/>
                    </a:lnTo>
                    <a:lnTo>
                      <a:pt x="903" y="295"/>
                    </a:lnTo>
                    <a:lnTo>
                      <a:pt x="904" y="295"/>
                    </a:lnTo>
                    <a:lnTo>
                      <a:pt x="906" y="295"/>
                    </a:lnTo>
                    <a:lnTo>
                      <a:pt x="907" y="295"/>
                    </a:lnTo>
                    <a:lnTo>
                      <a:pt x="908" y="295"/>
                    </a:lnTo>
                    <a:lnTo>
                      <a:pt x="910" y="295"/>
                    </a:lnTo>
                    <a:lnTo>
                      <a:pt x="911" y="295"/>
                    </a:lnTo>
                    <a:lnTo>
                      <a:pt x="913" y="295"/>
                    </a:lnTo>
                    <a:lnTo>
                      <a:pt x="914" y="295"/>
                    </a:lnTo>
                    <a:lnTo>
                      <a:pt x="916" y="295"/>
                    </a:lnTo>
                    <a:lnTo>
                      <a:pt x="917" y="295"/>
                    </a:lnTo>
                    <a:lnTo>
                      <a:pt x="918" y="295"/>
                    </a:lnTo>
                    <a:lnTo>
                      <a:pt x="920" y="295"/>
                    </a:lnTo>
                    <a:lnTo>
                      <a:pt x="921" y="295"/>
                    </a:lnTo>
                    <a:lnTo>
                      <a:pt x="923" y="295"/>
                    </a:lnTo>
                    <a:lnTo>
                      <a:pt x="924" y="295"/>
                    </a:lnTo>
                    <a:lnTo>
                      <a:pt x="925" y="295"/>
                    </a:lnTo>
                    <a:lnTo>
                      <a:pt x="927" y="295"/>
                    </a:lnTo>
                    <a:lnTo>
                      <a:pt x="928" y="295"/>
                    </a:lnTo>
                    <a:lnTo>
                      <a:pt x="930" y="295"/>
                    </a:lnTo>
                    <a:lnTo>
                      <a:pt x="931" y="294"/>
                    </a:lnTo>
                    <a:lnTo>
                      <a:pt x="932" y="294"/>
                    </a:lnTo>
                    <a:lnTo>
                      <a:pt x="934" y="294"/>
                    </a:lnTo>
                    <a:lnTo>
                      <a:pt x="935" y="294"/>
                    </a:lnTo>
                    <a:lnTo>
                      <a:pt x="937" y="294"/>
                    </a:lnTo>
                    <a:lnTo>
                      <a:pt x="938" y="294"/>
                    </a:lnTo>
                    <a:lnTo>
                      <a:pt x="940" y="294"/>
                    </a:lnTo>
                    <a:lnTo>
                      <a:pt x="941" y="294"/>
                    </a:lnTo>
                    <a:lnTo>
                      <a:pt x="942" y="294"/>
                    </a:lnTo>
                    <a:lnTo>
                      <a:pt x="944" y="294"/>
                    </a:lnTo>
                    <a:lnTo>
                      <a:pt x="945" y="294"/>
                    </a:lnTo>
                    <a:lnTo>
                      <a:pt x="947" y="294"/>
                    </a:lnTo>
                    <a:lnTo>
                      <a:pt x="948" y="294"/>
                    </a:lnTo>
                    <a:lnTo>
                      <a:pt x="949" y="294"/>
                    </a:lnTo>
                    <a:lnTo>
                      <a:pt x="951" y="294"/>
                    </a:lnTo>
                    <a:lnTo>
                      <a:pt x="952" y="294"/>
                    </a:lnTo>
                    <a:lnTo>
                      <a:pt x="954" y="294"/>
                    </a:lnTo>
                    <a:lnTo>
                      <a:pt x="955" y="294"/>
                    </a:lnTo>
                    <a:lnTo>
                      <a:pt x="956" y="294"/>
                    </a:lnTo>
                    <a:lnTo>
                      <a:pt x="958" y="294"/>
                    </a:lnTo>
                    <a:lnTo>
                      <a:pt x="959" y="294"/>
                    </a:lnTo>
                    <a:lnTo>
                      <a:pt x="961" y="294"/>
                    </a:lnTo>
                    <a:lnTo>
                      <a:pt x="962" y="294"/>
                    </a:lnTo>
                    <a:lnTo>
                      <a:pt x="964" y="294"/>
                    </a:lnTo>
                    <a:lnTo>
                      <a:pt x="965" y="294"/>
                    </a:lnTo>
                    <a:lnTo>
                      <a:pt x="966" y="294"/>
                    </a:lnTo>
                    <a:lnTo>
                      <a:pt x="968" y="294"/>
                    </a:lnTo>
                    <a:lnTo>
                      <a:pt x="969" y="294"/>
                    </a:lnTo>
                    <a:lnTo>
                      <a:pt x="971" y="294"/>
                    </a:lnTo>
                    <a:lnTo>
                      <a:pt x="972" y="294"/>
                    </a:lnTo>
                    <a:lnTo>
                      <a:pt x="973" y="294"/>
                    </a:lnTo>
                    <a:lnTo>
                      <a:pt x="975" y="294"/>
                    </a:lnTo>
                    <a:lnTo>
                      <a:pt x="976" y="294"/>
                    </a:lnTo>
                    <a:lnTo>
                      <a:pt x="978" y="294"/>
                    </a:lnTo>
                    <a:lnTo>
                      <a:pt x="979" y="294"/>
                    </a:lnTo>
                    <a:lnTo>
                      <a:pt x="980" y="294"/>
                    </a:lnTo>
                    <a:lnTo>
                      <a:pt x="982" y="294"/>
                    </a:lnTo>
                    <a:lnTo>
                      <a:pt x="983" y="294"/>
                    </a:lnTo>
                    <a:lnTo>
                      <a:pt x="985" y="294"/>
                    </a:lnTo>
                    <a:lnTo>
                      <a:pt x="986" y="294"/>
                    </a:lnTo>
                    <a:lnTo>
                      <a:pt x="988" y="294"/>
                    </a:lnTo>
                    <a:lnTo>
                      <a:pt x="989" y="294"/>
                    </a:lnTo>
                    <a:lnTo>
                      <a:pt x="990" y="294"/>
                    </a:lnTo>
                    <a:lnTo>
                      <a:pt x="992" y="294"/>
                    </a:lnTo>
                    <a:lnTo>
                      <a:pt x="993" y="294"/>
                    </a:lnTo>
                    <a:lnTo>
                      <a:pt x="995" y="294"/>
                    </a:lnTo>
                    <a:lnTo>
                      <a:pt x="996" y="294"/>
                    </a:lnTo>
                    <a:lnTo>
                      <a:pt x="997" y="294"/>
                    </a:lnTo>
                    <a:lnTo>
                      <a:pt x="999" y="294"/>
                    </a:lnTo>
                    <a:lnTo>
                      <a:pt x="1000" y="294"/>
                    </a:lnTo>
                    <a:lnTo>
                      <a:pt x="1002" y="294"/>
                    </a:lnTo>
                    <a:lnTo>
                      <a:pt x="1003" y="294"/>
                    </a:lnTo>
                    <a:lnTo>
                      <a:pt x="1004" y="294"/>
                    </a:lnTo>
                    <a:lnTo>
                      <a:pt x="1006" y="294"/>
                    </a:lnTo>
                    <a:lnTo>
                      <a:pt x="1007" y="294"/>
                    </a:lnTo>
                    <a:lnTo>
                      <a:pt x="1009" y="294"/>
                    </a:lnTo>
                    <a:lnTo>
                      <a:pt x="1010" y="294"/>
                    </a:lnTo>
                    <a:lnTo>
                      <a:pt x="1012" y="294"/>
                    </a:lnTo>
                    <a:lnTo>
                      <a:pt x="1013" y="294"/>
                    </a:lnTo>
                    <a:lnTo>
                      <a:pt x="1014" y="294"/>
                    </a:lnTo>
                    <a:lnTo>
                      <a:pt x="1016" y="294"/>
                    </a:lnTo>
                    <a:lnTo>
                      <a:pt x="1017" y="294"/>
                    </a:lnTo>
                    <a:lnTo>
                      <a:pt x="1019" y="294"/>
                    </a:lnTo>
                    <a:lnTo>
                      <a:pt x="1020" y="294"/>
                    </a:lnTo>
                    <a:lnTo>
                      <a:pt x="1021" y="294"/>
                    </a:lnTo>
                    <a:lnTo>
                      <a:pt x="1023" y="294"/>
                    </a:lnTo>
                    <a:lnTo>
                      <a:pt x="1024" y="294"/>
                    </a:lnTo>
                    <a:lnTo>
                      <a:pt x="1026" y="294"/>
                    </a:lnTo>
                    <a:lnTo>
                      <a:pt x="1027" y="294"/>
                    </a:lnTo>
                    <a:lnTo>
                      <a:pt x="1028" y="294"/>
                    </a:lnTo>
                    <a:lnTo>
                      <a:pt x="1030" y="294"/>
                    </a:lnTo>
                    <a:lnTo>
                      <a:pt x="1031" y="294"/>
                    </a:lnTo>
                    <a:lnTo>
                      <a:pt x="1033" y="294"/>
                    </a:lnTo>
                    <a:lnTo>
                      <a:pt x="1034" y="294"/>
                    </a:lnTo>
                    <a:lnTo>
                      <a:pt x="1036" y="294"/>
                    </a:lnTo>
                    <a:lnTo>
                      <a:pt x="1037" y="294"/>
                    </a:lnTo>
                    <a:lnTo>
                      <a:pt x="1038" y="294"/>
                    </a:lnTo>
                    <a:lnTo>
                      <a:pt x="1040" y="294"/>
                    </a:lnTo>
                    <a:lnTo>
                      <a:pt x="1041" y="294"/>
                    </a:lnTo>
                    <a:lnTo>
                      <a:pt x="1043" y="293"/>
                    </a:lnTo>
                    <a:lnTo>
                      <a:pt x="1044" y="293"/>
                    </a:lnTo>
                    <a:lnTo>
                      <a:pt x="1045" y="293"/>
                    </a:lnTo>
                    <a:lnTo>
                      <a:pt x="1047" y="293"/>
                    </a:lnTo>
                    <a:lnTo>
                      <a:pt x="1048" y="293"/>
                    </a:lnTo>
                    <a:lnTo>
                      <a:pt x="1050" y="293"/>
                    </a:lnTo>
                    <a:lnTo>
                      <a:pt x="1051" y="293"/>
                    </a:lnTo>
                    <a:lnTo>
                      <a:pt x="1052" y="293"/>
                    </a:lnTo>
                    <a:lnTo>
                      <a:pt x="1054" y="293"/>
                    </a:lnTo>
                    <a:lnTo>
                      <a:pt x="1055" y="293"/>
                    </a:lnTo>
                    <a:lnTo>
                      <a:pt x="1057" y="294"/>
                    </a:lnTo>
                    <a:lnTo>
                      <a:pt x="1058" y="293"/>
                    </a:lnTo>
                    <a:lnTo>
                      <a:pt x="1059" y="293"/>
                    </a:lnTo>
                    <a:lnTo>
                      <a:pt x="1061" y="293"/>
                    </a:lnTo>
                    <a:lnTo>
                      <a:pt x="1062" y="293"/>
                    </a:lnTo>
                    <a:lnTo>
                      <a:pt x="1064" y="293"/>
                    </a:lnTo>
                    <a:lnTo>
                      <a:pt x="1065" y="293"/>
                    </a:lnTo>
                    <a:lnTo>
                      <a:pt x="1067" y="293"/>
                    </a:lnTo>
                    <a:lnTo>
                      <a:pt x="1068" y="293"/>
                    </a:lnTo>
                    <a:lnTo>
                      <a:pt x="1069" y="293"/>
                    </a:lnTo>
                    <a:lnTo>
                      <a:pt x="1071" y="293"/>
                    </a:lnTo>
                    <a:lnTo>
                      <a:pt x="1072" y="293"/>
                    </a:lnTo>
                    <a:lnTo>
                      <a:pt x="1074" y="293"/>
                    </a:lnTo>
                    <a:lnTo>
                      <a:pt x="1075" y="293"/>
                    </a:lnTo>
                    <a:lnTo>
                      <a:pt x="1076" y="293"/>
                    </a:lnTo>
                    <a:lnTo>
                      <a:pt x="1078" y="293"/>
                    </a:lnTo>
                    <a:lnTo>
                      <a:pt x="1079" y="293"/>
                    </a:lnTo>
                    <a:lnTo>
                      <a:pt x="1081" y="293"/>
                    </a:lnTo>
                    <a:lnTo>
                      <a:pt x="1082" y="293"/>
                    </a:lnTo>
                    <a:lnTo>
                      <a:pt x="1083" y="293"/>
                    </a:lnTo>
                    <a:lnTo>
                      <a:pt x="1085" y="293"/>
                    </a:lnTo>
                    <a:lnTo>
                      <a:pt x="1086" y="293"/>
                    </a:lnTo>
                    <a:lnTo>
                      <a:pt x="1088" y="293"/>
                    </a:lnTo>
                    <a:lnTo>
                      <a:pt x="1089" y="293"/>
                    </a:lnTo>
                    <a:lnTo>
                      <a:pt x="1091" y="293"/>
                    </a:lnTo>
                    <a:lnTo>
                      <a:pt x="1092" y="293"/>
                    </a:lnTo>
                    <a:lnTo>
                      <a:pt x="1093" y="293"/>
                    </a:lnTo>
                    <a:lnTo>
                      <a:pt x="1095" y="292"/>
                    </a:lnTo>
                    <a:lnTo>
                      <a:pt x="1096" y="292"/>
                    </a:lnTo>
                    <a:lnTo>
                      <a:pt x="1098" y="292"/>
                    </a:lnTo>
                    <a:lnTo>
                      <a:pt x="1099" y="292"/>
                    </a:lnTo>
                    <a:lnTo>
                      <a:pt x="1100" y="292"/>
                    </a:lnTo>
                    <a:lnTo>
                      <a:pt x="1102" y="292"/>
                    </a:lnTo>
                    <a:lnTo>
                      <a:pt x="1103" y="292"/>
                    </a:lnTo>
                    <a:lnTo>
                      <a:pt x="1105" y="292"/>
                    </a:lnTo>
                    <a:lnTo>
                      <a:pt x="1106" y="292"/>
                    </a:lnTo>
                    <a:lnTo>
                      <a:pt x="1107" y="292"/>
                    </a:lnTo>
                    <a:lnTo>
                      <a:pt x="1109" y="292"/>
                    </a:lnTo>
                    <a:lnTo>
                      <a:pt x="1110" y="292"/>
                    </a:lnTo>
                    <a:lnTo>
                      <a:pt x="1112" y="292"/>
                    </a:lnTo>
                    <a:lnTo>
                      <a:pt x="1113" y="292"/>
                    </a:lnTo>
                    <a:lnTo>
                      <a:pt x="1115" y="292"/>
                    </a:lnTo>
                    <a:lnTo>
                      <a:pt x="1116" y="292"/>
                    </a:lnTo>
                    <a:lnTo>
                      <a:pt x="1117" y="292"/>
                    </a:lnTo>
                    <a:lnTo>
                      <a:pt x="1119" y="292"/>
                    </a:lnTo>
                    <a:lnTo>
                      <a:pt x="1120" y="292"/>
                    </a:lnTo>
                    <a:lnTo>
                      <a:pt x="1122" y="292"/>
                    </a:lnTo>
                    <a:lnTo>
                      <a:pt x="1123" y="292"/>
                    </a:lnTo>
                    <a:lnTo>
                      <a:pt x="1124" y="292"/>
                    </a:lnTo>
                    <a:lnTo>
                      <a:pt x="1126" y="292"/>
                    </a:lnTo>
                    <a:lnTo>
                      <a:pt x="1127" y="292"/>
                    </a:lnTo>
                    <a:lnTo>
                      <a:pt x="1129" y="292"/>
                    </a:lnTo>
                    <a:lnTo>
                      <a:pt x="1130" y="292"/>
                    </a:lnTo>
                    <a:lnTo>
                      <a:pt x="1131" y="292"/>
                    </a:lnTo>
                    <a:lnTo>
                      <a:pt x="1133" y="292"/>
                    </a:lnTo>
                    <a:lnTo>
                      <a:pt x="1134" y="292"/>
                    </a:lnTo>
                    <a:lnTo>
                      <a:pt x="1136" y="292"/>
                    </a:lnTo>
                    <a:lnTo>
                      <a:pt x="1137" y="292"/>
                    </a:lnTo>
                    <a:lnTo>
                      <a:pt x="1139" y="292"/>
                    </a:lnTo>
                    <a:lnTo>
                      <a:pt x="1140" y="292"/>
                    </a:lnTo>
                    <a:lnTo>
                      <a:pt x="1141" y="292"/>
                    </a:lnTo>
                    <a:lnTo>
                      <a:pt x="1143" y="292"/>
                    </a:lnTo>
                    <a:lnTo>
                      <a:pt x="1144" y="292"/>
                    </a:lnTo>
                    <a:lnTo>
                      <a:pt x="1146" y="292"/>
                    </a:lnTo>
                    <a:lnTo>
                      <a:pt x="1147" y="292"/>
                    </a:lnTo>
                    <a:lnTo>
                      <a:pt x="1148" y="292"/>
                    </a:lnTo>
                    <a:lnTo>
                      <a:pt x="1150" y="292"/>
                    </a:lnTo>
                    <a:lnTo>
                      <a:pt x="1151" y="292"/>
                    </a:lnTo>
                    <a:lnTo>
                      <a:pt x="1153" y="292"/>
                    </a:lnTo>
                    <a:lnTo>
                      <a:pt x="1154" y="292"/>
                    </a:lnTo>
                    <a:lnTo>
                      <a:pt x="1155" y="292"/>
                    </a:lnTo>
                    <a:lnTo>
                      <a:pt x="1157" y="292"/>
                    </a:lnTo>
                    <a:lnTo>
                      <a:pt x="1158" y="292"/>
                    </a:lnTo>
                    <a:lnTo>
                      <a:pt x="1160" y="292"/>
                    </a:lnTo>
                    <a:lnTo>
                      <a:pt x="1161" y="292"/>
                    </a:lnTo>
                    <a:lnTo>
                      <a:pt x="1163" y="292"/>
                    </a:lnTo>
                    <a:lnTo>
                      <a:pt x="1164" y="292"/>
                    </a:lnTo>
                    <a:lnTo>
                      <a:pt x="1165" y="292"/>
                    </a:lnTo>
                    <a:lnTo>
                      <a:pt x="1167" y="292"/>
                    </a:lnTo>
                    <a:lnTo>
                      <a:pt x="1168" y="292"/>
                    </a:lnTo>
                    <a:lnTo>
                      <a:pt x="1170" y="292"/>
                    </a:lnTo>
                    <a:lnTo>
                      <a:pt x="1171" y="291"/>
                    </a:lnTo>
                    <a:lnTo>
                      <a:pt x="1172" y="291"/>
                    </a:lnTo>
                    <a:lnTo>
                      <a:pt x="1174" y="291"/>
                    </a:lnTo>
                    <a:lnTo>
                      <a:pt x="1175" y="291"/>
                    </a:lnTo>
                    <a:lnTo>
                      <a:pt x="1177" y="291"/>
                    </a:lnTo>
                    <a:lnTo>
                      <a:pt x="1178" y="291"/>
                    </a:lnTo>
                    <a:lnTo>
                      <a:pt x="1179" y="291"/>
                    </a:lnTo>
                    <a:lnTo>
                      <a:pt x="1181" y="291"/>
                    </a:lnTo>
                    <a:lnTo>
                      <a:pt x="1182" y="291"/>
                    </a:lnTo>
                    <a:lnTo>
                      <a:pt x="1184" y="291"/>
                    </a:lnTo>
                    <a:lnTo>
                      <a:pt x="1185" y="291"/>
                    </a:lnTo>
                    <a:lnTo>
                      <a:pt x="1187" y="291"/>
                    </a:lnTo>
                    <a:lnTo>
                      <a:pt x="1188" y="291"/>
                    </a:lnTo>
                    <a:lnTo>
                      <a:pt x="1189" y="291"/>
                    </a:lnTo>
                    <a:lnTo>
                      <a:pt x="1191" y="291"/>
                    </a:lnTo>
                    <a:lnTo>
                      <a:pt x="1192" y="291"/>
                    </a:lnTo>
                    <a:lnTo>
                      <a:pt x="1194" y="291"/>
                    </a:lnTo>
                    <a:lnTo>
                      <a:pt x="1195" y="291"/>
                    </a:lnTo>
                    <a:lnTo>
                      <a:pt x="1196" y="291"/>
                    </a:lnTo>
                    <a:lnTo>
                      <a:pt x="1198" y="291"/>
                    </a:lnTo>
                    <a:lnTo>
                      <a:pt x="1199" y="291"/>
                    </a:lnTo>
                    <a:lnTo>
                      <a:pt x="1201" y="291"/>
                    </a:lnTo>
                    <a:lnTo>
                      <a:pt x="1202" y="291"/>
                    </a:lnTo>
                    <a:lnTo>
                      <a:pt x="1203" y="291"/>
                    </a:lnTo>
                    <a:lnTo>
                      <a:pt x="1205" y="291"/>
                    </a:lnTo>
                    <a:lnTo>
                      <a:pt x="1206" y="291"/>
                    </a:lnTo>
                    <a:lnTo>
                      <a:pt x="1208" y="291"/>
                    </a:lnTo>
                    <a:lnTo>
                      <a:pt x="1209" y="291"/>
                    </a:lnTo>
                    <a:lnTo>
                      <a:pt x="1211" y="291"/>
                    </a:lnTo>
                    <a:lnTo>
                      <a:pt x="1212" y="291"/>
                    </a:lnTo>
                    <a:lnTo>
                      <a:pt x="1213" y="291"/>
                    </a:lnTo>
                    <a:lnTo>
                      <a:pt x="1215" y="291"/>
                    </a:lnTo>
                    <a:lnTo>
                      <a:pt x="1216" y="291"/>
                    </a:lnTo>
                    <a:lnTo>
                      <a:pt x="1218" y="291"/>
                    </a:lnTo>
                    <a:lnTo>
                      <a:pt x="1219" y="291"/>
                    </a:lnTo>
                    <a:lnTo>
                      <a:pt x="1220" y="291"/>
                    </a:lnTo>
                    <a:lnTo>
                      <a:pt x="1222" y="291"/>
                    </a:lnTo>
                    <a:lnTo>
                      <a:pt x="1223" y="291"/>
                    </a:lnTo>
                    <a:lnTo>
                      <a:pt x="1225" y="291"/>
                    </a:lnTo>
                    <a:lnTo>
                      <a:pt x="1226" y="291"/>
                    </a:lnTo>
                    <a:lnTo>
                      <a:pt x="1227" y="291"/>
                    </a:lnTo>
                    <a:lnTo>
                      <a:pt x="1229" y="291"/>
                    </a:lnTo>
                    <a:lnTo>
                      <a:pt x="1230" y="291"/>
                    </a:lnTo>
                    <a:lnTo>
                      <a:pt x="1232" y="291"/>
                    </a:lnTo>
                    <a:lnTo>
                      <a:pt x="1233" y="291"/>
                    </a:lnTo>
                    <a:lnTo>
                      <a:pt x="1234" y="290"/>
                    </a:lnTo>
                    <a:lnTo>
                      <a:pt x="1236" y="290"/>
                    </a:lnTo>
                    <a:lnTo>
                      <a:pt x="1237" y="291"/>
                    </a:lnTo>
                    <a:lnTo>
                      <a:pt x="1239" y="291"/>
                    </a:lnTo>
                    <a:lnTo>
                      <a:pt x="1240" y="290"/>
                    </a:lnTo>
                    <a:lnTo>
                      <a:pt x="1242" y="291"/>
                    </a:lnTo>
                    <a:lnTo>
                      <a:pt x="1243" y="291"/>
                    </a:lnTo>
                    <a:lnTo>
                      <a:pt x="1244" y="291"/>
                    </a:lnTo>
                    <a:lnTo>
                      <a:pt x="1246" y="291"/>
                    </a:lnTo>
                    <a:lnTo>
                      <a:pt x="1247" y="291"/>
                    </a:lnTo>
                    <a:lnTo>
                      <a:pt x="1249" y="291"/>
                    </a:lnTo>
                    <a:lnTo>
                      <a:pt x="1250" y="291"/>
                    </a:lnTo>
                    <a:lnTo>
                      <a:pt x="1251" y="290"/>
                    </a:lnTo>
                    <a:lnTo>
                      <a:pt x="1253" y="291"/>
                    </a:lnTo>
                    <a:lnTo>
                      <a:pt x="1254" y="291"/>
                    </a:lnTo>
                    <a:lnTo>
                      <a:pt x="1256" y="291"/>
                    </a:lnTo>
                    <a:lnTo>
                      <a:pt x="1257" y="291"/>
                    </a:lnTo>
                    <a:lnTo>
                      <a:pt x="1258" y="291"/>
                    </a:lnTo>
                    <a:lnTo>
                      <a:pt x="1260" y="291"/>
                    </a:lnTo>
                    <a:lnTo>
                      <a:pt x="1261" y="291"/>
                    </a:lnTo>
                    <a:lnTo>
                      <a:pt x="1263" y="291"/>
                    </a:lnTo>
                    <a:lnTo>
                      <a:pt x="1264" y="291"/>
                    </a:lnTo>
                    <a:lnTo>
                      <a:pt x="1266" y="291"/>
                    </a:lnTo>
                    <a:lnTo>
                      <a:pt x="1267" y="291"/>
                    </a:lnTo>
                    <a:lnTo>
                      <a:pt x="1268" y="291"/>
                    </a:lnTo>
                    <a:lnTo>
                      <a:pt x="1270" y="291"/>
                    </a:lnTo>
                    <a:lnTo>
                      <a:pt x="1271" y="291"/>
                    </a:lnTo>
                    <a:lnTo>
                      <a:pt x="1273" y="291"/>
                    </a:lnTo>
                    <a:lnTo>
                      <a:pt x="1274" y="291"/>
                    </a:lnTo>
                    <a:lnTo>
                      <a:pt x="1275" y="291"/>
                    </a:lnTo>
                    <a:lnTo>
                      <a:pt x="1277" y="291"/>
                    </a:lnTo>
                    <a:lnTo>
                      <a:pt x="1278" y="291"/>
                    </a:lnTo>
                    <a:lnTo>
                      <a:pt x="1280" y="291"/>
                    </a:lnTo>
                    <a:lnTo>
                      <a:pt x="1281" y="291"/>
                    </a:lnTo>
                    <a:lnTo>
                      <a:pt x="1282" y="291"/>
                    </a:lnTo>
                    <a:lnTo>
                      <a:pt x="1284" y="291"/>
                    </a:lnTo>
                    <a:lnTo>
                      <a:pt x="1285" y="291"/>
                    </a:lnTo>
                    <a:lnTo>
                      <a:pt x="1287" y="290"/>
                    </a:lnTo>
                    <a:lnTo>
                      <a:pt x="1288" y="290"/>
                    </a:lnTo>
                    <a:lnTo>
                      <a:pt x="1290" y="290"/>
                    </a:lnTo>
                    <a:lnTo>
                      <a:pt x="1291" y="290"/>
                    </a:lnTo>
                    <a:lnTo>
                      <a:pt x="1292" y="290"/>
                    </a:lnTo>
                    <a:lnTo>
                      <a:pt x="1294" y="290"/>
                    </a:lnTo>
                    <a:lnTo>
                      <a:pt x="1295" y="290"/>
                    </a:lnTo>
                    <a:lnTo>
                      <a:pt x="1297" y="290"/>
                    </a:lnTo>
                    <a:lnTo>
                      <a:pt x="1298" y="290"/>
                    </a:lnTo>
                    <a:lnTo>
                      <a:pt x="1299" y="290"/>
                    </a:lnTo>
                    <a:lnTo>
                      <a:pt x="1301" y="290"/>
                    </a:lnTo>
                    <a:lnTo>
                      <a:pt x="1302" y="290"/>
                    </a:lnTo>
                    <a:lnTo>
                      <a:pt x="1304" y="290"/>
                    </a:lnTo>
                    <a:lnTo>
                      <a:pt x="1305" y="290"/>
                    </a:lnTo>
                    <a:lnTo>
                      <a:pt x="1306" y="290"/>
                    </a:lnTo>
                    <a:lnTo>
                      <a:pt x="1308" y="290"/>
                    </a:lnTo>
                    <a:lnTo>
                      <a:pt x="1309" y="290"/>
                    </a:lnTo>
                    <a:lnTo>
                      <a:pt x="1311" y="290"/>
                    </a:lnTo>
                    <a:lnTo>
                      <a:pt x="1312" y="290"/>
                    </a:lnTo>
                    <a:lnTo>
                      <a:pt x="1314" y="291"/>
                    </a:lnTo>
                    <a:lnTo>
                      <a:pt x="1315" y="291"/>
                    </a:lnTo>
                    <a:lnTo>
                      <a:pt x="1316" y="291"/>
                    </a:lnTo>
                    <a:lnTo>
                      <a:pt x="1318" y="291"/>
                    </a:lnTo>
                    <a:lnTo>
                      <a:pt x="1319" y="291"/>
                    </a:lnTo>
                    <a:lnTo>
                      <a:pt x="1321" y="291"/>
                    </a:lnTo>
                    <a:lnTo>
                      <a:pt x="1322" y="291"/>
                    </a:lnTo>
                    <a:lnTo>
                      <a:pt x="1323" y="291"/>
                    </a:lnTo>
                    <a:lnTo>
                      <a:pt x="1325" y="291"/>
                    </a:lnTo>
                    <a:lnTo>
                      <a:pt x="1326" y="291"/>
                    </a:lnTo>
                    <a:lnTo>
                      <a:pt x="1328" y="291"/>
                    </a:lnTo>
                    <a:lnTo>
                      <a:pt x="1329" y="291"/>
                    </a:lnTo>
                    <a:lnTo>
                      <a:pt x="1330" y="291"/>
                    </a:lnTo>
                    <a:lnTo>
                      <a:pt x="1332" y="291"/>
                    </a:lnTo>
                    <a:lnTo>
                      <a:pt x="1333" y="291"/>
                    </a:lnTo>
                    <a:lnTo>
                      <a:pt x="1335" y="291"/>
                    </a:lnTo>
                    <a:lnTo>
                      <a:pt x="1336" y="291"/>
                    </a:lnTo>
                    <a:lnTo>
                      <a:pt x="1338" y="291"/>
                    </a:lnTo>
                    <a:lnTo>
                      <a:pt x="1339" y="291"/>
                    </a:lnTo>
                    <a:lnTo>
                      <a:pt x="1340" y="291"/>
                    </a:lnTo>
                    <a:lnTo>
                      <a:pt x="1342" y="290"/>
                    </a:lnTo>
                    <a:lnTo>
                      <a:pt x="1343" y="290"/>
                    </a:lnTo>
                    <a:lnTo>
                      <a:pt x="1345" y="290"/>
                    </a:lnTo>
                    <a:lnTo>
                      <a:pt x="1346" y="290"/>
                    </a:lnTo>
                    <a:lnTo>
                      <a:pt x="1347" y="290"/>
                    </a:lnTo>
                    <a:lnTo>
                      <a:pt x="1349" y="290"/>
                    </a:lnTo>
                    <a:lnTo>
                      <a:pt x="1350" y="290"/>
                    </a:lnTo>
                    <a:lnTo>
                      <a:pt x="1352" y="290"/>
                    </a:lnTo>
                    <a:lnTo>
                      <a:pt x="1353" y="291"/>
                    </a:lnTo>
                    <a:lnTo>
                      <a:pt x="1354" y="291"/>
                    </a:lnTo>
                    <a:lnTo>
                      <a:pt x="1356" y="291"/>
                    </a:lnTo>
                    <a:lnTo>
                      <a:pt x="1357" y="291"/>
                    </a:lnTo>
                    <a:lnTo>
                      <a:pt x="1359" y="291"/>
                    </a:lnTo>
                    <a:lnTo>
                      <a:pt x="1360" y="291"/>
                    </a:lnTo>
                    <a:lnTo>
                      <a:pt x="1362" y="291"/>
                    </a:lnTo>
                    <a:lnTo>
                      <a:pt x="1363" y="291"/>
                    </a:lnTo>
                    <a:lnTo>
                      <a:pt x="1364" y="291"/>
                    </a:lnTo>
                    <a:lnTo>
                      <a:pt x="1366" y="291"/>
                    </a:lnTo>
                    <a:lnTo>
                      <a:pt x="1367" y="291"/>
                    </a:lnTo>
                    <a:lnTo>
                      <a:pt x="1369" y="291"/>
                    </a:lnTo>
                    <a:lnTo>
                      <a:pt x="1370" y="291"/>
                    </a:lnTo>
                    <a:lnTo>
                      <a:pt x="1371" y="291"/>
                    </a:lnTo>
                    <a:lnTo>
                      <a:pt x="1373" y="291"/>
                    </a:lnTo>
                    <a:lnTo>
                      <a:pt x="1374" y="291"/>
                    </a:lnTo>
                    <a:lnTo>
                      <a:pt x="1376" y="291"/>
                    </a:lnTo>
                    <a:lnTo>
                      <a:pt x="1377" y="291"/>
                    </a:lnTo>
                    <a:lnTo>
                      <a:pt x="1378" y="291"/>
                    </a:lnTo>
                    <a:lnTo>
                      <a:pt x="1380" y="290"/>
                    </a:lnTo>
                    <a:lnTo>
                      <a:pt x="1381" y="290"/>
                    </a:lnTo>
                    <a:lnTo>
                      <a:pt x="1383" y="290"/>
                    </a:lnTo>
                    <a:lnTo>
                      <a:pt x="1384" y="290"/>
                    </a:lnTo>
                    <a:lnTo>
                      <a:pt x="1386" y="290"/>
                    </a:lnTo>
                    <a:lnTo>
                      <a:pt x="1387" y="290"/>
                    </a:lnTo>
                    <a:lnTo>
                      <a:pt x="1388" y="290"/>
                    </a:lnTo>
                    <a:lnTo>
                      <a:pt x="1390" y="290"/>
                    </a:lnTo>
                    <a:lnTo>
                      <a:pt x="1391" y="290"/>
                    </a:lnTo>
                    <a:lnTo>
                      <a:pt x="1393" y="290"/>
                    </a:lnTo>
                    <a:lnTo>
                      <a:pt x="1394" y="290"/>
                    </a:lnTo>
                    <a:lnTo>
                      <a:pt x="1395" y="290"/>
                    </a:lnTo>
                    <a:lnTo>
                      <a:pt x="1397" y="290"/>
                    </a:lnTo>
                    <a:lnTo>
                      <a:pt x="1398" y="290"/>
                    </a:lnTo>
                    <a:lnTo>
                      <a:pt x="1400" y="290"/>
                    </a:lnTo>
                    <a:lnTo>
                      <a:pt x="1401" y="290"/>
                    </a:lnTo>
                    <a:lnTo>
                      <a:pt x="1402" y="290"/>
                    </a:lnTo>
                    <a:lnTo>
                      <a:pt x="1404" y="290"/>
                    </a:lnTo>
                    <a:lnTo>
                      <a:pt x="1405" y="290"/>
                    </a:lnTo>
                    <a:lnTo>
                      <a:pt x="1407" y="290"/>
                    </a:lnTo>
                    <a:lnTo>
                      <a:pt x="1408" y="290"/>
                    </a:lnTo>
                    <a:lnTo>
                      <a:pt x="1409" y="290"/>
                    </a:lnTo>
                    <a:lnTo>
                      <a:pt x="1411" y="290"/>
                    </a:lnTo>
                    <a:lnTo>
                      <a:pt x="1412" y="290"/>
                    </a:lnTo>
                    <a:lnTo>
                      <a:pt x="1414" y="290"/>
                    </a:lnTo>
                    <a:lnTo>
                      <a:pt x="1415" y="290"/>
                    </a:lnTo>
                    <a:lnTo>
                      <a:pt x="1417" y="290"/>
                    </a:lnTo>
                    <a:lnTo>
                      <a:pt x="1418" y="291"/>
                    </a:lnTo>
                    <a:lnTo>
                      <a:pt x="1419" y="291"/>
                    </a:lnTo>
                    <a:lnTo>
                      <a:pt x="1421" y="290"/>
                    </a:lnTo>
                    <a:lnTo>
                      <a:pt x="1422" y="290"/>
                    </a:lnTo>
                    <a:lnTo>
                      <a:pt x="1424" y="291"/>
                    </a:lnTo>
                    <a:lnTo>
                      <a:pt x="1425" y="290"/>
                    </a:lnTo>
                    <a:lnTo>
                      <a:pt x="1426" y="290"/>
                    </a:lnTo>
                    <a:lnTo>
                      <a:pt x="1428" y="290"/>
                    </a:lnTo>
                    <a:lnTo>
                      <a:pt x="1429" y="290"/>
                    </a:lnTo>
                    <a:lnTo>
                      <a:pt x="1431" y="290"/>
                    </a:lnTo>
                    <a:lnTo>
                      <a:pt x="1432" y="290"/>
                    </a:lnTo>
                    <a:lnTo>
                      <a:pt x="1433" y="290"/>
                    </a:lnTo>
                    <a:lnTo>
                      <a:pt x="1435" y="290"/>
                    </a:lnTo>
                    <a:lnTo>
                      <a:pt x="1436" y="290"/>
                    </a:lnTo>
                    <a:lnTo>
                      <a:pt x="1438" y="290"/>
                    </a:lnTo>
                    <a:lnTo>
                      <a:pt x="1439" y="290"/>
                    </a:lnTo>
                    <a:lnTo>
                      <a:pt x="1441" y="290"/>
                    </a:lnTo>
                    <a:lnTo>
                      <a:pt x="1442" y="290"/>
                    </a:lnTo>
                    <a:lnTo>
                      <a:pt x="1443" y="290"/>
                    </a:lnTo>
                    <a:lnTo>
                      <a:pt x="1445" y="290"/>
                    </a:lnTo>
                    <a:lnTo>
                      <a:pt x="1446" y="290"/>
                    </a:lnTo>
                    <a:lnTo>
                      <a:pt x="1448" y="290"/>
                    </a:lnTo>
                    <a:lnTo>
                      <a:pt x="1449" y="290"/>
                    </a:lnTo>
                    <a:lnTo>
                      <a:pt x="1450" y="290"/>
                    </a:lnTo>
                    <a:lnTo>
                      <a:pt x="1452" y="290"/>
                    </a:lnTo>
                    <a:lnTo>
                      <a:pt x="1453" y="290"/>
                    </a:lnTo>
                    <a:lnTo>
                      <a:pt x="1455" y="290"/>
                    </a:lnTo>
                    <a:lnTo>
                      <a:pt x="1456" y="290"/>
                    </a:lnTo>
                    <a:lnTo>
                      <a:pt x="1457" y="290"/>
                    </a:lnTo>
                    <a:lnTo>
                      <a:pt x="1459" y="290"/>
                    </a:lnTo>
                    <a:lnTo>
                      <a:pt x="1460" y="290"/>
                    </a:lnTo>
                    <a:lnTo>
                      <a:pt x="1462" y="290"/>
                    </a:lnTo>
                    <a:lnTo>
                      <a:pt x="1463" y="290"/>
                    </a:lnTo>
                    <a:lnTo>
                      <a:pt x="1465" y="290"/>
                    </a:lnTo>
                    <a:lnTo>
                      <a:pt x="1466" y="290"/>
                    </a:lnTo>
                    <a:lnTo>
                      <a:pt x="1467" y="290"/>
                    </a:lnTo>
                    <a:lnTo>
                      <a:pt x="1469" y="290"/>
                    </a:lnTo>
                    <a:lnTo>
                      <a:pt x="1470" y="290"/>
                    </a:lnTo>
                    <a:lnTo>
                      <a:pt x="1472" y="290"/>
                    </a:lnTo>
                    <a:lnTo>
                      <a:pt x="1473" y="290"/>
                    </a:lnTo>
                    <a:lnTo>
                      <a:pt x="1474" y="290"/>
                    </a:lnTo>
                    <a:lnTo>
                      <a:pt x="1476" y="289"/>
                    </a:lnTo>
                    <a:lnTo>
                      <a:pt x="1477" y="289"/>
                    </a:lnTo>
                    <a:lnTo>
                      <a:pt x="1479" y="290"/>
                    </a:lnTo>
                    <a:lnTo>
                      <a:pt x="1480" y="290"/>
                    </a:lnTo>
                    <a:lnTo>
                      <a:pt x="1481" y="290"/>
                    </a:lnTo>
                    <a:lnTo>
                      <a:pt x="1483" y="290"/>
                    </a:lnTo>
                    <a:lnTo>
                      <a:pt x="1484" y="290"/>
                    </a:lnTo>
                    <a:lnTo>
                      <a:pt x="1486" y="290"/>
                    </a:lnTo>
                    <a:lnTo>
                      <a:pt x="1487" y="290"/>
                    </a:lnTo>
                    <a:lnTo>
                      <a:pt x="1489" y="290"/>
                    </a:lnTo>
                    <a:lnTo>
                      <a:pt x="1490" y="290"/>
                    </a:lnTo>
                    <a:lnTo>
                      <a:pt x="1491" y="290"/>
                    </a:lnTo>
                    <a:lnTo>
                      <a:pt x="1493" y="290"/>
                    </a:lnTo>
                    <a:lnTo>
                      <a:pt x="1494" y="290"/>
                    </a:lnTo>
                    <a:lnTo>
                      <a:pt x="1496" y="290"/>
                    </a:lnTo>
                    <a:lnTo>
                      <a:pt x="1497" y="290"/>
                    </a:lnTo>
                    <a:lnTo>
                      <a:pt x="1498" y="290"/>
                    </a:lnTo>
                    <a:lnTo>
                      <a:pt x="1500" y="290"/>
                    </a:lnTo>
                    <a:lnTo>
                      <a:pt x="1501" y="290"/>
                    </a:lnTo>
                    <a:lnTo>
                      <a:pt x="1503" y="290"/>
                    </a:lnTo>
                    <a:lnTo>
                      <a:pt x="1504" y="290"/>
                    </a:lnTo>
                    <a:lnTo>
                      <a:pt x="1505" y="290"/>
                    </a:lnTo>
                    <a:lnTo>
                      <a:pt x="1507" y="290"/>
                    </a:lnTo>
                    <a:lnTo>
                      <a:pt x="1508" y="290"/>
                    </a:lnTo>
                    <a:lnTo>
                      <a:pt x="1510" y="290"/>
                    </a:lnTo>
                    <a:lnTo>
                      <a:pt x="1511" y="290"/>
                    </a:lnTo>
                    <a:lnTo>
                      <a:pt x="1513" y="290"/>
                    </a:lnTo>
                    <a:lnTo>
                      <a:pt x="1514" y="290"/>
                    </a:lnTo>
                    <a:lnTo>
                      <a:pt x="1515" y="290"/>
                    </a:lnTo>
                    <a:lnTo>
                      <a:pt x="1517" y="290"/>
                    </a:lnTo>
                    <a:lnTo>
                      <a:pt x="1518" y="290"/>
                    </a:lnTo>
                    <a:lnTo>
                      <a:pt x="1520" y="290"/>
                    </a:lnTo>
                    <a:lnTo>
                      <a:pt x="1521" y="290"/>
                    </a:lnTo>
                    <a:lnTo>
                      <a:pt x="1522" y="290"/>
                    </a:lnTo>
                    <a:lnTo>
                      <a:pt x="1524" y="290"/>
                    </a:lnTo>
                    <a:lnTo>
                      <a:pt x="1525" y="290"/>
                    </a:lnTo>
                    <a:lnTo>
                      <a:pt x="1527" y="290"/>
                    </a:lnTo>
                    <a:lnTo>
                      <a:pt x="1528" y="290"/>
                    </a:lnTo>
                    <a:lnTo>
                      <a:pt x="1529" y="290"/>
                    </a:lnTo>
                    <a:lnTo>
                      <a:pt x="1531" y="290"/>
                    </a:lnTo>
                    <a:lnTo>
                      <a:pt x="1532" y="290"/>
                    </a:lnTo>
                    <a:lnTo>
                      <a:pt x="1534" y="290"/>
                    </a:lnTo>
                    <a:lnTo>
                      <a:pt x="1535" y="290"/>
                    </a:lnTo>
                    <a:lnTo>
                      <a:pt x="1537" y="290"/>
                    </a:lnTo>
                    <a:lnTo>
                      <a:pt x="1538" y="290"/>
                    </a:lnTo>
                    <a:lnTo>
                      <a:pt x="1539" y="290"/>
                    </a:lnTo>
                    <a:lnTo>
                      <a:pt x="1541" y="290"/>
                    </a:lnTo>
                    <a:lnTo>
                      <a:pt x="1542" y="290"/>
                    </a:lnTo>
                    <a:lnTo>
                      <a:pt x="1544" y="290"/>
                    </a:lnTo>
                    <a:lnTo>
                      <a:pt x="1545" y="290"/>
                    </a:lnTo>
                    <a:lnTo>
                      <a:pt x="1546" y="290"/>
                    </a:lnTo>
                    <a:lnTo>
                      <a:pt x="1548" y="290"/>
                    </a:lnTo>
                    <a:lnTo>
                      <a:pt x="1549" y="290"/>
                    </a:lnTo>
                    <a:lnTo>
                      <a:pt x="1551" y="290"/>
                    </a:lnTo>
                    <a:lnTo>
                      <a:pt x="1552" y="290"/>
                    </a:lnTo>
                    <a:lnTo>
                      <a:pt x="1553" y="290"/>
                    </a:lnTo>
                    <a:lnTo>
                      <a:pt x="1555" y="291"/>
                    </a:lnTo>
                    <a:lnTo>
                      <a:pt x="1556" y="291"/>
                    </a:lnTo>
                    <a:lnTo>
                      <a:pt x="1558" y="291"/>
                    </a:lnTo>
                    <a:lnTo>
                      <a:pt x="1559" y="291"/>
                    </a:lnTo>
                    <a:lnTo>
                      <a:pt x="1561" y="290"/>
                    </a:lnTo>
                    <a:lnTo>
                      <a:pt x="1562" y="290"/>
                    </a:lnTo>
                    <a:lnTo>
                      <a:pt x="1563" y="290"/>
                    </a:lnTo>
                    <a:lnTo>
                      <a:pt x="1565" y="290"/>
                    </a:lnTo>
                    <a:lnTo>
                      <a:pt x="1566" y="290"/>
                    </a:lnTo>
                    <a:lnTo>
                      <a:pt x="1568" y="290"/>
                    </a:lnTo>
                    <a:lnTo>
                      <a:pt x="1569" y="290"/>
                    </a:lnTo>
                    <a:lnTo>
                      <a:pt x="1570" y="290"/>
                    </a:lnTo>
                    <a:lnTo>
                      <a:pt x="1572" y="290"/>
                    </a:lnTo>
                    <a:lnTo>
                      <a:pt x="1573" y="290"/>
                    </a:lnTo>
                    <a:lnTo>
                      <a:pt x="1575" y="290"/>
                    </a:lnTo>
                    <a:lnTo>
                      <a:pt x="1576" y="290"/>
                    </a:lnTo>
                    <a:lnTo>
                      <a:pt x="1577" y="290"/>
                    </a:lnTo>
                    <a:lnTo>
                      <a:pt x="1579" y="290"/>
                    </a:lnTo>
                    <a:lnTo>
                      <a:pt x="1580" y="290"/>
                    </a:lnTo>
                    <a:lnTo>
                      <a:pt x="1582" y="290"/>
                    </a:lnTo>
                    <a:lnTo>
                      <a:pt x="1583" y="290"/>
                    </a:lnTo>
                    <a:lnTo>
                      <a:pt x="1584" y="290"/>
                    </a:lnTo>
                    <a:lnTo>
                      <a:pt x="1586" y="290"/>
                    </a:lnTo>
                    <a:lnTo>
                      <a:pt x="1587" y="290"/>
                    </a:lnTo>
                    <a:lnTo>
                      <a:pt x="1589" y="290"/>
                    </a:lnTo>
                    <a:lnTo>
                      <a:pt x="1590" y="290"/>
                    </a:lnTo>
                    <a:lnTo>
                      <a:pt x="1592" y="290"/>
                    </a:lnTo>
                    <a:lnTo>
                      <a:pt x="1593" y="290"/>
                    </a:lnTo>
                    <a:lnTo>
                      <a:pt x="1594" y="290"/>
                    </a:lnTo>
                    <a:lnTo>
                      <a:pt x="1596" y="290"/>
                    </a:lnTo>
                    <a:lnTo>
                      <a:pt x="1597" y="290"/>
                    </a:lnTo>
                    <a:lnTo>
                      <a:pt x="1599" y="290"/>
                    </a:lnTo>
                    <a:lnTo>
                      <a:pt x="1600" y="290"/>
                    </a:lnTo>
                    <a:lnTo>
                      <a:pt x="1601" y="290"/>
                    </a:lnTo>
                    <a:lnTo>
                      <a:pt x="1603" y="290"/>
                    </a:lnTo>
                    <a:lnTo>
                      <a:pt x="1604" y="290"/>
                    </a:lnTo>
                    <a:lnTo>
                      <a:pt x="1606" y="290"/>
                    </a:lnTo>
                    <a:lnTo>
                      <a:pt x="1607" y="290"/>
                    </a:lnTo>
                    <a:lnTo>
                      <a:pt x="1608" y="290"/>
                    </a:lnTo>
                    <a:lnTo>
                      <a:pt x="1610" y="290"/>
                    </a:lnTo>
                    <a:lnTo>
                      <a:pt x="1611" y="290"/>
                    </a:lnTo>
                    <a:lnTo>
                      <a:pt x="1613" y="290"/>
                    </a:lnTo>
                    <a:lnTo>
                      <a:pt x="1614" y="290"/>
                    </a:lnTo>
                    <a:lnTo>
                      <a:pt x="1616" y="290"/>
                    </a:lnTo>
                    <a:lnTo>
                      <a:pt x="1617" y="291"/>
                    </a:lnTo>
                    <a:lnTo>
                      <a:pt x="1618" y="291"/>
                    </a:lnTo>
                    <a:lnTo>
                      <a:pt x="1620" y="290"/>
                    </a:lnTo>
                    <a:lnTo>
                      <a:pt x="1621" y="290"/>
                    </a:lnTo>
                    <a:lnTo>
                      <a:pt x="1623" y="290"/>
                    </a:lnTo>
                    <a:lnTo>
                      <a:pt x="1624" y="290"/>
                    </a:lnTo>
                    <a:lnTo>
                      <a:pt x="1625" y="290"/>
                    </a:lnTo>
                    <a:lnTo>
                      <a:pt x="1627" y="290"/>
                    </a:lnTo>
                    <a:lnTo>
                      <a:pt x="1628" y="290"/>
                    </a:lnTo>
                    <a:lnTo>
                      <a:pt x="1630" y="290"/>
                    </a:lnTo>
                    <a:lnTo>
                      <a:pt x="1631" y="290"/>
                    </a:lnTo>
                    <a:lnTo>
                      <a:pt x="1632" y="290"/>
                    </a:lnTo>
                    <a:lnTo>
                      <a:pt x="1634" y="290"/>
                    </a:lnTo>
                    <a:lnTo>
                      <a:pt x="1635" y="290"/>
                    </a:lnTo>
                    <a:lnTo>
                      <a:pt x="1637" y="290"/>
                    </a:lnTo>
                    <a:lnTo>
                      <a:pt x="1638" y="290"/>
                    </a:lnTo>
                    <a:lnTo>
                      <a:pt x="1640" y="290"/>
                    </a:lnTo>
                    <a:lnTo>
                      <a:pt x="1641" y="290"/>
                    </a:lnTo>
                    <a:lnTo>
                      <a:pt x="1642" y="290"/>
                    </a:lnTo>
                    <a:lnTo>
                      <a:pt x="1644" y="290"/>
                    </a:lnTo>
                    <a:lnTo>
                      <a:pt x="1645" y="290"/>
                    </a:lnTo>
                    <a:lnTo>
                      <a:pt x="1647" y="290"/>
                    </a:lnTo>
                    <a:lnTo>
                      <a:pt x="1648" y="290"/>
                    </a:lnTo>
                    <a:lnTo>
                      <a:pt x="1649" y="290"/>
                    </a:lnTo>
                    <a:lnTo>
                      <a:pt x="1651" y="290"/>
                    </a:lnTo>
                    <a:lnTo>
                      <a:pt x="1652" y="290"/>
                    </a:lnTo>
                    <a:lnTo>
                      <a:pt x="1654" y="290"/>
                    </a:lnTo>
                    <a:lnTo>
                      <a:pt x="1655" y="290"/>
                    </a:lnTo>
                    <a:lnTo>
                      <a:pt x="1656" y="290"/>
                    </a:lnTo>
                    <a:lnTo>
                      <a:pt x="1658" y="290"/>
                    </a:lnTo>
                    <a:lnTo>
                      <a:pt x="1659" y="290"/>
                    </a:lnTo>
                    <a:lnTo>
                      <a:pt x="1661" y="290"/>
                    </a:lnTo>
                    <a:lnTo>
                      <a:pt x="1662" y="290"/>
                    </a:lnTo>
                    <a:lnTo>
                      <a:pt x="1664" y="290"/>
                    </a:lnTo>
                    <a:lnTo>
                      <a:pt x="1665" y="290"/>
                    </a:lnTo>
                    <a:lnTo>
                      <a:pt x="1666" y="290"/>
                    </a:lnTo>
                    <a:lnTo>
                      <a:pt x="1668" y="290"/>
                    </a:lnTo>
                    <a:lnTo>
                      <a:pt x="1669" y="290"/>
                    </a:lnTo>
                    <a:lnTo>
                      <a:pt x="1671" y="290"/>
                    </a:lnTo>
                    <a:lnTo>
                      <a:pt x="1672" y="290"/>
                    </a:lnTo>
                    <a:lnTo>
                      <a:pt x="1673" y="290"/>
                    </a:lnTo>
                    <a:lnTo>
                      <a:pt x="1675" y="290"/>
                    </a:lnTo>
                    <a:lnTo>
                      <a:pt x="1676" y="290"/>
                    </a:lnTo>
                    <a:lnTo>
                      <a:pt x="1678" y="290"/>
                    </a:lnTo>
                    <a:lnTo>
                      <a:pt x="1679" y="290"/>
                    </a:lnTo>
                    <a:lnTo>
                      <a:pt x="1680" y="290"/>
                    </a:lnTo>
                    <a:lnTo>
                      <a:pt x="1682" y="290"/>
                    </a:lnTo>
                    <a:lnTo>
                      <a:pt x="1683" y="290"/>
                    </a:lnTo>
                    <a:lnTo>
                      <a:pt x="1685" y="290"/>
                    </a:lnTo>
                    <a:lnTo>
                      <a:pt x="1686" y="290"/>
                    </a:lnTo>
                    <a:lnTo>
                      <a:pt x="1688" y="290"/>
                    </a:lnTo>
                    <a:lnTo>
                      <a:pt x="1689" y="290"/>
                    </a:lnTo>
                    <a:lnTo>
                      <a:pt x="1690" y="290"/>
                    </a:lnTo>
                    <a:lnTo>
                      <a:pt x="1692" y="290"/>
                    </a:lnTo>
                    <a:lnTo>
                      <a:pt x="1693" y="290"/>
                    </a:lnTo>
                    <a:lnTo>
                      <a:pt x="1695" y="290"/>
                    </a:lnTo>
                    <a:lnTo>
                      <a:pt x="1696" y="290"/>
                    </a:lnTo>
                    <a:lnTo>
                      <a:pt x="1697" y="290"/>
                    </a:lnTo>
                    <a:lnTo>
                      <a:pt x="1699" y="290"/>
                    </a:lnTo>
                    <a:lnTo>
                      <a:pt x="1700" y="290"/>
                    </a:lnTo>
                    <a:lnTo>
                      <a:pt x="1702" y="290"/>
                    </a:lnTo>
                    <a:lnTo>
                      <a:pt x="1703" y="290"/>
                    </a:lnTo>
                    <a:lnTo>
                      <a:pt x="1704" y="290"/>
                    </a:lnTo>
                    <a:lnTo>
                      <a:pt x="1706" y="290"/>
                    </a:lnTo>
                    <a:lnTo>
                      <a:pt x="1707" y="290"/>
                    </a:lnTo>
                    <a:lnTo>
                      <a:pt x="1709" y="290"/>
                    </a:lnTo>
                    <a:lnTo>
                      <a:pt x="1710" y="290"/>
                    </a:lnTo>
                    <a:lnTo>
                      <a:pt x="1712" y="290"/>
                    </a:lnTo>
                    <a:lnTo>
                      <a:pt x="1713" y="290"/>
                    </a:lnTo>
                    <a:lnTo>
                      <a:pt x="1714" y="290"/>
                    </a:lnTo>
                    <a:lnTo>
                      <a:pt x="1716" y="290"/>
                    </a:lnTo>
                    <a:lnTo>
                      <a:pt x="1717" y="290"/>
                    </a:lnTo>
                    <a:lnTo>
                      <a:pt x="1719" y="290"/>
                    </a:lnTo>
                    <a:lnTo>
                      <a:pt x="1720" y="290"/>
                    </a:lnTo>
                    <a:lnTo>
                      <a:pt x="1721" y="290"/>
                    </a:lnTo>
                    <a:lnTo>
                      <a:pt x="1723" y="290"/>
                    </a:lnTo>
                    <a:lnTo>
                      <a:pt x="1724" y="290"/>
                    </a:lnTo>
                    <a:lnTo>
                      <a:pt x="1726" y="290"/>
                    </a:lnTo>
                    <a:lnTo>
                      <a:pt x="1727" y="290"/>
                    </a:lnTo>
                    <a:lnTo>
                      <a:pt x="1728" y="290"/>
                    </a:lnTo>
                    <a:lnTo>
                      <a:pt x="1730" y="290"/>
                    </a:lnTo>
                    <a:lnTo>
                      <a:pt x="1731" y="290"/>
                    </a:lnTo>
                    <a:lnTo>
                      <a:pt x="1733" y="290"/>
                    </a:lnTo>
                    <a:lnTo>
                      <a:pt x="1734" y="290"/>
                    </a:lnTo>
                    <a:lnTo>
                      <a:pt x="1736" y="290"/>
                    </a:lnTo>
                    <a:lnTo>
                      <a:pt x="1737" y="290"/>
                    </a:lnTo>
                    <a:lnTo>
                      <a:pt x="1738" y="290"/>
                    </a:lnTo>
                    <a:lnTo>
                      <a:pt x="1740" y="290"/>
                    </a:lnTo>
                    <a:lnTo>
                      <a:pt x="1741" y="290"/>
                    </a:lnTo>
                    <a:lnTo>
                      <a:pt x="1743" y="290"/>
                    </a:lnTo>
                    <a:lnTo>
                      <a:pt x="1744" y="290"/>
                    </a:lnTo>
                    <a:lnTo>
                      <a:pt x="1745" y="290"/>
                    </a:lnTo>
                    <a:lnTo>
                      <a:pt x="1747" y="290"/>
                    </a:lnTo>
                    <a:lnTo>
                      <a:pt x="1748" y="290"/>
                    </a:lnTo>
                    <a:lnTo>
                      <a:pt x="1750" y="290"/>
                    </a:lnTo>
                    <a:lnTo>
                      <a:pt x="1751" y="290"/>
                    </a:lnTo>
                    <a:lnTo>
                      <a:pt x="1752" y="290"/>
                    </a:lnTo>
                    <a:lnTo>
                      <a:pt x="1754" y="290"/>
                    </a:lnTo>
                    <a:lnTo>
                      <a:pt x="1755" y="290"/>
                    </a:lnTo>
                    <a:lnTo>
                      <a:pt x="1757" y="290"/>
                    </a:lnTo>
                    <a:lnTo>
                      <a:pt x="1758" y="290"/>
                    </a:lnTo>
                    <a:lnTo>
                      <a:pt x="1759" y="290"/>
                    </a:lnTo>
                    <a:lnTo>
                      <a:pt x="1761" y="290"/>
                    </a:lnTo>
                    <a:lnTo>
                      <a:pt x="1762" y="290"/>
                    </a:lnTo>
                    <a:lnTo>
                      <a:pt x="1764" y="290"/>
                    </a:lnTo>
                    <a:lnTo>
                      <a:pt x="1765" y="290"/>
                    </a:lnTo>
                    <a:lnTo>
                      <a:pt x="1767" y="290"/>
                    </a:lnTo>
                    <a:lnTo>
                      <a:pt x="1768" y="290"/>
                    </a:lnTo>
                    <a:lnTo>
                      <a:pt x="1769" y="290"/>
                    </a:lnTo>
                    <a:lnTo>
                      <a:pt x="1771" y="290"/>
                    </a:lnTo>
                    <a:lnTo>
                      <a:pt x="1772" y="290"/>
                    </a:lnTo>
                    <a:lnTo>
                      <a:pt x="1774" y="290"/>
                    </a:lnTo>
                    <a:lnTo>
                      <a:pt x="1775" y="290"/>
                    </a:lnTo>
                    <a:lnTo>
                      <a:pt x="1776" y="290"/>
                    </a:lnTo>
                    <a:lnTo>
                      <a:pt x="1778" y="290"/>
                    </a:lnTo>
                    <a:lnTo>
                      <a:pt x="1779" y="290"/>
                    </a:lnTo>
                    <a:lnTo>
                      <a:pt x="1781" y="290"/>
                    </a:lnTo>
                    <a:lnTo>
                      <a:pt x="1782" y="290"/>
                    </a:lnTo>
                    <a:lnTo>
                      <a:pt x="1783" y="290"/>
                    </a:lnTo>
                    <a:lnTo>
                      <a:pt x="1785" y="290"/>
                    </a:lnTo>
                    <a:lnTo>
                      <a:pt x="1786" y="290"/>
                    </a:lnTo>
                    <a:lnTo>
                      <a:pt x="1788" y="290"/>
                    </a:lnTo>
                    <a:lnTo>
                      <a:pt x="1789" y="290"/>
                    </a:lnTo>
                    <a:lnTo>
                      <a:pt x="1791" y="290"/>
                    </a:lnTo>
                    <a:lnTo>
                      <a:pt x="1792" y="290"/>
                    </a:lnTo>
                    <a:lnTo>
                      <a:pt x="1793" y="290"/>
                    </a:lnTo>
                    <a:lnTo>
                      <a:pt x="1795" y="290"/>
                    </a:lnTo>
                    <a:lnTo>
                      <a:pt x="1796" y="290"/>
                    </a:lnTo>
                    <a:lnTo>
                      <a:pt x="1798" y="290"/>
                    </a:lnTo>
                    <a:lnTo>
                      <a:pt x="1799" y="290"/>
                    </a:lnTo>
                    <a:lnTo>
                      <a:pt x="1800" y="290"/>
                    </a:lnTo>
                    <a:lnTo>
                      <a:pt x="1802" y="290"/>
                    </a:lnTo>
                    <a:lnTo>
                      <a:pt x="1803" y="290"/>
                    </a:lnTo>
                    <a:lnTo>
                      <a:pt x="1805" y="290"/>
                    </a:lnTo>
                    <a:lnTo>
                      <a:pt x="1806" y="290"/>
                    </a:lnTo>
                    <a:lnTo>
                      <a:pt x="1807" y="290"/>
                    </a:lnTo>
                    <a:lnTo>
                      <a:pt x="1809" y="290"/>
                    </a:lnTo>
                    <a:lnTo>
                      <a:pt x="1810" y="290"/>
                    </a:lnTo>
                    <a:lnTo>
                      <a:pt x="1812" y="290"/>
                    </a:lnTo>
                    <a:lnTo>
                      <a:pt x="1813" y="290"/>
                    </a:lnTo>
                    <a:lnTo>
                      <a:pt x="1815" y="290"/>
                    </a:lnTo>
                    <a:lnTo>
                      <a:pt x="1816" y="290"/>
                    </a:lnTo>
                    <a:lnTo>
                      <a:pt x="1817" y="290"/>
                    </a:lnTo>
                    <a:lnTo>
                      <a:pt x="1819" y="290"/>
                    </a:lnTo>
                    <a:lnTo>
                      <a:pt x="1820" y="290"/>
                    </a:lnTo>
                    <a:lnTo>
                      <a:pt x="1822" y="290"/>
                    </a:lnTo>
                    <a:lnTo>
                      <a:pt x="1823" y="290"/>
                    </a:lnTo>
                    <a:lnTo>
                      <a:pt x="1824" y="290"/>
                    </a:lnTo>
                    <a:lnTo>
                      <a:pt x="1826" y="290"/>
                    </a:lnTo>
                    <a:lnTo>
                      <a:pt x="1827" y="290"/>
                    </a:lnTo>
                    <a:lnTo>
                      <a:pt x="1829" y="290"/>
                    </a:lnTo>
                    <a:lnTo>
                      <a:pt x="1830" y="290"/>
                    </a:lnTo>
                    <a:lnTo>
                      <a:pt x="1831" y="290"/>
                    </a:lnTo>
                    <a:lnTo>
                      <a:pt x="1833" y="290"/>
                    </a:lnTo>
                    <a:lnTo>
                      <a:pt x="1834" y="290"/>
                    </a:lnTo>
                    <a:lnTo>
                      <a:pt x="1836" y="290"/>
                    </a:lnTo>
                    <a:lnTo>
                      <a:pt x="1837" y="290"/>
                    </a:lnTo>
                    <a:lnTo>
                      <a:pt x="1839" y="290"/>
                    </a:lnTo>
                    <a:lnTo>
                      <a:pt x="1840" y="290"/>
                    </a:lnTo>
                    <a:lnTo>
                      <a:pt x="1841" y="290"/>
                    </a:lnTo>
                    <a:lnTo>
                      <a:pt x="1843" y="290"/>
                    </a:lnTo>
                    <a:lnTo>
                      <a:pt x="1844" y="290"/>
                    </a:lnTo>
                    <a:lnTo>
                      <a:pt x="1846" y="290"/>
                    </a:lnTo>
                    <a:lnTo>
                      <a:pt x="1847" y="290"/>
                    </a:lnTo>
                    <a:lnTo>
                      <a:pt x="1848" y="290"/>
                    </a:lnTo>
                    <a:lnTo>
                      <a:pt x="1850" y="290"/>
                    </a:lnTo>
                    <a:lnTo>
                      <a:pt x="1851" y="290"/>
                    </a:lnTo>
                    <a:lnTo>
                      <a:pt x="1853" y="290"/>
                    </a:lnTo>
                    <a:lnTo>
                      <a:pt x="1854" y="290"/>
                    </a:lnTo>
                    <a:lnTo>
                      <a:pt x="1855" y="290"/>
                    </a:lnTo>
                    <a:lnTo>
                      <a:pt x="1857" y="290"/>
                    </a:lnTo>
                    <a:lnTo>
                      <a:pt x="1858" y="290"/>
                    </a:lnTo>
                    <a:lnTo>
                      <a:pt x="1860" y="290"/>
                    </a:lnTo>
                    <a:lnTo>
                      <a:pt x="1861" y="290"/>
                    </a:lnTo>
                    <a:lnTo>
                      <a:pt x="1863" y="290"/>
                    </a:lnTo>
                    <a:lnTo>
                      <a:pt x="1864" y="290"/>
                    </a:lnTo>
                    <a:lnTo>
                      <a:pt x="1865" y="290"/>
                    </a:lnTo>
                    <a:lnTo>
                      <a:pt x="1867" y="290"/>
                    </a:lnTo>
                    <a:lnTo>
                      <a:pt x="1868" y="290"/>
                    </a:lnTo>
                    <a:lnTo>
                      <a:pt x="1870" y="290"/>
                    </a:lnTo>
                    <a:lnTo>
                      <a:pt x="1871" y="290"/>
                    </a:lnTo>
                    <a:lnTo>
                      <a:pt x="1872" y="290"/>
                    </a:lnTo>
                    <a:lnTo>
                      <a:pt x="1874" y="290"/>
                    </a:lnTo>
                    <a:lnTo>
                      <a:pt x="1875" y="290"/>
                    </a:lnTo>
                    <a:lnTo>
                      <a:pt x="1877" y="290"/>
                    </a:lnTo>
                    <a:lnTo>
                      <a:pt x="1878" y="290"/>
                    </a:lnTo>
                    <a:lnTo>
                      <a:pt x="1879" y="290"/>
                    </a:lnTo>
                    <a:lnTo>
                      <a:pt x="1881" y="290"/>
                    </a:lnTo>
                    <a:lnTo>
                      <a:pt x="1882" y="290"/>
                    </a:lnTo>
                    <a:lnTo>
                      <a:pt x="1884" y="290"/>
                    </a:lnTo>
                    <a:lnTo>
                      <a:pt x="1885" y="290"/>
                    </a:lnTo>
                    <a:lnTo>
                      <a:pt x="1887" y="290"/>
                    </a:lnTo>
                    <a:lnTo>
                      <a:pt x="1888" y="290"/>
                    </a:lnTo>
                    <a:lnTo>
                      <a:pt x="1889" y="290"/>
                    </a:lnTo>
                    <a:lnTo>
                      <a:pt x="1891" y="290"/>
                    </a:lnTo>
                    <a:lnTo>
                      <a:pt x="1892" y="290"/>
                    </a:lnTo>
                    <a:lnTo>
                      <a:pt x="1894" y="290"/>
                    </a:lnTo>
                    <a:lnTo>
                      <a:pt x="1895" y="290"/>
                    </a:lnTo>
                    <a:lnTo>
                      <a:pt x="1896" y="290"/>
                    </a:lnTo>
                    <a:lnTo>
                      <a:pt x="1898" y="290"/>
                    </a:lnTo>
                    <a:lnTo>
                      <a:pt x="1899" y="290"/>
                    </a:lnTo>
                    <a:lnTo>
                      <a:pt x="1901" y="290"/>
                    </a:lnTo>
                    <a:lnTo>
                      <a:pt x="1902" y="290"/>
                    </a:lnTo>
                    <a:lnTo>
                      <a:pt x="1903" y="290"/>
                    </a:lnTo>
                    <a:lnTo>
                      <a:pt x="1905" y="289"/>
                    </a:lnTo>
                    <a:lnTo>
                      <a:pt x="1906" y="289"/>
                    </a:lnTo>
                    <a:lnTo>
                      <a:pt x="1908" y="289"/>
                    </a:lnTo>
                    <a:lnTo>
                      <a:pt x="1909" y="289"/>
                    </a:lnTo>
                    <a:lnTo>
                      <a:pt x="1911" y="289"/>
                    </a:lnTo>
                    <a:lnTo>
                      <a:pt x="1912" y="289"/>
                    </a:lnTo>
                    <a:lnTo>
                      <a:pt x="1913" y="289"/>
                    </a:lnTo>
                    <a:lnTo>
                      <a:pt x="1915" y="289"/>
                    </a:lnTo>
                    <a:lnTo>
                      <a:pt x="1916" y="289"/>
                    </a:lnTo>
                    <a:lnTo>
                      <a:pt x="1918" y="289"/>
                    </a:lnTo>
                    <a:lnTo>
                      <a:pt x="1919" y="289"/>
                    </a:lnTo>
                    <a:lnTo>
                      <a:pt x="1920" y="289"/>
                    </a:lnTo>
                    <a:lnTo>
                      <a:pt x="1922" y="289"/>
                    </a:lnTo>
                    <a:lnTo>
                      <a:pt x="1923" y="289"/>
                    </a:lnTo>
                    <a:lnTo>
                      <a:pt x="1925" y="289"/>
                    </a:lnTo>
                    <a:lnTo>
                      <a:pt x="1926" y="289"/>
                    </a:lnTo>
                    <a:lnTo>
                      <a:pt x="1927" y="290"/>
                    </a:lnTo>
                    <a:lnTo>
                      <a:pt x="1929" y="289"/>
                    </a:lnTo>
                    <a:lnTo>
                      <a:pt x="1930" y="289"/>
                    </a:lnTo>
                    <a:lnTo>
                      <a:pt x="1932" y="289"/>
                    </a:lnTo>
                    <a:lnTo>
                      <a:pt x="1933" y="290"/>
                    </a:lnTo>
                    <a:lnTo>
                      <a:pt x="1934" y="290"/>
                    </a:lnTo>
                    <a:lnTo>
                      <a:pt x="1936" y="290"/>
                    </a:lnTo>
                    <a:lnTo>
                      <a:pt x="1937" y="290"/>
                    </a:lnTo>
                    <a:lnTo>
                      <a:pt x="1939" y="290"/>
                    </a:lnTo>
                    <a:lnTo>
                      <a:pt x="1940" y="290"/>
                    </a:lnTo>
                    <a:lnTo>
                      <a:pt x="1942" y="290"/>
                    </a:lnTo>
                    <a:lnTo>
                      <a:pt x="1943" y="290"/>
                    </a:lnTo>
                    <a:lnTo>
                      <a:pt x="1944" y="289"/>
                    </a:lnTo>
                    <a:lnTo>
                      <a:pt x="1946" y="289"/>
                    </a:lnTo>
                    <a:lnTo>
                      <a:pt x="1947" y="289"/>
                    </a:lnTo>
                    <a:lnTo>
                      <a:pt x="1949" y="289"/>
                    </a:lnTo>
                    <a:lnTo>
                      <a:pt x="1950" y="289"/>
                    </a:lnTo>
                    <a:lnTo>
                      <a:pt x="1951" y="289"/>
                    </a:lnTo>
                    <a:lnTo>
                      <a:pt x="1953" y="289"/>
                    </a:lnTo>
                    <a:lnTo>
                      <a:pt x="1954" y="289"/>
                    </a:lnTo>
                    <a:lnTo>
                      <a:pt x="1956" y="289"/>
                    </a:lnTo>
                    <a:lnTo>
                      <a:pt x="1957" y="289"/>
                    </a:lnTo>
                    <a:lnTo>
                      <a:pt x="1958" y="289"/>
                    </a:lnTo>
                    <a:lnTo>
                      <a:pt x="1960" y="289"/>
                    </a:lnTo>
                    <a:lnTo>
                      <a:pt x="1961" y="289"/>
                    </a:lnTo>
                    <a:lnTo>
                      <a:pt x="1963" y="289"/>
                    </a:lnTo>
                    <a:lnTo>
                      <a:pt x="1964" y="289"/>
                    </a:lnTo>
                    <a:lnTo>
                      <a:pt x="1966" y="289"/>
                    </a:lnTo>
                    <a:lnTo>
                      <a:pt x="1967" y="289"/>
                    </a:lnTo>
                    <a:lnTo>
                      <a:pt x="1968" y="289"/>
                    </a:lnTo>
                    <a:lnTo>
                      <a:pt x="1970" y="289"/>
                    </a:lnTo>
                    <a:lnTo>
                      <a:pt x="1971" y="289"/>
                    </a:lnTo>
                    <a:lnTo>
                      <a:pt x="1973" y="289"/>
                    </a:lnTo>
                    <a:lnTo>
                      <a:pt x="1974" y="289"/>
                    </a:lnTo>
                    <a:lnTo>
                      <a:pt x="1975" y="289"/>
                    </a:lnTo>
                    <a:lnTo>
                      <a:pt x="1977" y="289"/>
                    </a:lnTo>
                    <a:lnTo>
                      <a:pt x="1978" y="289"/>
                    </a:lnTo>
                    <a:lnTo>
                      <a:pt x="1980" y="289"/>
                    </a:lnTo>
                    <a:lnTo>
                      <a:pt x="1981" y="289"/>
                    </a:lnTo>
                    <a:lnTo>
                      <a:pt x="1982" y="289"/>
                    </a:lnTo>
                    <a:lnTo>
                      <a:pt x="1984" y="289"/>
                    </a:lnTo>
                    <a:lnTo>
                      <a:pt x="1985" y="289"/>
                    </a:lnTo>
                    <a:lnTo>
                      <a:pt x="1987" y="289"/>
                    </a:lnTo>
                    <a:lnTo>
                      <a:pt x="1988" y="289"/>
                    </a:lnTo>
                    <a:lnTo>
                      <a:pt x="1990" y="289"/>
                    </a:lnTo>
                    <a:lnTo>
                      <a:pt x="1991" y="289"/>
                    </a:lnTo>
                    <a:lnTo>
                      <a:pt x="1992" y="289"/>
                    </a:lnTo>
                    <a:lnTo>
                      <a:pt x="1994" y="289"/>
                    </a:lnTo>
                    <a:lnTo>
                      <a:pt x="1995" y="290"/>
                    </a:lnTo>
                    <a:lnTo>
                      <a:pt x="1997" y="290"/>
                    </a:lnTo>
                    <a:lnTo>
                      <a:pt x="1998" y="290"/>
                    </a:lnTo>
                    <a:lnTo>
                      <a:pt x="1999" y="290"/>
                    </a:lnTo>
                    <a:lnTo>
                      <a:pt x="2001" y="290"/>
                    </a:lnTo>
                    <a:lnTo>
                      <a:pt x="2002" y="288"/>
                    </a:lnTo>
                    <a:lnTo>
                      <a:pt x="2004" y="290"/>
                    </a:lnTo>
                    <a:lnTo>
                      <a:pt x="2005" y="301"/>
                    </a:lnTo>
                    <a:lnTo>
                      <a:pt x="2006" y="301"/>
                    </a:lnTo>
                    <a:lnTo>
                      <a:pt x="2008" y="302"/>
                    </a:lnTo>
                    <a:lnTo>
                      <a:pt x="2009" y="303"/>
                    </a:lnTo>
                    <a:lnTo>
                      <a:pt x="2011" y="303"/>
                    </a:lnTo>
                    <a:lnTo>
                      <a:pt x="2012" y="308"/>
                    </a:lnTo>
                    <a:lnTo>
                      <a:pt x="2014" y="311"/>
                    </a:lnTo>
                    <a:lnTo>
                      <a:pt x="2015" y="309"/>
                    </a:lnTo>
                    <a:lnTo>
                      <a:pt x="2016" y="308"/>
                    </a:lnTo>
                    <a:lnTo>
                      <a:pt x="2018" y="308"/>
                    </a:lnTo>
                    <a:lnTo>
                      <a:pt x="2019" y="310"/>
                    </a:lnTo>
                    <a:lnTo>
                      <a:pt x="2021" y="309"/>
                    </a:lnTo>
                    <a:lnTo>
                      <a:pt x="2022" y="307"/>
                    </a:lnTo>
                    <a:lnTo>
                      <a:pt x="2023" y="285"/>
                    </a:lnTo>
                    <a:lnTo>
                      <a:pt x="2025" y="281"/>
                    </a:lnTo>
                    <a:lnTo>
                      <a:pt x="2026" y="280"/>
                    </a:lnTo>
                    <a:lnTo>
                      <a:pt x="2028" y="279"/>
                    </a:lnTo>
                    <a:lnTo>
                      <a:pt x="2029" y="279"/>
                    </a:lnTo>
                    <a:lnTo>
                      <a:pt x="2030" y="278"/>
                    </a:lnTo>
                    <a:lnTo>
                      <a:pt x="2032" y="277"/>
                    </a:lnTo>
                    <a:lnTo>
                      <a:pt x="2033" y="277"/>
                    </a:lnTo>
                    <a:lnTo>
                      <a:pt x="2035" y="277"/>
                    </a:lnTo>
                    <a:lnTo>
                      <a:pt x="2036" y="276"/>
                    </a:lnTo>
                    <a:lnTo>
                      <a:pt x="2038" y="275"/>
                    </a:lnTo>
                    <a:lnTo>
                      <a:pt x="2039" y="299"/>
                    </a:lnTo>
                    <a:lnTo>
                      <a:pt x="2040" y="302"/>
                    </a:lnTo>
                    <a:lnTo>
                      <a:pt x="2042" y="304"/>
                    </a:lnTo>
                    <a:lnTo>
                      <a:pt x="2043" y="306"/>
                    </a:lnTo>
                    <a:lnTo>
                      <a:pt x="2045" y="308"/>
                    </a:lnTo>
                    <a:lnTo>
                      <a:pt x="2046" y="308"/>
                    </a:lnTo>
                    <a:lnTo>
                      <a:pt x="2047" y="306"/>
                    </a:lnTo>
                    <a:lnTo>
                      <a:pt x="2049" y="300"/>
                    </a:lnTo>
                    <a:lnTo>
                      <a:pt x="2050" y="294"/>
                    </a:lnTo>
                    <a:lnTo>
                      <a:pt x="2052" y="284"/>
                    </a:lnTo>
                    <a:lnTo>
                      <a:pt x="2053" y="272"/>
                    </a:lnTo>
                    <a:lnTo>
                      <a:pt x="2054" y="265"/>
                    </a:lnTo>
                    <a:lnTo>
                      <a:pt x="2056" y="259"/>
                    </a:lnTo>
                    <a:lnTo>
                      <a:pt x="2057" y="255"/>
                    </a:lnTo>
                    <a:lnTo>
                      <a:pt x="2059" y="257"/>
                    </a:lnTo>
                    <a:lnTo>
                      <a:pt x="2060" y="258"/>
                    </a:lnTo>
                    <a:lnTo>
                      <a:pt x="2062" y="257"/>
                    </a:lnTo>
                    <a:lnTo>
                      <a:pt x="2063" y="258"/>
                    </a:lnTo>
                    <a:lnTo>
                      <a:pt x="2064" y="261"/>
                    </a:lnTo>
                    <a:lnTo>
                      <a:pt x="2066" y="262"/>
                    </a:lnTo>
                    <a:lnTo>
                      <a:pt x="2067" y="250"/>
                    </a:lnTo>
                    <a:lnTo>
                      <a:pt x="2069" y="244"/>
                    </a:lnTo>
                    <a:lnTo>
                      <a:pt x="2070" y="256"/>
                    </a:lnTo>
                    <a:lnTo>
                      <a:pt x="2071" y="251"/>
                    </a:lnTo>
                    <a:lnTo>
                      <a:pt x="2073" y="251"/>
                    </a:lnTo>
                    <a:lnTo>
                      <a:pt x="2074" y="251"/>
                    </a:lnTo>
                    <a:lnTo>
                      <a:pt x="2076" y="252"/>
                    </a:lnTo>
                    <a:lnTo>
                      <a:pt x="2077" y="253"/>
                    </a:lnTo>
                    <a:lnTo>
                      <a:pt x="2078" y="254"/>
                    </a:lnTo>
                    <a:lnTo>
                      <a:pt x="2080" y="254"/>
                    </a:lnTo>
                    <a:lnTo>
                      <a:pt x="2081" y="254"/>
                    </a:lnTo>
                    <a:lnTo>
                      <a:pt x="2083" y="254"/>
                    </a:lnTo>
                    <a:lnTo>
                      <a:pt x="2084" y="254"/>
                    </a:lnTo>
                    <a:lnTo>
                      <a:pt x="2086" y="254"/>
                    </a:lnTo>
                    <a:lnTo>
                      <a:pt x="2087" y="254"/>
                    </a:lnTo>
                    <a:lnTo>
                      <a:pt x="2088" y="254"/>
                    </a:lnTo>
                    <a:lnTo>
                      <a:pt x="2090" y="255"/>
                    </a:lnTo>
                    <a:lnTo>
                      <a:pt x="2091" y="255"/>
                    </a:lnTo>
                    <a:lnTo>
                      <a:pt x="2093" y="255"/>
                    </a:lnTo>
                    <a:lnTo>
                      <a:pt x="2094" y="257"/>
                    </a:lnTo>
                    <a:lnTo>
                      <a:pt x="2095" y="259"/>
                    </a:lnTo>
                    <a:lnTo>
                      <a:pt x="2097" y="257"/>
                    </a:lnTo>
                    <a:lnTo>
                      <a:pt x="2098" y="256"/>
                    </a:lnTo>
                    <a:lnTo>
                      <a:pt x="2100" y="255"/>
                    </a:lnTo>
                    <a:lnTo>
                      <a:pt x="2101" y="255"/>
                    </a:lnTo>
                    <a:lnTo>
                      <a:pt x="2102" y="255"/>
                    </a:lnTo>
                    <a:lnTo>
                      <a:pt x="2104" y="255"/>
                    </a:lnTo>
                    <a:lnTo>
                      <a:pt x="2105" y="255"/>
                    </a:lnTo>
                    <a:lnTo>
                      <a:pt x="2107" y="255"/>
                    </a:lnTo>
                    <a:lnTo>
                      <a:pt x="2108" y="255"/>
                    </a:lnTo>
                    <a:lnTo>
                      <a:pt x="2109" y="255"/>
                    </a:lnTo>
                    <a:lnTo>
                      <a:pt x="2111" y="256"/>
                    </a:lnTo>
                    <a:lnTo>
                      <a:pt x="2112" y="255"/>
                    </a:lnTo>
                    <a:lnTo>
                      <a:pt x="2114" y="256"/>
                    </a:lnTo>
                    <a:lnTo>
                      <a:pt x="2115" y="256"/>
                    </a:lnTo>
                    <a:lnTo>
                      <a:pt x="2117" y="256"/>
                    </a:lnTo>
                    <a:lnTo>
                      <a:pt x="2118" y="256"/>
                    </a:lnTo>
                    <a:lnTo>
                      <a:pt x="2119" y="256"/>
                    </a:lnTo>
                    <a:lnTo>
                      <a:pt x="2121" y="257"/>
                    </a:lnTo>
                    <a:lnTo>
                      <a:pt x="2122" y="257"/>
                    </a:lnTo>
                    <a:lnTo>
                      <a:pt x="2124" y="257"/>
                    </a:lnTo>
                    <a:lnTo>
                      <a:pt x="2125" y="257"/>
                    </a:lnTo>
                    <a:lnTo>
                      <a:pt x="2126" y="258"/>
                    </a:lnTo>
                    <a:lnTo>
                      <a:pt x="2128" y="258"/>
                    </a:lnTo>
                    <a:lnTo>
                      <a:pt x="2129" y="259"/>
                    </a:lnTo>
                    <a:lnTo>
                      <a:pt x="2131" y="259"/>
                    </a:lnTo>
                    <a:lnTo>
                      <a:pt x="2132" y="259"/>
                    </a:lnTo>
                    <a:lnTo>
                      <a:pt x="2133" y="259"/>
                    </a:lnTo>
                    <a:lnTo>
                      <a:pt x="2135" y="259"/>
                    </a:lnTo>
                    <a:lnTo>
                      <a:pt x="2136" y="260"/>
                    </a:lnTo>
                    <a:lnTo>
                      <a:pt x="2138" y="260"/>
                    </a:lnTo>
                    <a:lnTo>
                      <a:pt x="2139" y="260"/>
                    </a:lnTo>
                    <a:lnTo>
                      <a:pt x="2141" y="260"/>
                    </a:lnTo>
                    <a:lnTo>
                      <a:pt x="2142" y="260"/>
                    </a:lnTo>
                    <a:lnTo>
                      <a:pt x="2143" y="261"/>
                    </a:lnTo>
                    <a:lnTo>
                      <a:pt x="2145" y="261"/>
                    </a:lnTo>
                    <a:lnTo>
                      <a:pt x="2146" y="261"/>
                    </a:lnTo>
                    <a:lnTo>
                      <a:pt x="2148" y="261"/>
                    </a:lnTo>
                    <a:lnTo>
                      <a:pt x="2149" y="262"/>
                    </a:lnTo>
                    <a:lnTo>
                      <a:pt x="2150" y="262"/>
                    </a:lnTo>
                    <a:lnTo>
                      <a:pt x="2152" y="262"/>
                    </a:lnTo>
                    <a:lnTo>
                      <a:pt x="2153" y="262"/>
                    </a:lnTo>
                    <a:lnTo>
                      <a:pt x="2155" y="262"/>
                    </a:lnTo>
                    <a:lnTo>
                      <a:pt x="2156" y="261"/>
                    </a:lnTo>
                    <a:lnTo>
                      <a:pt x="2157" y="261"/>
                    </a:lnTo>
                    <a:lnTo>
                      <a:pt x="2159" y="261"/>
                    </a:lnTo>
                    <a:lnTo>
                      <a:pt x="2160" y="260"/>
                    </a:lnTo>
                    <a:lnTo>
                      <a:pt x="2162" y="260"/>
                    </a:lnTo>
                    <a:lnTo>
                      <a:pt x="2163" y="260"/>
                    </a:lnTo>
                    <a:lnTo>
                      <a:pt x="2165" y="260"/>
                    </a:lnTo>
                    <a:lnTo>
                      <a:pt x="2166" y="260"/>
                    </a:lnTo>
                    <a:lnTo>
                      <a:pt x="2167" y="260"/>
                    </a:lnTo>
                    <a:lnTo>
                      <a:pt x="2169" y="260"/>
                    </a:lnTo>
                    <a:lnTo>
                      <a:pt x="2170" y="260"/>
                    </a:lnTo>
                    <a:lnTo>
                      <a:pt x="2172" y="261"/>
                    </a:lnTo>
                  </a:path>
                </a:pathLst>
              </a:custGeom>
              <a:noFill/>
              <a:ln cap="flat" cmpd="sng" w="25400">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240" name="Google Shape;240;p15"/>
              <p:cNvSpPr/>
              <p:nvPr/>
            </p:nvSpPr>
            <p:spPr>
              <a:xfrm flipH="1" rot="10800000">
                <a:off x="10723563" y="3084513"/>
                <a:ext cx="355600" cy="150813"/>
              </a:xfrm>
              <a:custGeom>
                <a:rect b="b" l="l" r="r" t="t"/>
                <a:pathLst>
                  <a:path extrusionOk="0" h="102" w="241">
                    <a:moveTo>
                      <a:pt x="0" y="102"/>
                    </a:moveTo>
                    <a:lnTo>
                      <a:pt x="1" y="99"/>
                    </a:lnTo>
                    <a:lnTo>
                      <a:pt x="3" y="97"/>
                    </a:lnTo>
                    <a:lnTo>
                      <a:pt x="4" y="96"/>
                    </a:lnTo>
                    <a:lnTo>
                      <a:pt x="5" y="94"/>
                    </a:lnTo>
                    <a:lnTo>
                      <a:pt x="7" y="96"/>
                    </a:lnTo>
                    <a:lnTo>
                      <a:pt x="8" y="98"/>
                    </a:lnTo>
                    <a:lnTo>
                      <a:pt x="10" y="97"/>
                    </a:lnTo>
                    <a:lnTo>
                      <a:pt x="11" y="89"/>
                    </a:lnTo>
                    <a:lnTo>
                      <a:pt x="12" y="90"/>
                    </a:lnTo>
                    <a:lnTo>
                      <a:pt x="14" y="91"/>
                    </a:lnTo>
                    <a:lnTo>
                      <a:pt x="15" y="90"/>
                    </a:lnTo>
                    <a:lnTo>
                      <a:pt x="17" y="87"/>
                    </a:lnTo>
                    <a:lnTo>
                      <a:pt x="18" y="68"/>
                    </a:lnTo>
                    <a:lnTo>
                      <a:pt x="19" y="64"/>
                    </a:lnTo>
                    <a:lnTo>
                      <a:pt x="21" y="62"/>
                    </a:lnTo>
                    <a:lnTo>
                      <a:pt x="22" y="60"/>
                    </a:lnTo>
                    <a:lnTo>
                      <a:pt x="24" y="58"/>
                    </a:lnTo>
                    <a:lnTo>
                      <a:pt x="25" y="56"/>
                    </a:lnTo>
                    <a:lnTo>
                      <a:pt x="27" y="54"/>
                    </a:lnTo>
                    <a:lnTo>
                      <a:pt x="28" y="53"/>
                    </a:lnTo>
                    <a:lnTo>
                      <a:pt x="29" y="51"/>
                    </a:lnTo>
                    <a:lnTo>
                      <a:pt x="31" y="49"/>
                    </a:lnTo>
                    <a:lnTo>
                      <a:pt x="32" y="47"/>
                    </a:lnTo>
                    <a:lnTo>
                      <a:pt x="34" y="64"/>
                    </a:lnTo>
                    <a:lnTo>
                      <a:pt x="35" y="67"/>
                    </a:lnTo>
                    <a:lnTo>
                      <a:pt x="36" y="68"/>
                    </a:lnTo>
                    <a:lnTo>
                      <a:pt x="38" y="70"/>
                    </a:lnTo>
                    <a:lnTo>
                      <a:pt x="39" y="70"/>
                    </a:lnTo>
                    <a:lnTo>
                      <a:pt x="41" y="70"/>
                    </a:lnTo>
                    <a:lnTo>
                      <a:pt x="42" y="68"/>
                    </a:lnTo>
                    <a:lnTo>
                      <a:pt x="43" y="62"/>
                    </a:lnTo>
                    <a:lnTo>
                      <a:pt x="45" y="55"/>
                    </a:lnTo>
                    <a:lnTo>
                      <a:pt x="46" y="45"/>
                    </a:lnTo>
                    <a:lnTo>
                      <a:pt x="48" y="32"/>
                    </a:lnTo>
                    <a:lnTo>
                      <a:pt x="49" y="23"/>
                    </a:lnTo>
                    <a:lnTo>
                      <a:pt x="51" y="16"/>
                    </a:lnTo>
                    <a:lnTo>
                      <a:pt x="52" y="10"/>
                    </a:lnTo>
                    <a:lnTo>
                      <a:pt x="53" y="18"/>
                    </a:lnTo>
                    <a:lnTo>
                      <a:pt x="55" y="20"/>
                    </a:lnTo>
                    <a:lnTo>
                      <a:pt x="56" y="12"/>
                    </a:lnTo>
                    <a:lnTo>
                      <a:pt x="58" y="19"/>
                    </a:lnTo>
                    <a:lnTo>
                      <a:pt x="59" y="22"/>
                    </a:lnTo>
                    <a:lnTo>
                      <a:pt x="60" y="23"/>
                    </a:lnTo>
                    <a:lnTo>
                      <a:pt x="62" y="3"/>
                    </a:lnTo>
                    <a:lnTo>
                      <a:pt x="63" y="0"/>
                    </a:lnTo>
                    <a:lnTo>
                      <a:pt x="65" y="9"/>
                    </a:lnTo>
                    <a:lnTo>
                      <a:pt x="66" y="2"/>
                    </a:lnTo>
                    <a:lnTo>
                      <a:pt x="67" y="2"/>
                    </a:lnTo>
                    <a:lnTo>
                      <a:pt x="69" y="4"/>
                    </a:lnTo>
                    <a:lnTo>
                      <a:pt x="70" y="8"/>
                    </a:lnTo>
                    <a:lnTo>
                      <a:pt x="72" y="9"/>
                    </a:lnTo>
                    <a:lnTo>
                      <a:pt x="73" y="9"/>
                    </a:lnTo>
                    <a:lnTo>
                      <a:pt x="75" y="9"/>
                    </a:lnTo>
                    <a:lnTo>
                      <a:pt x="76" y="9"/>
                    </a:lnTo>
                    <a:lnTo>
                      <a:pt x="77" y="8"/>
                    </a:lnTo>
                    <a:lnTo>
                      <a:pt x="79" y="8"/>
                    </a:lnTo>
                    <a:lnTo>
                      <a:pt x="80" y="8"/>
                    </a:lnTo>
                    <a:lnTo>
                      <a:pt x="82" y="8"/>
                    </a:lnTo>
                    <a:lnTo>
                      <a:pt x="83" y="7"/>
                    </a:lnTo>
                    <a:lnTo>
                      <a:pt x="84" y="7"/>
                    </a:lnTo>
                    <a:lnTo>
                      <a:pt x="86" y="7"/>
                    </a:lnTo>
                    <a:lnTo>
                      <a:pt x="87" y="7"/>
                    </a:lnTo>
                    <a:lnTo>
                      <a:pt x="89" y="7"/>
                    </a:lnTo>
                    <a:lnTo>
                      <a:pt x="90" y="6"/>
                    </a:lnTo>
                    <a:lnTo>
                      <a:pt x="91" y="6"/>
                    </a:lnTo>
                    <a:lnTo>
                      <a:pt x="93" y="6"/>
                    </a:lnTo>
                    <a:lnTo>
                      <a:pt x="94" y="6"/>
                    </a:lnTo>
                    <a:lnTo>
                      <a:pt x="96" y="6"/>
                    </a:lnTo>
                    <a:lnTo>
                      <a:pt x="97" y="6"/>
                    </a:lnTo>
                    <a:lnTo>
                      <a:pt x="98" y="6"/>
                    </a:lnTo>
                    <a:lnTo>
                      <a:pt x="100" y="6"/>
                    </a:lnTo>
                    <a:lnTo>
                      <a:pt x="101" y="6"/>
                    </a:lnTo>
                    <a:lnTo>
                      <a:pt x="103" y="6"/>
                    </a:lnTo>
                    <a:lnTo>
                      <a:pt x="104" y="6"/>
                    </a:lnTo>
                    <a:lnTo>
                      <a:pt x="106" y="6"/>
                    </a:lnTo>
                    <a:lnTo>
                      <a:pt x="107" y="6"/>
                    </a:lnTo>
                    <a:lnTo>
                      <a:pt x="108" y="6"/>
                    </a:lnTo>
                    <a:lnTo>
                      <a:pt x="110" y="6"/>
                    </a:lnTo>
                    <a:lnTo>
                      <a:pt x="111" y="6"/>
                    </a:lnTo>
                    <a:lnTo>
                      <a:pt x="113" y="6"/>
                    </a:lnTo>
                    <a:lnTo>
                      <a:pt x="114" y="6"/>
                    </a:lnTo>
                    <a:lnTo>
                      <a:pt x="115" y="6"/>
                    </a:lnTo>
                    <a:lnTo>
                      <a:pt x="117" y="6"/>
                    </a:lnTo>
                    <a:lnTo>
                      <a:pt x="118" y="7"/>
                    </a:lnTo>
                    <a:lnTo>
                      <a:pt x="120" y="7"/>
                    </a:lnTo>
                    <a:lnTo>
                      <a:pt x="121" y="7"/>
                    </a:lnTo>
                    <a:lnTo>
                      <a:pt x="122" y="7"/>
                    </a:lnTo>
                    <a:lnTo>
                      <a:pt x="124" y="7"/>
                    </a:lnTo>
                    <a:lnTo>
                      <a:pt x="125" y="7"/>
                    </a:lnTo>
                    <a:lnTo>
                      <a:pt x="127" y="7"/>
                    </a:lnTo>
                    <a:lnTo>
                      <a:pt x="128" y="7"/>
                    </a:lnTo>
                    <a:lnTo>
                      <a:pt x="130" y="7"/>
                    </a:lnTo>
                    <a:lnTo>
                      <a:pt x="131" y="7"/>
                    </a:lnTo>
                    <a:lnTo>
                      <a:pt x="132" y="7"/>
                    </a:lnTo>
                    <a:lnTo>
                      <a:pt x="134" y="7"/>
                    </a:lnTo>
                    <a:lnTo>
                      <a:pt x="135" y="7"/>
                    </a:lnTo>
                    <a:lnTo>
                      <a:pt x="137" y="7"/>
                    </a:lnTo>
                    <a:lnTo>
                      <a:pt x="138" y="8"/>
                    </a:lnTo>
                    <a:lnTo>
                      <a:pt x="139" y="7"/>
                    </a:lnTo>
                    <a:lnTo>
                      <a:pt x="141" y="8"/>
                    </a:lnTo>
                    <a:lnTo>
                      <a:pt x="142" y="8"/>
                    </a:lnTo>
                    <a:lnTo>
                      <a:pt x="144" y="8"/>
                    </a:lnTo>
                    <a:lnTo>
                      <a:pt x="145" y="8"/>
                    </a:lnTo>
                    <a:lnTo>
                      <a:pt x="146" y="8"/>
                    </a:lnTo>
                    <a:lnTo>
                      <a:pt x="148" y="8"/>
                    </a:lnTo>
                    <a:lnTo>
                      <a:pt x="149" y="8"/>
                    </a:lnTo>
                    <a:lnTo>
                      <a:pt x="151" y="8"/>
                    </a:lnTo>
                    <a:lnTo>
                      <a:pt x="152" y="8"/>
                    </a:lnTo>
                    <a:lnTo>
                      <a:pt x="154" y="8"/>
                    </a:lnTo>
                    <a:lnTo>
                      <a:pt x="155" y="8"/>
                    </a:lnTo>
                    <a:lnTo>
                      <a:pt x="156" y="8"/>
                    </a:lnTo>
                    <a:lnTo>
                      <a:pt x="158" y="8"/>
                    </a:lnTo>
                    <a:lnTo>
                      <a:pt x="159" y="9"/>
                    </a:lnTo>
                    <a:lnTo>
                      <a:pt x="161" y="9"/>
                    </a:lnTo>
                    <a:lnTo>
                      <a:pt x="162" y="9"/>
                    </a:lnTo>
                    <a:lnTo>
                      <a:pt x="163" y="9"/>
                    </a:lnTo>
                    <a:lnTo>
                      <a:pt x="165" y="9"/>
                    </a:lnTo>
                    <a:lnTo>
                      <a:pt x="166" y="9"/>
                    </a:lnTo>
                    <a:lnTo>
                      <a:pt x="168" y="9"/>
                    </a:lnTo>
                    <a:lnTo>
                      <a:pt x="169" y="9"/>
                    </a:lnTo>
                    <a:lnTo>
                      <a:pt x="170" y="9"/>
                    </a:lnTo>
                    <a:lnTo>
                      <a:pt x="172" y="9"/>
                    </a:lnTo>
                    <a:lnTo>
                      <a:pt x="173" y="10"/>
                    </a:lnTo>
                    <a:lnTo>
                      <a:pt x="175" y="10"/>
                    </a:lnTo>
                    <a:lnTo>
                      <a:pt x="176" y="10"/>
                    </a:lnTo>
                    <a:lnTo>
                      <a:pt x="178" y="10"/>
                    </a:lnTo>
                    <a:lnTo>
                      <a:pt x="179" y="10"/>
                    </a:lnTo>
                    <a:lnTo>
                      <a:pt x="180" y="10"/>
                    </a:lnTo>
                    <a:lnTo>
                      <a:pt x="182" y="10"/>
                    </a:lnTo>
                    <a:lnTo>
                      <a:pt x="183" y="10"/>
                    </a:lnTo>
                    <a:lnTo>
                      <a:pt x="185" y="10"/>
                    </a:lnTo>
                    <a:lnTo>
                      <a:pt x="186" y="10"/>
                    </a:lnTo>
                    <a:lnTo>
                      <a:pt x="187" y="10"/>
                    </a:lnTo>
                    <a:lnTo>
                      <a:pt x="189" y="10"/>
                    </a:lnTo>
                    <a:lnTo>
                      <a:pt x="190" y="10"/>
                    </a:lnTo>
                    <a:lnTo>
                      <a:pt x="192" y="11"/>
                    </a:lnTo>
                    <a:lnTo>
                      <a:pt x="193" y="11"/>
                    </a:lnTo>
                    <a:lnTo>
                      <a:pt x="194" y="11"/>
                    </a:lnTo>
                    <a:lnTo>
                      <a:pt x="196" y="11"/>
                    </a:lnTo>
                    <a:lnTo>
                      <a:pt x="197" y="11"/>
                    </a:lnTo>
                    <a:lnTo>
                      <a:pt x="199" y="11"/>
                    </a:lnTo>
                    <a:lnTo>
                      <a:pt x="200" y="11"/>
                    </a:lnTo>
                    <a:lnTo>
                      <a:pt x="202" y="11"/>
                    </a:lnTo>
                    <a:lnTo>
                      <a:pt x="203" y="11"/>
                    </a:lnTo>
                    <a:lnTo>
                      <a:pt x="204" y="11"/>
                    </a:lnTo>
                    <a:lnTo>
                      <a:pt x="206" y="12"/>
                    </a:lnTo>
                    <a:lnTo>
                      <a:pt x="207" y="12"/>
                    </a:lnTo>
                    <a:lnTo>
                      <a:pt x="209" y="12"/>
                    </a:lnTo>
                    <a:lnTo>
                      <a:pt x="210" y="12"/>
                    </a:lnTo>
                    <a:lnTo>
                      <a:pt x="211" y="12"/>
                    </a:lnTo>
                    <a:lnTo>
                      <a:pt x="213" y="12"/>
                    </a:lnTo>
                    <a:lnTo>
                      <a:pt x="214" y="12"/>
                    </a:lnTo>
                    <a:lnTo>
                      <a:pt x="216" y="12"/>
                    </a:lnTo>
                    <a:lnTo>
                      <a:pt x="217" y="12"/>
                    </a:lnTo>
                    <a:lnTo>
                      <a:pt x="218" y="12"/>
                    </a:lnTo>
                    <a:lnTo>
                      <a:pt x="220" y="11"/>
                    </a:lnTo>
                    <a:lnTo>
                      <a:pt x="221" y="11"/>
                    </a:lnTo>
                    <a:lnTo>
                      <a:pt x="223" y="10"/>
                    </a:lnTo>
                    <a:lnTo>
                      <a:pt x="224" y="10"/>
                    </a:lnTo>
                    <a:lnTo>
                      <a:pt x="226" y="10"/>
                    </a:lnTo>
                    <a:lnTo>
                      <a:pt x="227" y="10"/>
                    </a:lnTo>
                    <a:lnTo>
                      <a:pt x="228" y="10"/>
                    </a:lnTo>
                    <a:lnTo>
                      <a:pt x="230" y="11"/>
                    </a:lnTo>
                    <a:lnTo>
                      <a:pt x="231" y="11"/>
                    </a:lnTo>
                    <a:lnTo>
                      <a:pt x="233" y="11"/>
                    </a:lnTo>
                    <a:lnTo>
                      <a:pt x="234" y="11"/>
                    </a:lnTo>
                    <a:lnTo>
                      <a:pt x="235" y="11"/>
                    </a:lnTo>
                    <a:lnTo>
                      <a:pt x="237" y="11"/>
                    </a:lnTo>
                    <a:lnTo>
                      <a:pt x="238" y="12"/>
                    </a:lnTo>
                    <a:lnTo>
                      <a:pt x="240" y="14"/>
                    </a:lnTo>
                    <a:lnTo>
                      <a:pt x="241" y="16"/>
                    </a:lnTo>
                  </a:path>
                </a:pathLst>
              </a:custGeom>
              <a:noFill/>
              <a:ln cap="flat" cmpd="sng" w="25400">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241" name="Google Shape;241;p15"/>
              <p:cNvSpPr/>
              <p:nvPr/>
            </p:nvSpPr>
            <p:spPr>
              <a:xfrm flipH="1" rot="10800000">
                <a:off x="7235825" y="1822450"/>
                <a:ext cx="3208338" cy="1574800"/>
              </a:xfrm>
              <a:custGeom>
                <a:rect b="b" l="l" r="r" t="t"/>
                <a:pathLst>
                  <a:path extrusionOk="0" h="1064" w="2172">
                    <a:moveTo>
                      <a:pt x="0" y="7"/>
                    </a:moveTo>
                    <a:lnTo>
                      <a:pt x="1" y="8"/>
                    </a:lnTo>
                    <a:lnTo>
                      <a:pt x="2" y="8"/>
                    </a:lnTo>
                    <a:lnTo>
                      <a:pt x="4" y="8"/>
                    </a:lnTo>
                    <a:lnTo>
                      <a:pt x="5" y="8"/>
                    </a:lnTo>
                    <a:lnTo>
                      <a:pt x="7" y="8"/>
                    </a:lnTo>
                    <a:lnTo>
                      <a:pt x="8" y="8"/>
                    </a:lnTo>
                    <a:lnTo>
                      <a:pt x="10" y="8"/>
                    </a:lnTo>
                    <a:lnTo>
                      <a:pt x="11" y="8"/>
                    </a:lnTo>
                    <a:lnTo>
                      <a:pt x="12" y="8"/>
                    </a:lnTo>
                    <a:lnTo>
                      <a:pt x="14" y="8"/>
                    </a:lnTo>
                    <a:lnTo>
                      <a:pt x="15" y="8"/>
                    </a:lnTo>
                    <a:lnTo>
                      <a:pt x="17" y="8"/>
                    </a:lnTo>
                    <a:lnTo>
                      <a:pt x="18" y="8"/>
                    </a:lnTo>
                    <a:lnTo>
                      <a:pt x="19" y="8"/>
                    </a:lnTo>
                    <a:lnTo>
                      <a:pt x="21" y="8"/>
                    </a:lnTo>
                    <a:lnTo>
                      <a:pt x="22" y="8"/>
                    </a:lnTo>
                    <a:lnTo>
                      <a:pt x="24" y="8"/>
                    </a:lnTo>
                    <a:lnTo>
                      <a:pt x="25" y="9"/>
                    </a:lnTo>
                    <a:lnTo>
                      <a:pt x="26" y="9"/>
                    </a:lnTo>
                    <a:lnTo>
                      <a:pt x="28" y="9"/>
                    </a:lnTo>
                    <a:lnTo>
                      <a:pt x="29" y="9"/>
                    </a:lnTo>
                    <a:lnTo>
                      <a:pt x="31" y="9"/>
                    </a:lnTo>
                    <a:lnTo>
                      <a:pt x="32" y="9"/>
                    </a:lnTo>
                    <a:lnTo>
                      <a:pt x="33" y="9"/>
                    </a:lnTo>
                    <a:lnTo>
                      <a:pt x="35" y="9"/>
                    </a:lnTo>
                    <a:lnTo>
                      <a:pt x="36" y="9"/>
                    </a:lnTo>
                    <a:lnTo>
                      <a:pt x="38" y="8"/>
                    </a:lnTo>
                    <a:lnTo>
                      <a:pt x="39" y="8"/>
                    </a:lnTo>
                    <a:lnTo>
                      <a:pt x="41" y="8"/>
                    </a:lnTo>
                    <a:lnTo>
                      <a:pt x="42" y="9"/>
                    </a:lnTo>
                    <a:lnTo>
                      <a:pt x="43" y="9"/>
                    </a:lnTo>
                    <a:lnTo>
                      <a:pt x="45" y="9"/>
                    </a:lnTo>
                    <a:lnTo>
                      <a:pt x="46" y="9"/>
                    </a:lnTo>
                    <a:lnTo>
                      <a:pt x="48" y="9"/>
                    </a:lnTo>
                    <a:lnTo>
                      <a:pt x="49" y="9"/>
                    </a:lnTo>
                    <a:lnTo>
                      <a:pt x="50" y="9"/>
                    </a:lnTo>
                    <a:lnTo>
                      <a:pt x="52" y="9"/>
                    </a:lnTo>
                    <a:lnTo>
                      <a:pt x="53" y="9"/>
                    </a:lnTo>
                    <a:lnTo>
                      <a:pt x="55" y="9"/>
                    </a:lnTo>
                    <a:lnTo>
                      <a:pt x="56" y="9"/>
                    </a:lnTo>
                    <a:lnTo>
                      <a:pt x="57" y="9"/>
                    </a:lnTo>
                    <a:lnTo>
                      <a:pt x="59" y="9"/>
                    </a:lnTo>
                    <a:lnTo>
                      <a:pt x="60" y="9"/>
                    </a:lnTo>
                    <a:lnTo>
                      <a:pt x="62" y="9"/>
                    </a:lnTo>
                    <a:lnTo>
                      <a:pt x="63" y="9"/>
                    </a:lnTo>
                    <a:lnTo>
                      <a:pt x="65" y="9"/>
                    </a:lnTo>
                    <a:lnTo>
                      <a:pt x="66" y="9"/>
                    </a:lnTo>
                    <a:lnTo>
                      <a:pt x="67" y="9"/>
                    </a:lnTo>
                    <a:lnTo>
                      <a:pt x="69" y="9"/>
                    </a:lnTo>
                    <a:lnTo>
                      <a:pt x="70" y="9"/>
                    </a:lnTo>
                    <a:lnTo>
                      <a:pt x="72" y="9"/>
                    </a:lnTo>
                    <a:lnTo>
                      <a:pt x="73" y="9"/>
                    </a:lnTo>
                    <a:lnTo>
                      <a:pt x="74" y="9"/>
                    </a:lnTo>
                    <a:lnTo>
                      <a:pt x="76" y="10"/>
                    </a:lnTo>
                    <a:lnTo>
                      <a:pt x="77" y="10"/>
                    </a:lnTo>
                    <a:lnTo>
                      <a:pt x="79" y="10"/>
                    </a:lnTo>
                    <a:lnTo>
                      <a:pt x="80" y="10"/>
                    </a:lnTo>
                    <a:lnTo>
                      <a:pt x="81" y="10"/>
                    </a:lnTo>
                    <a:lnTo>
                      <a:pt x="83" y="10"/>
                    </a:lnTo>
                    <a:lnTo>
                      <a:pt x="84" y="10"/>
                    </a:lnTo>
                    <a:lnTo>
                      <a:pt x="86" y="10"/>
                    </a:lnTo>
                    <a:lnTo>
                      <a:pt x="87" y="10"/>
                    </a:lnTo>
                    <a:lnTo>
                      <a:pt x="89" y="9"/>
                    </a:lnTo>
                    <a:lnTo>
                      <a:pt x="90" y="9"/>
                    </a:lnTo>
                    <a:lnTo>
                      <a:pt x="91" y="9"/>
                    </a:lnTo>
                    <a:lnTo>
                      <a:pt x="93" y="9"/>
                    </a:lnTo>
                    <a:lnTo>
                      <a:pt x="94" y="9"/>
                    </a:lnTo>
                    <a:lnTo>
                      <a:pt x="96" y="10"/>
                    </a:lnTo>
                    <a:lnTo>
                      <a:pt x="97" y="10"/>
                    </a:lnTo>
                    <a:lnTo>
                      <a:pt x="98" y="9"/>
                    </a:lnTo>
                    <a:lnTo>
                      <a:pt x="100" y="9"/>
                    </a:lnTo>
                    <a:lnTo>
                      <a:pt x="101" y="9"/>
                    </a:lnTo>
                    <a:lnTo>
                      <a:pt x="103" y="10"/>
                    </a:lnTo>
                    <a:lnTo>
                      <a:pt x="104" y="10"/>
                    </a:lnTo>
                    <a:lnTo>
                      <a:pt x="105" y="10"/>
                    </a:lnTo>
                    <a:lnTo>
                      <a:pt x="107" y="10"/>
                    </a:lnTo>
                    <a:lnTo>
                      <a:pt x="108" y="10"/>
                    </a:lnTo>
                    <a:lnTo>
                      <a:pt x="110" y="10"/>
                    </a:lnTo>
                    <a:lnTo>
                      <a:pt x="111" y="10"/>
                    </a:lnTo>
                    <a:lnTo>
                      <a:pt x="113" y="10"/>
                    </a:lnTo>
                    <a:lnTo>
                      <a:pt x="114" y="10"/>
                    </a:lnTo>
                    <a:lnTo>
                      <a:pt x="115" y="10"/>
                    </a:lnTo>
                    <a:lnTo>
                      <a:pt x="117" y="10"/>
                    </a:lnTo>
                    <a:lnTo>
                      <a:pt x="118" y="10"/>
                    </a:lnTo>
                    <a:lnTo>
                      <a:pt x="120" y="9"/>
                    </a:lnTo>
                    <a:lnTo>
                      <a:pt x="121" y="9"/>
                    </a:lnTo>
                    <a:lnTo>
                      <a:pt x="122" y="9"/>
                    </a:lnTo>
                    <a:lnTo>
                      <a:pt x="124" y="9"/>
                    </a:lnTo>
                    <a:lnTo>
                      <a:pt x="125" y="9"/>
                    </a:lnTo>
                    <a:lnTo>
                      <a:pt x="127" y="9"/>
                    </a:lnTo>
                    <a:lnTo>
                      <a:pt x="128" y="9"/>
                    </a:lnTo>
                    <a:lnTo>
                      <a:pt x="129" y="9"/>
                    </a:lnTo>
                    <a:lnTo>
                      <a:pt x="131" y="9"/>
                    </a:lnTo>
                    <a:lnTo>
                      <a:pt x="132" y="9"/>
                    </a:lnTo>
                    <a:lnTo>
                      <a:pt x="134" y="9"/>
                    </a:lnTo>
                    <a:lnTo>
                      <a:pt x="135" y="9"/>
                    </a:lnTo>
                    <a:lnTo>
                      <a:pt x="137" y="9"/>
                    </a:lnTo>
                    <a:lnTo>
                      <a:pt x="138" y="9"/>
                    </a:lnTo>
                    <a:lnTo>
                      <a:pt x="139" y="9"/>
                    </a:lnTo>
                    <a:lnTo>
                      <a:pt x="141" y="9"/>
                    </a:lnTo>
                    <a:lnTo>
                      <a:pt x="142" y="9"/>
                    </a:lnTo>
                    <a:lnTo>
                      <a:pt x="144" y="9"/>
                    </a:lnTo>
                    <a:lnTo>
                      <a:pt x="145" y="9"/>
                    </a:lnTo>
                    <a:lnTo>
                      <a:pt x="146" y="9"/>
                    </a:lnTo>
                    <a:lnTo>
                      <a:pt x="148" y="9"/>
                    </a:lnTo>
                    <a:lnTo>
                      <a:pt x="149" y="9"/>
                    </a:lnTo>
                    <a:lnTo>
                      <a:pt x="151" y="9"/>
                    </a:lnTo>
                    <a:lnTo>
                      <a:pt x="152" y="9"/>
                    </a:lnTo>
                    <a:lnTo>
                      <a:pt x="153" y="9"/>
                    </a:lnTo>
                    <a:lnTo>
                      <a:pt x="155" y="9"/>
                    </a:lnTo>
                    <a:lnTo>
                      <a:pt x="156" y="9"/>
                    </a:lnTo>
                    <a:lnTo>
                      <a:pt x="158" y="8"/>
                    </a:lnTo>
                    <a:lnTo>
                      <a:pt x="159" y="7"/>
                    </a:lnTo>
                    <a:lnTo>
                      <a:pt x="161" y="0"/>
                    </a:lnTo>
                    <a:lnTo>
                      <a:pt x="162" y="7"/>
                    </a:lnTo>
                    <a:lnTo>
                      <a:pt x="163" y="8"/>
                    </a:lnTo>
                    <a:lnTo>
                      <a:pt x="165" y="355"/>
                    </a:lnTo>
                    <a:lnTo>
                      <a:pt x="166" y="645"/>
                    </a:lnTo>
                    <a:lnTo>
                      <a:pt x="168" y="721"/>
                    </a:lnTo>
                    <a:lnTo>
                      <a:pt x="169" y="745"/>
                    </a:lnTo>
                    <a:lnTo>
                      <a:pt x="170" y="753"/>
                    </a:lnTo>
                    <a:lnTo>
                      <a:pt x="172" y="757"/>
                    </a:lnTo>
                    <a:lnTo>
                      <a:pt x="173" y="759"/>
                    </a:lnTo>
                    <a:lnTo>
                      <a:pt x="175" y="761"/>
                    </a:lnTo>
                    <a:lnTo>
                      <a:pt x="176" y="763"/>
                    </a:lnTo>
                    <a:lnTo>
                      <a:pt x="177" y="765"/>
                    </a:lnTo>
                    <a:lnTo>
                      <a:pt x="179" y="767"/>
                    </a:lnTo>
                    <a:lnTo>
                      <a:pt x="180" y="769"/>
                    </a:lnTo>
                    <a:lnTo>
                      <a:pt x="182" y="770"/>
                    </a:lnTo>
                    <a:lnTo>
                      <a:pt x="183" y="772"/>
                    </a:lnTo>
                    <a:lnTo>
                      <a:pt x="185" y="774"/>
                    </a:lnTo>
                    <a:lnTo>
                      <a:pt x="186" y="775"/>
                    </a:lnTo>
                    <a:lnTo>
                      <a:pt x="187" y="777"/>
                    </a:lnTo>
                    <a:lnTo>
                      <a:pt x="189" y="779"/>
                    </a:lnTo>
                    <a:lnTo>
                      <a:pt x="190" y="780"/>
                    </a:lnTo>
                    <a:lnTo>
                      <a:pt x="192" y="782"/>
                    </a:lnTo>
                    <a:lnTo>
                      <a:pt x="193" y="784"/>
                    </a:lnTo>
                    <a:lnTo>
                      <a:pt x="194" y="785"/>
                    </a:lnTo>
                    <a:lnTo>
                      <a:pt x="196" y="787"/>
                    </a:lnTo>
                    <a:lnTo>
                      <a:pt x="197" y="788"/>
                    </a:lnTo>
                    <a:lnTo>
                      <a:pt x="199" y="790"/>
                    </a:lnTo>
                    <a:lnTo>
                      <a:pt x="200" y="792"/>
                    </a:lnTo>
                    <a:lnTo>
                      <a:pt x="201" y="793"/>
                    </a:lnTo>
                    <a:lnTo>
                      <a:pt x="203" y="795"/>
                    </a:lnTo>
                    <a:lnTo>
                      <a:pt x="204" y="797"/>
                    </a:lnTo>
                    <a:lnTo>
                      <a:pt x="206" y="798"/>
                    </a:lnTo>
                    <a:lnTo>
                      <a:pt x="207" y="800"/>
                    </a:lnTo>
                    <a:lnTo>
                      <a:pt x="208" y="802"/>
                    </a:lnTo>
                    <a:lnTo>
                      <a:pt x="210" y="803"/>
                    </a:lnTo>
                    <a:lnTo>
                      <a:pt x="211" y="805"/>
                    </a:lnTo>
                    <a:lnTo>
                      <a:pt x="213" y="807"/>
                    </a:lnTo>
                    <a:lnTo>
                      <a:pt x="214" y="808"/>
                    </a:lnTo>
                    <a:lnTo>
                      <a:pt x="216" y="810"/>
                    </a:lnTo>
                    <a:lnTo>
                      <a:pt x="217" y="811"/>
                    </a:lnTo>
                    <a:lnTo>
                      <a:pt x="218" y="813"/>
                    </a:lnTo>
                    <a:lnTo>
                      <a:pt x="220" y="815"/>
                    </a:lnTo>
                    <a:lnTo>
                      <a:pt x="221" y="816"/>
                    </a:lnTo>
                    <a:lnTo>
                      <a:pt x="223" y="818"/>
                    </a:lnTo>
                    <a:lnTo>
                      <a:pt x="224" y="819"/>
                    </a:lnTo>
                    <a:lnTo>
                      <a:pt x="225" y="821"/>
                    </a:lnTo>
                    <a:lnTo>
                      <a:pt x="227" y="822"/>
                    </a:lnTo>
                    <a:lnTo>
                      <a:pt x="228" y="824"/>
                    </a:lnTo>
                    <a:lnTo>
                      <a:pt x="230" y="825"/>
                    </a:lnTo>
                    <a:lnTo>
                      <a:pt x="231" y="827"/>
                    </a:lnTo>
                    <a:lnTo>
                      <a:pt x="232" y="828"/>
                    </a:lnTo>
                    <a:lnTo>
                      <a:pt x="234" y="830"/>
                    </a:lnTo>
                    <a:lnTo>
                      <a:pt x="235" y="832"/>
                    </a:lnTo>
                    <a:lnTo>
                      <a:pt x="237" y="833"/>
                    </a:lnTo>
                    <a:lnTo>
                      <a:pt x="238" y="835"/>
                    </a:lnTo>
                    <a:lnTo>
                      <a:pt x="240" y="836"/>
                    </a:lnTo>
                    <a:lnTo>
                      <a:pt x="241" y="838"/>
                    </a:lnTo>
                    <a:lnTo>
                      <a:pt x="242" y="839"/>
                    </a:lnTo>
                    <a:lnTo>
                      <a:pt x="244" y="841"/>
                    </a:lnTo>
                    <a:lnTo>
                      <a:pt x="245" y="842"/>
                    </a:lnTo>
                    <a:lnTo>
                      <a:pt x="247" y="844"/>
                    </a:lnTo>
                    <a:lnTo>
                      <a:pt x="248" y="845"/>
                    </a:lnTo>
                    <a:lnTo>
                      <a:pt x="249" y="847"/>
                    </a:lnTo>
                    <a:lnTo>
                      <a:pt x="251" y="848"/>
                    </a:lnTo>
                    <a:lnTo>
                      <a:pt x="252" y="850"/>
                    </a:lnTo>
                    <a:lnTo>
                      <a:pt x="254" y="851"/>
                    </a:lnTo>
                    <a:lnTo>
                      <a:pt x="255" y="853"/>
                    </a:lnTo>
                    <a:lnTo>
                      <a:pt x="256" y="855"/>
                    </a:lnTo>
                    <a:lnTo>
                      <a:pt x="258" y="856"/>
                    </a:lnTo>
                    <a:lnTo>
                      <a:pt x="259" y="857"/>
                    </a:lnTo>
                    <a:lnTo>
                      <a:pt x="261" y="859"/>
                    </a:lnTo>
                    <a:lnTo>
                      <a:pt x="262" y="860"/>
                    </a:lnTo>
                    <a:lnTo>
                      <a:pt x="264" y="862"/>
                    </a:lnTo>
                    <a:lnTo>
                      <a:pt x="265" y="863"/>
                    </a:lnTo>
                    <a:lnTo>
                      <a:pt x="266" y="865"/>
                    </a:lnTo>
                    <a:lnTo>
                      <a:pt x="268" y="866"/>
                    </a:lnTo>
                    <a:lnTo>
                      <a:pt x="269" y="868"/>
                    </a:lnTo>
                    <a:lnTo>
                      <a:pt x="271" y="869"/>
                    </a:lnTo>
                    <a:lnTo>
                      <a:pt x="272" y="871"/>
                    </a:lnTo>
                    <a:lnTo>
                      <a:pt x="273" y="872"/>
                    </a:lnTo>
                    <a:lnTo>
                      <a:pt x="275" y="874"/>
                    </a:lnTo>
                    <a:lnTo>
                      <a:pt x="276" y="875"/>
                    </a:lnTo>
                    <a:lnTo>
                      <a:pt x="278" y="877"/>
                    </a:lnTo>
                    <a:lnTo>
                      <a:pt x="279" y="878"/>
                    </a:lnTo>
                    <a:lnTo>
                      <a:pt x="280" y="880"/>
                    </a:lnTo>
                    <a:lnTo>
                      <a:pt x="282" y="881"/>
                    </a:lnTo>
                    <a:lnTo>
                      <a:pt x="283" y="883"/>
                    </a:lnTo>
                    <a:lnTo>
                      <a:pt x="285" y="884"/>
                    </a:lnTo>
                    <a:lnTo>
                      <a:pt x="286" y="886"/>
                    </a:lnTo>
                    <a:lnTo>
                      <a:pt x="288" y="887"/>
                    </a:lnTo>
                    <a:lnTo>
                      <a:pt x="289" y="889"/>
                    </a:lnTo>
                    <a:lnTo>
                      <a:pt x="290" y="890"/>
                    </a:lnTo>
                    <a:lnTo>
                      <a:pt x="292" y="892"/>
                    </a:lnTo>
                    <a:lnTo>
                      <a:pt x="293" y="893"/>
                    </a:lnTo>
                    <a:lnTo>
                      <a:pt x="295" y="895"/>
                    </a:lnTo>
                    <a:lnTo>
                      <a:pt x="296" y="896"/>
                    </a:lnTo>
                    <a:lnTo>
                      <a:pt x="297" y="897"/>
                    </a:lnTo>
                    <a:lnTo>
                      <a:pt x="299" y="899"/>
                    </a:lnTo>
                    <a:lnTo>
                      <a:pt x="300" y="900"/>
                    </a:lnTo>
                    <a:lnTo>
                      <a:pt x="302" y="902"/>
                    </a:lnTo>
                    <a:lnTo>
                      <a:pt x="303" y="903"/>
                    </a:lnTo>
                    <a:lnTo>
                      <a:pt x="304" y="905"/>
                    </a:lnTo>
                    <a:lnTo>
                      <a:pt x="306" y="907"/>
                    </a:lnTo>
                    <a:lnTo>
                      <a:pt x="307" y="908"/>
                    </a:lnTo>
                    <a:lnTo>
                      <a:pt x="309" y="910"/>
                    </a:lnTo>
                    <a:lnTo>
                      <a:pt x="310" y="911"/>
                    </a:lnTo>
                    <a:lnTo>
                      <a:pt x="312" y="913"/>
                    </a:lnTo>
                    <a:lnTo>
                      <a:pt x="313" y="914"/>
                    </a:lnTo>
                    <a:lnTo>
                      <a:pt x="314" y="916"/>
                    </a:lnTo>
                    <a:lnTo>
                      <a:pt x="316" y="917"/>
                    </a:lnTo>
                    <a:lnTo>
                      <a:pt x="317" y="919"/>
                    </a:lnTo>
                    <a:lnTo>
                      <a:pt x="319" y="920"/>
                    </a:lnTo>
                    <a:lnTo>
                      <a:pt x="320" y="922"/>
                    </a:lnTo>
                    <a:lnTo>
                      <a:pt x="321" y="923"/>
                    </a:lnTo>
                    <a:lnTo>
                      <a:pt x="323" y="924"/>
                    </a:lnTo>
                    <a:lnTo>
                      <a:pt x="324" y="926"/>
                    </a:lnTo>
                    <a:lnTo>
                      <a:pt x="326" y="927"/>
                    </a:lnTo>
                    <a:lnTo>
                      <a:pt x="327" y="928"/>
                    </a:lnTo>
                    <a:lnTo>
                      <a:pt x="328" y="930"/>
                    </a:lnTo>
                    <a:lnTo>
                      <a:pt x="330" y="931"/>
                    </a:lnTo>
                    <a:lnTo>
                      <a:pt x="331" y="933"/>
                    </a:lnTo>
                    <a:lnTo>
                      <a:pt x="333" y="934"/>
                    </a:lnTo>
                    <a:lnTo>
                      <a:pt x="334" y="935"/>
                    </a:lnTo>
                    <a:lnTo>
                      <a:pt x="336" y="937"/>
                    </a:lnTo>
                    <a:lnTo>
                      <a:pt x="337" y="938"/>
                    </a:lnTo>
                    <a:lnTo>
                      <a:pt x="338" y="939"/>
                    </a:lnTo>
                    <a:lnTo>
                      <a:pt x="340" y="941"/>
                    </a:lnTo>
                    <a:lnTo>
                      <a:pt x="341" y="942"/>
                    </a:lnTo>
                    <a:lnTo>
                      <a:pt x="343" y="944"/>
                    </a:lnTo>
                    <a:lnTo>
                      <a:pt x="344" y="945"/>
                    </a:lnTo>
                    <a:lnTo>
                      <a:pt x="345" y="947"/>
                    </a:lnTo>
                    <a:lnTo>
                      <a:pt x="347" y="949"/>
                    </a:lnTo>
                    <a:lnTo>
                      <a:pt x="348" y="950"/>
                    </a:lnTo>
                    <a:lnTo>
                      <a:pt x="350" y="951"/>
                    </a:lnTo>
                    <a:lnTo>
                      <a:pt x="351" y="953"/>
                    </a:lnTo>
                    <a:lnTo>
                      <a:pt x="352" y="954"/>
                    </a:lnTo>
                    <a:lnTo>
                      <a:pt x="354" y="955"/>
                    </a:lnTo>
                    <a:lnTo>
                      <a:pt x="355" y="957"/>
                    </a:lnTo>
                    <a:lnTo>
                      <a:pt x="357" y="958"/>
                    </a:lnTo>
                    <a:lnTo>
                      <a:pt x="358" y="960"/>
                    </a:lnTo>
                    <a:lnTo>
                      <a:pt x="360" y="961"/>
                    </a:lnTo>
                    <a:lnTo>
                      <a:pt x="361" y="963"/>
                    </a:lnTo>
                    <a:lnTo>
                      <a:pt x="362" y="964"/>
                    </a:lnTo>
                    <a:lnTo>
                      <a:pt x="364" y="965"/>
                    </a:lnTo>
                    <a:lnTo>
                      <a:pt x="365" y="967"/>
                    </a:lnTo>
                    <a:lnTo>
                      <a:pt x="367" y="968"/>
                    </a:lnTo>
                    <a:lnTo>
                      <a:pt x="368" y="969"/>
                    </a:lnTo>
                    <a:lnTo>
                      <a:pt x="369" y="971"/>
                    </a:lnTo>
                    <a:lnTo>
                      <a:pt x="371" y="972"/>
                    </a:lnTo>
                    <a:lnTo>
                      <a:pt x="372" y="973"/>
                    </a:lnTo>
                    <a:lnTo>
                      <a:pt x="374" y="975"/>
                    </a:lnTo>
                    <a:lnTo>
                      <a:pt x="375" y="976"/>
                    </a:lnTo>
                    <a:lnTo>
                      <a:pt x="376" y="977"/>
                    </a:lnTo>
                    <a:lnTo>
                      <a:pt x="378" y="979"/>
                    </a:lnTo>
                    <a:lnTo>
                      <a:pt x="379" y="980"/>
                    </a:lnTo>
                    <a:lnTo>
                      <a:pt x="381" y="981"/>
                    </a:lnTo>
                    <a:lnTo>
                      <a:pt x="382" y="982"/>
                    </a:lnTo>
                    <a:lnTo>
                      <a:pt x="383" y="984"/>
                    </a:lnTo>
                    <a:lnTo>
                      <a:pt x="385" y="985"/>
                    </a:lnTo>
                    <a:lnTo>
                      <a:pt x="386" y="986"/>
                    </a:lnTo>
                    <a:lnTo>
                      <a:pt x="388" y="987"/>
                    </a:lnTo>
                    <a:lnTo>
                      <a:pt x="389" y="988"/>
                    </a:lnTo>
                    <a:lnTo>
                      <a:pt x="391" y="989"/>
                    </a:lnTo>
                    <a:lnTo>
                      <a:pt x="392" y="991"/>
                    </a:lnTo>
                    <a:lnTo>
                      <a:pt x="393" y="992"/>
                    </a:lnTo>
                    <a:lnTo>
                      <a:pt x="395" y="993"/>
                    </a:lnTo>
                    <a:lnTo>
                      <a:pt x="396" y="994"/>
                    </a:lnTo>
                    <a:lnTo>
                      <a:pt x="398" y="996"/>
                    </a:lnTo>
                    <a:lnTo>
                      <a:pt x="399" y="997"/>
                    </a:lnTo>
                    <a:lnTo>
                      <a:pt x="400" y="998"/>
                    </a:lnTo>
                    <a:lnTo>
                      <a:pt x="402" y="999"/>
                    </a:lnTo>
                    <a:lnTo>
                      <a:pt x="403" y="1000"/>
                    </a:lnTo>
                    <a:lnTo>
                      <a:pt x="405" y="1001"/>
                    </a:lnTo>
                    <a:lnTo>
                      <a:pt x="406" y="1003"/>
                    </a:lnTo>
                    <a:lnTo>
                      <a:pt x="407" y="1004"/>
                    </a:lnTo>
                    <a:lnTo>
                      <a:pt x="409" y="1005"/>
                    </a:lnTo>
                    <a:lnTo>
                      <a:pt x="410" y="1006"/>
                    </a:lnTo>
                    <a:lnTo>
                      <a:pt x="412" y="1007"/>
                    </a:lnTo>
                    <a:lnTo>
                      <a:pt x="413" y="1009"/>
                    </a:lnTo>
                    <a:lnTo>
                      <a:pt x="415" y="1009"/>
                    </a:lnTo>
                    <a:lnTo>
                      <a:pt x="416" y="1010"/>
                    </a:lnTo>
                    <a:lnTo>
                      <a:pt x="417" y="1011"/>
                    </a:lnTo>
                    <a:lnTo>
                      <a:pt x="419" y="1012"/>
                    </a:lnTo>
                    <a:lnTo>
                      <a:pt x="420" y="1013"/>
                    </a:lnTo>
                    <a:lnTo>
                      <a:pt x="422" y="1014"/>
                    </a:lnTo>
                    <a:lnTo>
                      <a:pt x="423" y="1015"/>
                    </a:lnTo>
                    <a:lnTo>
                      <a:pt x="424" y="1016"/>
                    </a:lnTo>
                    <a:lnTo>
                      <a:pt x="426" y="1017"/>
                    </a:lnTo>
                    <a:lnTo>
                      <a:pt x="427" y="1017"/>
                    </a:lnTo>
                    <a:lnTo>
                      <a:pt x="429" y="1018"/>
                    </a:lnTo>
                    <a:lnTo>
                      <a:pt x="430" y="1019"/>
                    </a:lnTo>
                    <a:lnTo>
                      <a:pt x="431" y="1019"/>
                    </a:lnTo>
                    <a:lnTo>
                      <a:pt x="433" y="1020"/>
                    </a:lnTo>
                    <a:lnTo>
                      <a:pt x="434" y="1021"/>
                    </a:lnTo>
                    <a:lnTo>
                      <a:pt x="436" y="1021"/>
                    </a:lnTo>
                    <a:lnTo>
                      <a:pt x="437" y="1022"/>
                    </a:lnTo>
                    <a:lnTo>
                      <a:pt x="439" y="1022"/>
                    </a:lnTo>
                    <a:lnTo>
                      <a:pt x="440" y="1023"/>
                    </a:lnTo>
                    <a:lnTo>
                      <a:pt x="441" y="1024"/>
                    </a:lnTo>
                    <a:lnTo>
                      <a:pt x="443" y="1025"/>
                    </a:lnTo>
                    <a:lnTo>
                      <a:pt x="444" y="1026"/>
                    </a:lnTo>
                    <a:lnTo>
                      <a:pt x="446" y="1026"/>
                    </a:lnTo>
                    <a:lnTo>
                      <a:pt x="447" y="1027"/>
                    </a:lnTo>
                    <a:lnTo>
                      <a:pt x="448" y="1028"/>
                    </a:lnTo>
                    <a:lnTo>
                      <a:pt x="450" y="1029"/>
                    </a:lnTo>
                    <a:lnTo>
                      <a:pt x="451" y="1029"/>
                    </a:lnTo>
                    <a:lnTo>
                      <a:pt x="453" y="1030"/>
                    </a:lnTo>
                    <a:lnTo>
                      <a:pt x="454" y="1031"/>
                    </a:lnTo>
                    <a:lnTo>
                      <a:pt x="455" y="1031"/>
                    </a:lnTo>
                    <a:lnTo>
                      <a:pt x="457" y="1032"/>
                    </a:lnTo>
                    <a:lnTo>
                      <a:pt x="458" y="1033"/>
                    </a:lnTo>
                    <a:lnTo>
                      <a:pt x="460" y="1033"/>
                    </a:lnTo>
                    <a:lnTo>
                      <a:pt x="461" y="1034"/>
                    </a:lnTo>
                    <a:lnTo>
                      <a:pt x="463" y="1034"/>
                    </a:lnTo>
                    <a:lnTo>
                      <a:pt x="464" y="1035"/>
                    </a:lnTo>
                    <a:lnTo>
                      <a:pt x="465" y="1036"/>
                    </a:lnTo>
                    <a:lnTo>
                      <a:pt x="467" y="1036"/>
                    </a:lnTo>
                    <a:lnTo>
                      <a:pt x="468" y="1037"/>
                    </a:lnTo>
                    <a:lnTo>
                      <a:pt x="470" y="1037"/>
                    </a:lnTo>
                    <a:lnTo>
                      <a:pt x="471" y="1038"/>
                    </a:lnTo>
                    <a:lnTo>
                      <a:pt x="472" y="1039"/>
                    </a:lnTo>
                    <a:lnTo>
                      <a:pt x="474" y="1039"/>
                    </a:lnTo>
                    <a:lnTo>
                      <a:pt x="475" y="1040"/>
                    </a:lnTo>
                    <a:lnTo>
                      <a:pt x="477" y="1040"/>
                    </a:lnTo>
                    <a:lnTo>
                      <a:pt x="478" y="1041"/>
                    </a:lnTo>
                    <a:lnTo>
                      <a:pt x="479" y="1041"/>
                    </a:lnTo>
                    <a:lnTo>
                      <a:pt x="481" y="1042"/>
                    </a:lnTo>
                    <a:lnTo>
                      <a:pt x="482" y="1042"/>
                    </a:lnTo>
                    <a:lnTo>
                      <a:pt x="484" y="1043"/>
                    </a:lnTo>
                    <a:lnTo>
                      <a:pt x="485" y="1043"/>
                    </a:lnTo>
                    <a:lnTo>
                      <a:pt x="487" y="1044"/>
                    </a:lnTo>
                    <a:lnTo>
                      <a:pt x="488" y="1044"/>
                    </a:lnTo>
                    <a:lnTo>
                      <a:pt x="489" y="1045"/>
                    </a:lnTo>
                    <a:lnTo>
                      <a:pt x="491" y="1045"/>
                    </a:lnTo>
                    <a:lnTo>
                      <a:pt x="492" y="1045"/>
                    </a:lnTo>
                    <a:lnTo>
                      <a:pt x="494" y="1046"/>
                    </a:lnTo>
                    <a:lnTo>
                      <a:pt x="495" y="1046"/>
                    </a:lnTo>
                    <a:lnTo>
                      <a:pt x="496" y="1047"/>
                    </a:lnTo>
                    <a:lnTo>
                      <a:pt x="498" y="1047"/>
                    </a:lnTo>
                    <a:lnTo>
                      <a:pt x="499" y="1047"/>
                    </a:lnTo>
                    <a:lnTo>
                      <a:pt x="501" y="1048"/>
                    </a:lnTo>
                    <a:lnTo>
                      <a:pt x="502" y="1048"/>
                    </a:lnTo>
                    <a:lnTo>
                      <a:pt x="503" y="1048"/>
                    </a:lnTo>
                    <a:lnTo>
                      <a:pt x="505" y="1049"/>
                    </a:lnTo>
                    <a:lnTo>
                      <a:pt x="506" y="1049"/>
                    </a:lnTo>
                    <a:lnTo>
                      <a:pt x="508" y="1050"/>
                    </a:lnTo>
                    <a:lnTo>
                      <a:pt x="509" y="1050"/>
                    </a:lnTo>
                    <a:lnTo>
                      <a:pt x="511" y="1050"/>
                    </a:lnTo>
                    <a:lnTo>
                      <a:pt x="512" y="1051"/>
                    </a:lnTo>
                    <a:lnTo>
                      <a:pt x="513" y="1051"/>
                    </a:lnTo>
                    <a:lnTo>
                      <a:pt x="515" y="1052"/>
                    </a:lnTo>
                    <a:lnTo>
                      <a:pt x="516" y="1052"/>
                    </a:lnTo>
                    <a:lnTo>
                      <a:pt x="518" y="1053"/>
                    </a:lnTo>
                    <a:lnTo>
                      <a:pt x="519" y="1053"/>
                    </a:lnTo>
                    <a:lnTo>
                      <a:pt x="520" y="1054"/>
                    </a:lnTo>
                    <a:lnTo>
                      <a:pt x="522" y="1054"/>
                    </a:lnTo>
                    <a:lnTo>
                      <a:pt x="523" y="1054"/>
                    </a:lnTo>
                    <a:lnTo>
                      <a:pt x="525" y="1055"/>
                    </a:lnTo>
                    <a:lnTo>
                      <a:pt x="526" y="1055"/>
                    </a:lnTo>
                    <a:lnTo>
                      <a:pt x="527" y="1055"/>
                    </a:lnTo>
                    <a:lnTo>
                      <a:pt x="529" y="1055"/>
                    </a:lnTo>
                    <a:lnTo>
                      <a:pt x="530" y="1055"/>
                    </a:lnTo>
                    <a:lnTo>
                      <a:pt x="532" y="1056"/>
                    </a:lnTo>
                    <a:lnTo>
                      <a:pt x="533" y="1056"/>
                    </a:lnTo>
                    <a:lnTo>
                      <a:pt x="534" y="1056"/>
                    </a:lnTo>
                    <a:lnTo>
                      <a:pt x="536" y="1056"/>
                    </a:lnTo>
                    <a:lnTo>
                      <a:pt x="537" y="1057"/>
                    </a:lnTo>
                    <a:lnTo>
                      <a:pt x="539" y="1057"/>
                    </a:lnTo>
                    <a:lnTo>
                      <a:pt x="540" y="1057"/>
                    </a:lnTo>
                    <a:lnTo>
                      <a:pt x="542" y="1057"/>
                    </a:lnTo>
                    <a:lnTo>
                      <a:pt x="543" y="1058"/>
                    </a:lnTo>
                    <a:lnTo>
                      <a:pt x="544" y="1058"/>
                    </a:lnTo>
                    <a:lnTo>
                      <a:pt x="546" y="1058"/>
                    </a:lnTo>
                    <a:lnTo>
                      <a:pt x="547" y="1059"/>
                    </a:lnTo>
                    <a:lnTo>
                      <a:pt x="549" y="1059"/>
                    </a:lnTo>
                    <a:lnTo>
                      <a:pt x="550" y="1059"/>
                    </a:lnTo>
                    <a:lnTo>
                      <a:pt x="551" y="1059"/>
                    </a:lnTo>
                    <a:lnTo>
                      <a:pt x="553" y="1059"/>
                    </a:lnTo>
                    <a:lnTo>
                      <a:pt x="554" y="1060"/>
                    </a:lnTo>
                    <a:lnTo>
                      <a:pt x="556" y="1060"/>
                    </a:lnTo>
                    <a:lnTo>
                      <a:pt x="557" y="1060"/>
                    </a:lnTo>
                    <a:lnTo>
                      <a:pt x="558" y="1060"/>
                    </a:lnTo>
                    <a:lnTo>
                      <a:pt x="560" y="1061"/>
                    </a:lnTo>
                    <a:lnTo>
                      <a:pt x="561" y="1061"/>
                    </a:lnTo>
                    <a:lnTo>
                      <a:pt x="563" y="1061"/>
                    </a:lnTo>
                    <a:lnTo>
                      <a:pt x="564" y="1062"/>
                    </a:lnTo>
                    <a:lnTo>
                      <a:pt x="566" y="1062"/>
                    </a:lnTo>
                    <a:lnTo>
                      <a:pt x="567" y="1062"/>
                    </a:lnTo>
                    <a:lnTo>
                      <a:pt x="568" y="1063"/>
                    </a:lnTo>
                    <a:lnTo>
                      <a:pt x="570" y="1063"/>
                    </a:lnTo>
                    <a:lnTo>
                      <a:pt x="571" y="1063"/>
                    </a:lnTo>
                    <a:lnTo>
                      <a:pt x="573" y="1063"/>
                    </a:lnTo>
                    <a:lnTo>
                      <a:pt x="574" y="1063"/>
                    </a:lnTo>
                    <a:lnTo>
                      <a:pt x="575" y="1063"/>
                    </a:lnTo>
                    <a:lnTo>
                      <a:pt x="577" y="1064"/>
                    </a:lnTo>
                    <a:lnTo>
                      <a:pt x="578" y="1064"/>
                    </a:lnTo>
                    <a:lnTo>
                      <a:pt x="580" y="1064"/>
                    </a:lnTo>
                    <a:lnTo>
                      <a:pt x="581" y="1064"/>
                    </a:lnTo>
                    <a:lnTo>
                      <a:pt x="582" y="1063"/>
                    </a:lnTo>
                    <a:lnTo>
                      <a:pt x="584" y="1063"/>
                    </a:lnTo>
                    <a:lnTo>
                      <a:pt x="585" y="1063"/>
                    </a:lnTo>
                    <a:lnTo>
                      <a:pt x="587" y="656"/>
                    </a:lnTo>
                    <a:lnTo>
                      <a:pt x="588" y="385"/>
                    </a:lnTo>
                    <a:lnTo>
                      <a:pt x="590" y="349"/>
                    </a:lnTo>
                    <a:lnTo>
                      <a:pt x="591" y="341"/>
                    </a:lnTo>
                    <a:lnTo>
                      <a:pt x="592" y="338"/>
                    </a:lnTo>
                    <a:lnTo>
                      <a:pt x="594" y="337"/>
                    </a:lnTo>
                    <a:lnTo>
                      <a:pt x="595" y="336"/>
                    </a:lnTo>
                    <a:lnTo>
                      <a:pt x="597" y="335"/>
                    </a:lnTo>
                    <a:lnTo>
                      <a:pt x="598" y="335"/>
                    </a:lnTo>
                    <a:lnTo>
                      <a:pt x="599" y="335"/>
                    </a:lnTo>
                    <a:lnTo>
                      <a:pt x="601" y="335"/>
                    </a:lnTo>
                    <a:lnTo>
                      <a:pt x="602" y="334"/>
                    </a:lnTo>
                    <a:lnTo>
                      <a:pt x="604" y="334"/>
                    </a:lnTo>
                    <a:lnTo>
                      <a:pt x="605" y="334"/>
                    </a:lnTo>
                    <a:lnTo>
                      <a:pt x="606" y="334"/>
                    </a:lnTo>
                    <a:lnTo>
                      <a:pt x="608" y="334"/>
                    </a:lnTo>
                    <a:lnTo>
                      <a:pt x="609" y="334"/>
                    </a:lnTo>
                    <a:lnTo>
                      <a:pt x="611" y="334"/>
                    </a:lnTo>
                    <a:lnTo>
                      <a:pt x="612" y="333"/>
                    </a:lnTo>
                    <a:lnTo>
                      <a:pt x="614" y="333"/>
                    </a:lnTo>
                    <a:lnTo>
                      <a:pt x="615" y="333"/>
                    </a:lnTo>
                    <a:lnTo>
                      <a:pt x="616" y="333"/>
                    </a:lnTo>
                    <a:lnTo>
                      <a:pt x="618" y="333"/>
                    </a:lnTo>
                    <a:lnTo>
                      <a:pt x="619" y="333"/>
                    </a:lnTo>
                    <a:lnTo>
                      <a:pt x="621" y="333"/>
                    </a:lnTo>
                    <a:lnTo>
                      <a:pt x="622" y="333"/>
                    </a:lnTo>
                    <a:lnTo>
                      <a:pt x="623" y="333"/>
                    </a:lnTo>
                    <a:lnTo>
                      <a:pt x="625" y="333"/>
                    </a:lnTo>
                    <a:lnTo>
                      <a:pt x="626" y="333"/>
                    </a:lnTo>
                    <a:lnTo>
                      <a:pt x="628" y="333"/>
                    </a:lnTo>
                    <a:lnTo>
                      <a:pt x="629" y="333"/>
                    </a:lnTo>
                    <a:lnTo>
                      <a:pt x="630" y="333"/>
                    </a:lnTo>
                    <a:lnTo>
                      <a:pt x="632" y="333"/>
                    </a:lnTo>
                    <a:lnTo>
                      <a:pt x="633" y="332"/>
                    </a:lnTo>
                    <a:lnTo>
                      <a:pt x="635" y="332"/>
                    </a:lnTo>
                    <a:lnTo>
                      <a:pt x="636" y="332"/>
                    </a:lnTo>
                    <a:lnTo>
                      <a:pt x="638" y="332"/>
                    </a:lnTo>
                    <a:lnTo>
                      <a:pt x="639" y="332"/>
                    </a:lnTo>
                    <a:lnTo>
                      <a:pt x="640" y="332"/>
                    </a:lnTo>
                    <a:lnTo>
                      <a:pt x="642" y="332"/>
                    </a:lnTo>
                    <a:lnTo>
                      <a:pt x="643" y="332"/>
                    </a:lnTo>
                    <a:lnTo>
                      <a:pt x="645" y="332"/>
                    </a:lnTo>
                    <a:lnTo>
                      <a:pt x="646" y="332"/>
                    </a:lnTo>
                    <a:lnTo>
                      <a:pt x="647" y="332"/>
                    </a:lnTo>
                    <a:lnTo>
                      <a:pt x="649" y="332"/>
                    </a:lnTo>
                    <a:lnTo>
                      <a:pt x="650" y="332"/>
                    </a:lnTo>
                    <a:lnTo>
                      <a:pt x="652" y="331"/>
                    </a:lnTo>
                    <a:lnTo>
                      <a:pt x="653" y="331"/>
                    </a:lnTo>
                    <a:lnTo>
                      <a:pt x="654" y="331"/>
                    </a:lnTo>
                    <a:lnTo>
                      <a:pt x="656" y="331"/>
                    </a:lnTo>
                    <a:lnTo>
                      <a:pt x="657" y="331"/>
                    </a:lnTo>
                    <a:lnTo>
                      <a:pt x="659" y="331"/>
                    </a:lnTo>
                    <a:lnTo>
                      <a:pt x="660" y="331"/>
                    </a:lnTo>
                    <a:lnTo>
                      <a:pt x="662" y="331"/>
                    </a:lnTo>
                    <a:lnTo>
                      <a:pt x="663" y="331"/>
                    </a:lnTo>
                    <a:lnTo>
                      <a:pt x="664" y="331"/>
                    </a:lnTo>
                    <a:lnTo>
                      <a:pt x="666" y="331"/>
                    </a:lnTo>
                    <a:lnTo>
                      <a:pt x="667" y="331"/>
                    </a:lnTo>
                    <a:lnTo>
                      <a:pt x="669" y="331"/>
                    </a:lnTo>
                    <a:lnTo>
                      <a:pt x="670" y="331"/>
                    </a:lnTo>
                    <a:lnTo>
                      <a:pt x="671" y="331"/>
                    </a:lnTo>
                    <a:lnTo>
                      <a:pt x="673" y="331"/>
                    </a:lnTo>
                    <a:lnTo>
                      <a:pt x="674" y="331"/>
                    </a:lnTo>
                    <a:lnTo>
                      <a:pt x="676" y="331"/>
                    </a:lnTo>
                    <a:lnTo>
                      <a:pt x="677" y="331"/>
                    </a:lnTo>
                    <a:lnTo>
                      <a:pt x="678" y="331"/>
                    </a:lnTo>
                    <a:lnTo>
                      <a:pt x="680" y="331"/>
                    </a:lnTo>
                    <a:lnTo>
                      <a:pt x="681" y="331"/>
                    </a:lnTo>
                    <a:lnTo>
                      <a:pt x="683" y="331"/>
                    </a:lnTo>
                    <a:lnTo>
                      <a:pt x="684" y="331"/>
                    </a:lnTo>
                    <a:lnTo>
                      <a:pt x="686" y="331"/>
                    </a:lnTo>
                    <a:lnTo>
                      <a:pt x="687" y="331"/>
                    </a:lnTo>
                    <a:lnTo>
                      <a:pt x="688" y="331"/>
                    </a:lnTo>
                    <a:lnTo>
                      <a:pt x="690" y="331"/>
                    </a:lnTo>
                    <a:lnTo>
                      <a:pt x="691" y="330"/>
                    </a:lnTo>
                    <a:lnTo>
                      <a:pt x="693" y="330"/>
                    </a:lnTo>
                    <a:lnTo>
                      <a:pt x="694" y="330"/>
                    </a:lnTo>
                    <a:lnTo>
                      <a:pt x="695" y="330"/>
                    </a:lnTo>
                    <a:lnTo>
                      <a:pt x="697" y="330"/>
                    </a:lnTo>
                    <a:lnTo>
                      <a:pt x="698" y="330"/>
                    </a:lnTo>
                    <a:lnTo>
                      <a:pt x="700" y="330"/>
                    </a:lnTo>
                    <a:lnTo>
                      <a:pt x="701" y="330"/>
                    </a:lnTo>
                    <a:lnTo>
                      <a:pt x="702" y="330"/>
                    </a:lnTo>
                    <a:lnTo>
                      <a:pt x="704" y="330"/>
                    </a:lnTo>
                    <a:lnTo>
                      <a:pt x="705" y="330"/>
                    </a:lnTo>
                    <a:lnTo>
                      <a:pt x="707" y="330"/>
                    </a:lnTo>
                    <a:lnTo>
                      <a:pt x="708" y="330"/>
                    </a:lnTo>
                    <a:lnTo>
                      <a:pt x="709" y="330"/>
                    </a:lnTo>
                    <a:lnTo>
                      <a:pt x="711" y="330"/>
                    </a:lnTo>
                    <a:lnTo>
                      <a:pt x="712" y="330"/>
                    </a:lnTo>
                    <a:lnTo>
                      <a:pt x="714" y="330"/>
                    </a:lnTo>
                    <a:lnTo>
                      <a:pt x="715" y="330"/>
                    </a:lnTo>
                    <a:lnTo>
                      <a:pt x="717" y="330"/>
                    </a:lnTo>
                    <a:lnTo>
                      <a:pt x="718" y="330"/>
                    </a:lnTo>
                    <a:lnTo>
                      <a:pt x="719" y="330"/>
                    </a:lnTo>
                    <a:lnTo>
                      <a:pt x="721" y="330"/>
                    </a:lnTo>
                    <a:lnTo>
                      <a:pt x="722" y="329"/>
                    </a:lnTo>
                    <a:lnTo>
                      <a:pt x="724" y="329"/>
                    </a:lnTo>
                    <a:lnTo>
                      <a:pt x="725" y="329"/>
                    </a:lnTo>
                    <a:lnTo>
                      <a:pt x="726" y="329"/>
                    </a:lnTo>
                    <a:lnTo>
                      <a:pt x="728" y="329"/>
                    </a:lnTo>
                    <a:lnTo>
                      <a:pt x="729" y="329"/>
                    </a:lnTo>
                    <a:lnTo>
                      <a:pt x="731" y="329"/>
                    </a:lnTo>
                    <a:lnTo>
                      <a:pt x="732" y="329"/>
                    </a:lnTo>
                    <a:lnTo>
                      <a:pt x="733" y="329"/>
                    </a:lnTo>
                    <a:lnTo>
                      <a:pt x="735" y="329"/>
                    </a:lnTo>
                    <a:lnTo>
                      <a:pt x="736" y="329"/>
                    </a:lnTo>
                    <a:lnTo>
                      <a:pt x="738" y="329"/>
                    </a:lnTo>
                    <a:lnTo>
                      <a:pt x="739" y="330"/>
                    </a:lnTo>
                    <a:lnTo>
                      <a:pt x="741" y="330"/>
                    </a:lnTo>
                    <a:lnTo>
                      <a:pt x="742" y="330"/>
                    </a:lnTo>
                    <a:lnTo>
                      <a:pt x="743" y="330"/>
                    </a:lnTo>
                    <a:lnTo>
                      <a:pt x="745" y="330"/>
                    </a:lnTo>
                    <a:lnTo>
                      <a:pt x="746" y="329"/>
                    </a:lnTo>
                    <a:lnTo>
                      <a:pt x="748" y="329"/>
                    </a:lnTo>
                    <a:lnTo>
                      <a:pt x="749" y="329"/>
                    </a:lnTo>
                    <a:lnTo>
                      <a:pt x="750" y="329"/>
                    </a:lnTo>
                    <a:lnTo>
                      <a:pt x="752" y="329"/>
                    </a:lnTo>
                    <a:lnTo>
                      <a:pt x="753" y="329"/>
                    </a:lnTo>
                    <a:lnTo>
                      <a:pt x="755" y="329"/>
                    </a:lnTo>
                    <a:lnTo>
                      <a:pt x="756" y="329"/>
                    </a:lnTo>
                    <a:lnTo>
                      <a:pt x="757" y="329"/>
                    </a:lnTo>
                    <a:lnTo>
                      <a:pt x="759" y="329"/>
                    </a:lnTo>
                    <a:lnTo>
                      <a:pt x="760" y="329"/>
                    </a:lnTo>
                    <a:lnTo>
                      <a:pt x="762" y="329"/>
                    </a:lnTo>
                    <a:lnTo>
                      <a:pt x="763" y="329"/>
                    </a:lnTo>
                    <a:lnTo>
                      <a:pt x="765" y="329"/>
                    </a:lnTo>
                    <a:lnTo>
                      <a:pt x="766" y="329"/>
                    </a:lnTo>
                    <a:lnTo>
                      <a:pt x="767" y="328"/>
                    </a:lnTo>
                    <a:lnTo>
                      <a:pt x="769" y="328"/>
                    </a:lnTo>
                    <a:lnTo>
                      <a:pt x="770" y="329"/>
                    </a:lnTo>
                    <a:lnTo>
                      <a:pt x="772" y="329"/>
                    </a:lnTo>
                    <a:lnTo>
                      <a:pt x="773" y="328"/>
                    </a:lnTo>
                    <a:lnTo>
                      <a:pt x="774" y="329"/>
                    </a:lnTo>
                    <a:lnTo>
                      <a:pt x="776" y="329"/>
                    </a:lnTo>
                    <a:lnTo>
                      <a:pt x="777" y="328"/>
                    </a:lnTo>
                    <a:lnTo>
                      <a:pt x="779" y="328"/>
                    </a:lnTo>
                    <a:lnTo>
                      <a:pt x="780" y="328"/>
                    </a:lnTo>
                    <a:lnTo>
                      <a:pt x="781" y="328"/>
                    </a:lnTo>
                    <a:lnTo>
                      <a:pt x="783" y="328"/>
                    </a:lnTo>
                    <a:lnTo>
                      <a:pt x="784" y="328"/>
                    </a:lnTo>
                    <a:lnTo>
                      <a:pt x="786" y="328"/>
                    </a:lnTo>
                    <a:lnTo>
                      <a:pt x="787" y="328"/>
                    </a:lnTo>
                    <a:lnTo>
                      <a:pt x="789" y="328"/>
                    </a:lnTo>
                    <a:lnTo>
                      <a:pt x="790" y="328"/>
                    </a:lnTo>
                    <a:lnTo>
                      <a:pt x="791" y="328"/>
                    </a:lnTo>
                    <a:lnTo>
                      <a:pt x="793" y="328"/>
                    </a:lnTo>
                    <a:lnTo>
                      <a:pt x="794" y="328"/>
                    </a:lnTo>
                    <a:lnTo>
                      <a:pt x="796" y="328"/>
                    </a:lnTo>
                    <a:lnTo>
                      <a:pt x="797" y="328"/>
                    </a:lnTo>
                    <a:lnTo>
                      <a:pt x="798" y="328"/>
                    </a:lnTo>
                    <a:lnTo>
                      <a:pt x="800" y="328"/>
                    </a:lnTo>
                    <a:lnTo>
                      <a:pt x="801" y="328"/>
                    </a:lnTo>
                    <a:lnTo>
                      <a:pt x="803" y="328"/>
                    </a:lnTo>
                    <a:lnTo>
                      <a:pt x="804" y="328"/>
                    </a:lnTo>
                    <a:lnTo>
                      <a:pt x="805" y="328"/>
                    </a:lnTo>
                    <a:lnTo>
                      <a:pt x="807" y="328"/>
                    </a:lnTo>
                    <a:lnTo>
                      <a:pt x="808" y="328"/>
                    </a:lnTo>
                    <a:lnTo>
                      <a:pt x="810" y="328"/>
                    </a:lnTo>
                    <a:lnTo>
                      <a:pt x="811" y="328"/>
                    </a:lnTo>
                    <a:lnTo>
                      <a:pt x="813" y="328"/>
                    </a:lnTo>
                    <a:lnTo>
                      <a:pt x="814" y="328"/>
                    </a:lnTo>
                    <a:lnTo>
                      <a:pt x="815" y="328"/>
                    </a:lnTo>
                    <a:lnTo>
                      <a:pt x="817" y="328"/>
                    </a:lnTo>
                    <a:lnTo>
                      <a:pt x="818" y="328"/>
                    </a:lnTo>
                    <a:lnTo>
                      <a:pt x="820" y="328"/>
                    </a:lnTo>
                    <a:lnTo>
                      <a:pt x="821" y="328"/>
                    </a:lnTo>
                    <a:lnTo>
                      <a:pt x="822" y="328"/>
                    </a:lnTo>
                    <a:lnTo>
                      <a:pt x="824" y="328"/>
                    </a:lnTo>
                    <a:lnTo>
                      <a:pt x="825" y="328"/>
                    </a:lnTo>
                    <a:lnTo>
                      <a:pt x="827" y="328"/>
                    </a:lnTo>
                    <a:lnTo>
                      <a:pt x="828" y="328"/>
                    </a:lnTo>
                    <a:lnTo>
                      <a:pt x="829" y="328"/>
                    </a:lnTo>
                    <a:lnTo>
                      <a:pt x="831" y="328"/>
                    </a:lnTo>
                    <a:lnTo>
                      <a:pt x="832" y="328"/>
                    </a:lnTo>
                    <a:lnTo>
                      <a:pt x="834" y="328"/>
                    </a:lnTo>
                    <a:lnTo>
                      <a:pt x="835" y="328"/>
                    </a:lnTo>
                    <a:lnTo>
                      <a:pt x="837" y="328"/>
                    </a:lnTo>
                    <a:lnTo>
                      <a:pt x="838" y="328"/>
                    </a:lnTo>
                    <a:lnTo>
                      <a:pt x="839" y="328"/>
                    </a:lnTo>
                    <a:lnTo>
                      <a:pt x="841" y="328"/>
                    </a:lnTo>
                    <a:lnTo>
                      <a:pt x="842" y="328"/>
                    </a:lnTo>
                    <a:lnTo>
                      <a:pt x="844" y="328"/>
                    </a:lnTo>
                    <a:lnTo>
                      <a:pt x="845" y="328"/>
                    </a:lnTo>
                    <a:lnTo>
                      <a:pt x="846" y="328"/>
                    </a:lnTo>
                    <a:lnTo>
                      <a:pt x="848" y="328"/>
                    </a:lnTo>
                    <a:lnTo>
                      <a:pt x="849" y="328"/>
                    </a:lnTo>
                    <a:lnTo>
                      <a:pt x="851" y="328"/>
                    </a:lnTo>
                    <a:lnTo>
                      <a:pt x="852" y="328"/>
                    </a:lnTo>
                    <a:lnTo>
                      <a:pt x="853" y="327"/>
                    </a:lnTo>
                    <a:lnTo>
                      <a:pt x="855" y="327"/>
                    </a:lnTo>
                    <a:lnTo>
                      <a:pt x="856" y="327"/>
                    </a:lnTo>
                    <a:lnTo>
                      <a:pt x="858" y="327"/>
                    </a:lnTo>
                    <a:lnTo>
                      <a:pt x="859" y="327"/>
                    </a:lnTo>
                    <a:lnTo>
                      <a:pt x="861" y="327"/>
                    </a:lnTo>
                    <a:lnTo>
                      <a:pt x="862" y="327"/>
                    </a:lnTo>
                    <a:lnTo>
                      <a:pt x="863" y="327"/>
                    </a:lnTo>
                    <a:lnTo>
                      <a:pt x="865" y="327"/>
                    </a:lnTo>
                    <a:lnTo>
                      <a:pt x="866" y="327"/>
                    </a:lnTo>
                    <a:lnTo>
                      <a:pt x="868" y="327"/>
                    </a:lnTo>
                    <a:lnTo>
                      <a:pt x="869" y="327"/>
                    </a:lnTo>
                    <a:lnTo>
                      <a:pt x="870" y="327"/>
                    </a:lnTo>
                    <a:lnTo>
                      <a:pt x="872" y="327"/>
                    </a:lnTo>
                    <a:lnTo>
                      <a:pt x="873" y="327"/>
                    </a:lnTo>
                    <a:lnTo>
                      <a:pt x="875" y="327"/>
                    </a:lnTo>
                    <a:lnTo>
                      <a:pt x="876" y="327"/>
                    </a:lnTo>
                    <a:lnTo>
                      <a:pt x="877" y="327"/>
                    </a:lnTo>
                    <a:lnTo>
                      <a:pt x="879" y="327"/>
                    </a:lnTo>
                    <a:lnTo>
                      <a:pt x="880" y="327"/>
                    </a:lnTo>
                    <a:lnTo>
                      <a:pt x="882" y="327"/>
                    </a:lnTo>
                    <a:lnTo>
                      <a:pt x="883" y="327"/>
                    </a:lnTo>
                    <a:lnTo>
                      <a:pt x="884" y="327"/>
                    </a:lnTo>
                    <a:lnTo>
                      <a:pt x="886" y="327"/>
                    </a:lnTo>
                    <a:lnTo>
                      <a:pt x="887" y="327"/>
                    </a:lnTo>
                    <a:lnTo>
                      <a:pt x="889" y="327"/>
                    </a:lnTo>
                    <a:lnTo>
                      <a:pt x="890" y="327"/>
                    </a:lnTo>
                    <a:lnTo>
                      <a:pt x="892" y="327"/>
                    </a:lnTo>
                    <a:lnTo>
                      <a:pt x="893" y="327"/>
                    </a:lnTo>
                    <a:lnTo>
                      <a:pt x="894" y="327"/>
                    </a:lnTo>
                    <a:lnTo>
                      <a:pt x="896" y="327"/>
                    </a:lnTo>
                    <a:lnTo>
                      <a:pt x="897" y="327"/>
                    </a:lnTo>
                    <a:lnTo>
                      <a:pt x="899" y="327"/>
                    </a:lnTo>
                    <a:lnTo>
                      <a:pt x="900" y="327"/>
                    </a:lnTo>
                    <a:lnTo>
                      <a:pt x="901" y="327"/>
                    </a:lnTo>
                    <a:lnTo>
                      <a:pt x="903" y="327"/>
                    </a:lnTo>
                    <a:lnTo>
                      <a:pt x="904" y="327"/>
                    </a:lnTo>
                    <a:lnTo>
                      <a:pt x="906" y="326"/>
                    </a:lnTo>
                    <a:lnTo>
                      <a:pt x="907" y="326"/>
                    </a:lnTo>
                    <a:lnTo>
                      <a:pt x="908" y="327"/>
                    </a:lnTo>
                    <a:lnTo>
                      <a:pt x="910" y="327"/>
                    </a:lnTo>
                    <a:lnTo>
                      <a:pt x="911" y="326"/>
                    </a:lnTo>
                    <a:lnTo>
                      <a:pt x="913" y="326"/>
                    </a:lnTo>
                    <a:lnTo>
                      <a:pt x="914" y="326"/>
                    </a:lnTo>
                    <a:lnTo>
                      <a:pt x="916" y="326"/>
                    </a:lnTo>
                    <a:lnTo>
                      <a:pt x="917" y="326"/>
                    </a:lnTo>
                    <a:lnTo>
                      <a:pt x="918" y="326"/>
                    </a:lnTo>
                    <a:lnTo>
                      <a:pt x="920" y="326"/>
                    </a:lnTo>
                    <a:lnTo>
                      <a:pt x="921" y="326"/>
                    </a:lnTo>
                    <a:lnTo>
                      <a:pt x="923" y="326"/>
                    </a:lnTo>
                    <a:lnTo>
                      <a:pt x="924" y="326"/>
                    </a:lnTo>
                    <a:lnTo>
                      <a:pt x="925" y="326"/>
                    </a:lnTo>
                    <a:lnTo>
                      <a:pt x="927" y="326"/>
                    </a:lnTo>
                    <a:lnTo>
                      <a:pt x="928" y="326"/>
                    </a:lnTo>
                    <a:lnTo>
                      <a:pt x="930" y="326"/>
                    </a:lnTo>
                    <a:lnTo>
                      <a:pt x="931" y="326"/>
                    </a:lnTo>
                    <a:lnTo>
                      <a:pt x="932" y="326"/>
                    </a:lnTo>
                    <a:lnTo>
                      <a:pt x="934" y="326"/>
                    </a:lnTo>
                    <a:lnTo>
                      <a:pt x="935" y="326"/>
                    </a:lnTo>
                    <a:lnTo>
                      <a:pt x="937" y="326"/>
                    </a:lnTo>
                    <a:lnTo>
                      <a:pt x="938" y="326"/>
                    </a:lnTo>
                    <a:lnTo>
                      <a:pt x="940" y="326"/>
                    </a:lnTo>
                    <a:lnTo>
                      <a:pt x="941" y="326"/>
                    </a:lnTo>
                    <a:lnTo>
                      <a:pt x="942" y="326"/>
                    </a:lnTo>
                    <a:lnTo>
                      <a:pt x="944" y="326"/>
                    </a:lnTo>
                    <a:lnTo>
                      <a:pt x="945" y="326"/>
                    </a:lnTo>
                    <a:lnTo>
                      <a:pt x="947" y="326"/>
                    </a:lnTo>
                    <a:lnTo>
                      <a:pt x="948" y="326"/>
                    </a:lnTo>
                    <a:lnTo>
                      <a:pt x="949" y="326"/>
                    </a:lnTo>
                    <a:lnTo>
                      <a:pt x="951" y="326"/>
                    </a:lnTo>
                    <a:lnTo>
                      <a:pt x="952" y="326"/>
                    </a:lnTo>
                    <a:lnTo>
                      <a:pt x="954" y="326"/>
                    </a:lnTo>
                    <a:lnTo>
                      <a:pt x="955" y="326"/>
                    </a:lnTo>
                    <a:lnTo>
                      <a:pt x="956" y="326"/>
                    </a:lnTo>
                    <a:lnTo>
                      <a:pt x="958" y="326"/>
                    </a:lnTo>
                    <a:lnTo>
                      <a:pt x="959" y="326"/>
                    </a:lnTo>
                    <a:lnTo>
                      <a:pt x="961" y="326"/>
                    </a:lnTo>
                    <a:lnTo>
                      <a:pt x="962" y="326"/>
                    </a:lnTo>
                    <a:lnTo>
                      <a:pt x="964" y="326"/>
                    </a:lnTo>
                    <a:lnTo>
                      <a:pt x="965" y="325"/>
                    </a:lnTo>
                    <a:lnTo>
                      <a:pt x="966" y="326"/>
                    </a:lnTo>
                    <a:lnTo>
                      <a:pt x="968" y="326"/>
                    </a:lnTo>
                    <a:lnTo>
                      <a:pt x="969" y="326"/>
                    </a:lnTo>
                    <a:lnTo>
                      <a:pt x="971" y="326"/>
                    </a:lnTo>
                    <a:lnTo>
                      <a:pt x="972" y="326"/>
                    </a:lnTo>
                    <a:lnTo>
                      <a:pt x="973" y="326"/>
                    </a:lnTo>
                    <a:lnTo>
                      <a:pt x="975" y="326"/>
                    </a:lnTo>
                    <a:lnTo>
                      <a:pt x="976" y="326"/>
                    </a:lnTo>
                    <a:lnTo>
                      <a:pt x="978" y="326"/>
                    </a:lnTo>
                    <a:lnTo>
                      <a:pt x="979" y="326"/>
                    </a:lnTo>
                    <a:lnTo>
                      <a:pt x="980" y="326"/>
                    </a:lnTo>
                    <a:lnTo>
                      <a:pt x="982" y="326"/>
                    </a:lnTo>
                    <a:lnTo>
                      <a:pt x="983" y="326"/>
                    </a:lnTo>
                    <a:lnTo>
                      <a:pt x="985" y="325"/>
                    </a:lnTo>
                    <a:lnTo>
                      <a:pt x="986" y="325"/>
                    </a:lnTo>
                    <a:lnTo>
                      <a:pt x="988" y="325"/>
                    </a:lnTo>
                    <a:lnTo>
                      <a:pt x="989" y="325"/>
                    </a:lnTo>
                    <a:lnTo>
                      <a:pt x="990" y="325"/>
                    </a:lnTo>
                    <a:lnTo>
                      <a:pt x="992" y="325"/>
                    </a:lnTo>
                    <a:lnTo>
                      <a:pt x="993" y="325"/>
                    </a:lnTo>
                    <a:lnTo>
                      <a:pt x="995" y="325"/>
                    </a:lnTo>
                    <a:lnTo>
                      <a:pt x="996" y="325"/>
                    </a:lnTo>
                    <a:lnTo>
                      <a:pt x="997" y="325"/>
                    </a:lnTo>
                    <a:lnTo>
                      <a:pt x="999" y="325"/>
                    </a:lnTo>
                    <a:lnTo>
                      <a:pt x="1000" y="325"/>
                    </a:lnTo>
                    <a:lnTo>
                      <a:pt x="1002" y="325"/>
                    </a:lnTo>
                    <a:lnTo>
                      <a:pt x="1003" y="325"/>
                    </a:lnTo>
                    <a:lnTo>
                      <a:pt x="1004" y="325"/>
                    </a:lnTo>
                    <a:lnTo>
                      <a:pt x="1006" y="325"/>
                    </a:lnTo>
                    <a:lnTo>
                      <a:pt x="1007" y="325"/>
                    </a:lnTo>
                    <a:lnTo>
                      <a:pt x="1009" y="325"/>
                    </a:lnTo>
                    <a:lnTo>
                      <a:pt x="1010" y="325"/>
                    </a:lnTo>
                    <a:lnTo>
                      <a:pt x="1012" y="325"/>
                    </a:lnTo>
                    <a:lnTo>
                      <a:pt x="1013" y="325"/>
                    </a:lnTo>
                    <a:lnTo>
                      <a:pt x="1014" y="325"/>
                    </a:lnTo>
                    <a:lnTo>
                      <a:pt x="1016" y="325"/>
                    </a:lnTo>
                    <a:lnTo>
                      <a:pt x="1017" y="325"/>
                    </a:lnTo>
                    <a:lnTo>
                      <a:pt x="1019" y="325"/>
                    </a:lnTo>
                    <a:lnTo>
                      <a:pt x="1020" y="325"/>
                    </a:lnTo>
                    <a:lnTo>
                      <a:pt x="1021" y="325"/>
                    </a:lnTo>
                    <a:lnTo>
                      <a:pt x="1023" y="325"/>
                    </a:lnTo>
                    <a:lnTo>
                      <a:pt x="1024" y="325"/>
                    </a:lnTo>
                    <a:lnTo>
                      <a:pt x="1026" y="326"/>
                    </a:lnTo>
                    <a:lnTo>
                      <a:pt x="1027" y="326"/>
                    </a:lnTo>
                    <a:lnTo>
                      <a:pt x="1028" y="325"/>
                    </a:lnTo>
                    <a:lnTo>
                      <a:pt x="1030" y="326"/>
                    </a:lnTo>
                    <a:lnTo>
                      <a:pt x="1031" y="325"/>
                    </a:lnTo>
                    <a:lnTo>
                      <a:pt x="1033" y="325"/>
                    </a:lnTo>
                    <a:lnTo>
                      <a:pt x="1034" y="325"/>
                    </a:lnTo>
                    <a:lnTo>
                      <a:pt x="1036" y="325"/>
                    </a:lnTo>
                    <a:lnTo>
                      <a:pt x="1037" y="325"/>
                    </a:lnTo>
                    <a:lnTo>
                      <a:pt x="1038" y="325"/>
                    </a:lnTo>
                    <a:lnTo>
                      <a:pt x="1040" y="325"/>
                    </a:lnTo>
                    <a:lnTo>
                      <a:pt x="1041" y="325"/>
                    </a:lnTo>
                    <a:lnTo>
                      <a:pt x="1043" y="325"/>
                    </a:lnTo>
                    <a:lnTo>
                      <a:pt x="1044" y="325"/>
                    </a:lnTo>
                    <a:lnTo>
                      <a:pt x="1045" y="325"/>
                    </a:lnTo>
                    <a:lnTo>
                      <a:pt x="1047" y="325"/>
                    </a:lnTo>
                    <a:lnTo>
                      <a:pt x="1048" y="325"/>
                    </a:lnTo>
                    <a:lnTo>
                      <a:pt x="1050" y="325"/>
                    </a:lnTo>
                    <a:lnTo>
                      <a:pt x="1051" y="325"/>
                    </a:lnTo>
                    <a:lnTo>
                      <a:pt x="1052" y="325"/>
                    </a:lnTo>
                    <a:lnTo>
                      <a:pt x="1054" y="325"/>
                    </a:lnTo>
                    <a:lnTo>
                      <a:pt x="1055" y="325"/>
                    </a:lnTo>
                    <a:lnTo>
                      <a:pt x="1057" y="325"/>
                    </a:lnTo>
                    <a:lnTo>
                      <a:pt x="1058" y="325"/>
                    </a:lnTo>
                    <a:lnTo>
                      <a:pt x="1059" y="325"/>
                    </a:lnTo>
                    <a:lnTo>
                      <a:pt x="1061" y="325"/>
                    </a:lnTo>
                    <a:lnTo>
                      <a:pt x="1062" y="325"/>
                    </a:lnTo>
                    <a:lnTo>
                      <a:pt x="1064" y="325"/>
                    </a:lnTo>
                    <a:lnTo>
                      <a:pt x="1065" y="325"/>
                    </a:lnTo>
                    <a:lnTo>
                      <a:pt x="1067" y="325"/>
                    </a:lnTo>
                    <a:lnTo>
                      <a:pt x="1068" y="325"/>
                    </a:lnTo>
                    <a:lnTo>
                      <a:pt x="1069" y="325"/>
                    </a:lnTo>
                    <a:lnTo>
                      <a:pt x="1071" y="325"/>
                    </a:lnTo>
                    <a:lnTo>
                      <a:pt x="1072" y="324"/>
                    </a:lnTo>
                    <a:lnTo>
                      <a:pt x="1074" y="324"/>
                    </a:lnTo>
                    <a:lnTo>
                      <a:pt x="1075" y="324"/>
                    </a:lnTo>
                    <a:lnTo>
                      <a:pt x="1076" y="324"/>
                    </a:lnTo>
                    <a:lnTo>
                      <a:pt x="1078" y="324"/>
                    </a:lnTo>
                    <a:lnTo>
                      <a:pt x="1079" y="324"/>
                    </a:lnTo>
                    <a:lnTo>
                      <a:pt x="1081" y="324"/>
                    </a:lnTo>
                    <a:lnTo>
                      <a:pt x="1082" y="324"/>
                    </a:lnTo>
                    <a:lnTo>
                      <a:pt x="1083" y="324"/>
                    </a:lnTo>
                    <a:lnTo>
                      <a:pt x="1085" y="324"/>
                    </a:lnTo>
                    <a:lnTo>
                      <a:pt x="1086" y="324"/>
                    </a:lnTo>
                    <a:lnTo>
                      <a:pt x="1088" y="324"/>
                    </a:lnTo>
                    <a:lnTo>
                      <a:pt x="1089" y="324"/>
                    </a:lnTo>
                    <a:lnTo>
                      <a:pt x="1091" y="324"/>
                    </a:lnTo>
                    <a:lnTo>
                      <a:pt x="1092" y="324"/>
                    </a:lnTo>
                    <a:lnTo>
                      <a:pt x="1093" y="324"/>
                    </a:lnTo>
                    <a:lnTo>
                      <a:pt x="1095" y="324"/>
                    </a:lnTo>
                    <a:lnTo>
                      <a:pt x="1096" y="324"/>
                    </a:lnTo>
                    <a:lnTo>
                      <a:pt x="1098" y="324"/>
                    </a:lnTo>
                    <a:lnTo>
                      <a:pt x="1099" y="324"/>
                    </a:lnTo>
                    <a:lnTo>
                      <a:pt x="1100" y="324"/>
                    </a:lnTo>
                    <a:lnTo>
                      <a:pt x="1102" y="323"/>
                    </a:lnTo>
                    <a:lnTo>
                      <a:pt x="1103" y="323"/>
                    </a:lnTo>
                    <a:lnTo>
                      <a:pt x="1105" y="324"/>
                    </a:lnTo>
                    <a:lnTo>
                      <a:pt x="1106" y="324"/>
                    </a:lnTo>
                    <a:lnTo>
                      <a:pt x="1107" y="323"/>
                    </a:lnTo>
                    <a:lnTo>
                      <a:pt x="1109" y="323"/>
                    </a:lnTo>
                    <a:lnTo>
                      <a:pt x="1110" y="323"/>
                    </a:lnTo>
                    <a:lnTo>
                      <a:pt x="1112" y="323"/>
                    </a:lnTo>
                    <a:lnTo>
                      <a:pt x="1113" y="323"/>
                    </a:lnTo>
                    <a:lnTo>
                      <a:pt x="1115" y="323"/>
                    </a:lnTo>
                    <a:lnTo>
                      <a:pt x="1116" y="323"/>
                    </a:lnTo>
                    <a:lnTo>
                      <a:pt x="1117" y="323"/>
                    </a:lnTo>
                    <a:lnTo>
                      <a:pt x="1119" y="323"/>
                    </a:lnTo>
                    <a:lnTo>
                      <a:pt x="1120" y="323"/>
                    </a:lnTo>
                    <a:lnTo>
                      <a:pt x="1122" y="323"/>
                    </a:lnTo>
                    <a:lnTo>
                      <a:pt x="1123" y="323"/>
                    </a:lnTo>
                    <a:lnTo>
                      <a:pt x="1124" y="323"/>
                    </a:lnTo>
                    <a:lnTo>
                      <a:pt x="1126" y="323"/>
                    </a:lnTo>
                    <a:lnTo>
                      <a:pt x="1127" y="323"/>
                    </a:lnTo>
                    <a:lnTo>
                      <a:pt x="1129" y="323"/>
                    </a:lnTo>
                    <a:lnTo>
                      <a:pt x="1130" y="323"/>
                    </a:lnTo>
                    <a:lnTo>
                      <a:pt x="1131" y="323"/>
                    </a:lnTo>
                    <a:lnTo>
                      <a:pt x="1133" y="323"/>
                    </a:lnTo>
                    <a:lnTo>
                      <a:pt x="1134" y="323"/>
                    </a:lnTo>
                    <a:lnTo>
                      <a:pt x="1136" y="323"/>
                    </a:lnTo>
                    <a:lnTo>
                      <a:pt x="1137" y="323"/>
                    </a:lnTo>
                    <a:lnTo>
                      <a:pt x="1139" y="323"/>
                    </a:lnTo>
                    <a:lnTo>
                      <a:pt x="1140" y="323"/>
                    </a:lnTo>
                    <a:lnTo>
                      <a:pt x="1141" y="323"/>
                    </a:lnTo>
                    <a:lnTo>
                      <a:pt x="1143" y="323"/>
                    </a:lnTo>
                    <a:lnTo>
                      <a:pt x="1144" y="323"/>
                    </a:lnTo>
                    <a:lnTo>
                      <a:pt x="1146" y="323"/>
                    </a:lnTo>
                    <a:lnTo>
                      <a:pt x="1147" y="323"/>
                    </a:lnTo>
                    <a:lnTo>
                      <a:pt x="1148" y="323"/>
                    </a:lnTo>
                    <a:lnTo>
                      <a:pt x="1150" y="323"/>
                    </a:lnTo>
                    <a:lnTo>
                      <a:pt x="1151" y="323"/>
                    </a:lnTo>
                    <a:lnTo>
                      <a:pt x="1153" y="323"/>
                    </a:lnTo>
                    <a:lnTo>
                      <a:pt x="1154" y="323"/>
                    </a:lnTo>
                    <a:lnTo>
                      <a:pt x="1155" y="323"/>
                    </a:lnTo>
                    <a:lnTo>
                      <a:pt x="1157" y="323"/>
                    </a:lnTo>
                    <a:lnTo>
                      <a:pt x="1158" y="323"/>
                    </a:lnTo>
                    <a:lnTo>
                      <a:pt x="1160" y="323"/>
                    </a:lnTo>
                    <a:lnTo>
                      <a:pt x="1161" y="323"/>
                    </a:lnTo>
                    <a:lnTo>
                      <a:pt x="1163" y="323"/>
                    </a:lnTo>
                    <a:lnTo>
                      <a:pt x="1164" y="323"/>
                    </a:lnTo>
                    <a:lnTo>
                      <a:pt x="1165" y="323"/>
                    </a:lnTo>
                    <a:lnTo>
                      <a:pt x="1167" y="323"/>
                    </a:lnTo>
                    <a:lnTo>
                      <a:pt x="1168" y="323"/>
                    </a:lnTo>
                    <a:lnTo>
                      <a:pt x="1170" y="323"/>
                    </a:lnTo>
                    <a:lnTo>
                      <a:pt x="1171" y="323"/>
                    </a:lnTo>
                    <a:lnTo>
                      <a:pt x="1172" y="323"/>
                    </a:lnTo>
                    <a:lnTo>
                      <a:pt x="1174" y="323"/>
                    </a:lnTo>
                    <a:lnTo>
                      <a:pt x="1175" y="322"/>
                    </a:lnTo>
                    <a:lnTo>
                      <a:pt x="1177" y="322"/>
                    </a:lnTo>
                    <a:lnTo>
                      <a:pt x="1178" y="322"/>
                    </a:lnTo>
                    <a:lnTo>
                      <a:pt x="1179" y="322"/>
                    </a:lnTo>
                    <a:lnTo>
                      <a:pt x="1181" y="322"/>
                    </a:lnTo>
                    <a:lnTo>
                      <a:pt x="1182" y="322"/>
                    </a:lnTo>
                    <a:lnTo>
                      <a:pt x="1184" y="322"/>
                    </a:lnTo>
                    <a:lnTo>
                      <a:pt x="1185" y="322"/>
                    </a:lnTo>
                    <a:lnTo>
                      <a:pt x="1187" y="322"/>
                    </a:lnTo>
                    <a:lnTo>
                      <a:pt x="1188" y="322"/>
                    </a:lnTo>
                    <a:lnTo>
                      <a:pt x="1189" y="322"/>
                    </a:lnTo>
                    <a:lnTo>
                      <a:pt x="1191" y="322"/>
                    </a:lnTo>
                    <a:lnTo>
                      <a:pt x="1192" y="322"/>
                    </a:lnTo>
                    <a:lnTo>
                      <a:pt x="1194" y="322"/>
                    </a:lnTo>
                    <a:lnTo>
                      <a:pt x="1195" y="322"/>
                    </a:lnTo>
                    <a:lnTo>
                      <a:pt x="1196" y="322"/>
                    </a:lnTo>
                    <a:lnTo>
                      <a:pt x="1198" y="322"/>
                    </a:lnTo>
                    <a:lnTo>
                      <a:pt x="1199" y="322"/>
                    </a:lnTo>
                    <a:lnTo>
                      <a:pt x="1201" y="322"/>
                    </a:lnTo>
                    <a:lnTo>
                      <a:pt x="1202" y="322"/>
                    </a:lnTo>
                    <a:lnTo>
                      <a:pt x="1203" y="322"/>
                    </a:lnTo>
                    <a:lnTo>
                      <a:pt x="1205" y="322"/>
                    </a:lnTo>
                    <a:lnTo>
                      <a:pt x="1206" y="322"/>
                    </a:lnTo>
                    <a:lnTo>
                      <a:pt x="1208" y="322"/>
                    </a:lnTo>
                    <a:lnTo>
                      <a:pt x="1209" y="322"/>
                    </a:lnTo>
                    <a:lnTo>
                      <a:pt x="1211" y="322"/>
                    </a:lnTo>
                    <a:lnTo>
                      <a:pt x="1212" y="322"/>
                    </a:lnTo>
                    <a:lnTo>
                      <a:pt x="1213" y="322"/>
                    </a:lnTo>
                    <a:lnTo>
                      <a:pt x="1215" y="322"/>
                    </a:lnTo>
                    <a:lnTo>
                      <a:pt x="1216" y="322"/>
                    </a:lnTo>
                    <a:lnTo>
                      <a:pt x="1218" y="322"/>
                    </a:lnTo>
                    <a:lnTo>
                      <a:pt x="1219" y="322"/>
                    </a:lnTo>
                    <a:lnTo>
                      <a:pt x="1220" y="322"/>
                    </a:lnTo>
                    <a:lnTo>
                      <a:pt x="1222" y="322"/>
                    </a:lnTo>
                    <a:lnTo>
                      <a:pt x="1223" y="322"/>
                    </a:lnTo>
                    <a:lnTo>
                      <a:pt x="1225" y="322"/>
                    </a:lnTo>
                    <a:lnTo>
                      <a:pt x="1226" y="322"/>
                    </a:lnTo>
                    <a:lnTo>
                      <a:pt x="1227" y="322"/>
                    </a:lnTo>
                    <a:lnTo>
                      <a:pt x="1229" y="322"/>
                    </a:lnTo>
                    <a:lnTo>
                      <a:pt x="1230" y="322"/>
                    </a:lnTo>
                    <a:lnTo>
                      <a:pt x="1232" y="322"/>
                    </a:lnTo>
                    <a:lnTo>
                      <a:pt x="1233" y="322"/>
                    </a:lnTo>
                    <a:lnTo>
                      <a:pt x="1234" y="322"/>
                    </a:lnTo>
                    <a:lnTo>
                      <a:pt x="1236" y="322"/>
                    </a:lnTo>
                    <a:lnTo>
                      <a:pt x="1237" y="322"/>
                    </a:lnTo>
                    <a:lnTo>
                      <a:pt x="1239" y="322"/>
                    </a:lnTo>
                    <a:lnTo>
                      <a:pt x="1240" y="322"/>
                    </a:lnTo>
                    <a:lnTo>
                      <a:pt x="1242" y="322"/>
                    </a:lnTo>
                    <a:lnTo>
                      <a:pt x="1243" y="322"/>
                    </a:lnTo>
                    <a:lnTo>
                      <a:pt x="1244" y="322"/>
                    </a:lnTo>
                    <a:lnTo>
                      <a:pt x="1246" y="322"/>
                    </a:lnTo>
                    <a:lnTo>
                      <a:pt x="1247" y="322"/>
                    </a:lnTo>
                    <a:lnTo>
                      <a:pt x="1249" y="322"/>
                    </a:lnTo>
                    <a:lnTo>
                      <a:pt x="1250" y="322"/>
                    </a:lnTo>
                    <a:lnTo>
                      <a:pt x="1251" y="322"/>
                    </a:lnTo>
                    <a:lnTo>
                      <a:pt x="1253" y="322"/>
                    </a:lnTo>
                    <a:lnTo>
                      <a:pt x="1254" y="322"/>
                    </a:lnTo>
                    <a:lnTo>
                      <a:pt x="1256" y="322"/>
                    </a:lnTo>
                    <a:lnTo>
                      <a:pt x="1257" y="322"/>
                    </a:lnTo>
                    <a:lnTo>
                      <a:pt x="1258" y="322"/>
                    </a:lnTo>
                    <a:lnTo>
                      <a:pt x="1260" y="322"/>
                    </a:lnTo>
                    <a:lnTo>
                      <a:pt x="1261" y="322"/>
                    </a:lnTo>
                    <a:lnTo>
                      <a:pt x="1263" y="322"/>
                    </a:lnTo>
                    <a:lnTo>
                      <a:pt x="1264" y="322"/>
                    </a:lnTo>
                    <a:lnTo>
                      <a:pt x="1266" y="322"/>
                    </a:lnTo>
                    <a:lnTo>
                      <a:pt x="1267" y="322"/>
                    </a:lnTo>
                    <a:lnTo>
                      <a:pt x="1268" y="322"/>
                    </a:lnTo>
                    <a:lnTo>
                      <a:pt x="1270" y="322"/>
                    </a:lnTo>
                    <a:lnTo>
                      <a:pt x="1271" y="322"/>
                    </a:lnTo>
                    <a:lnTo>
                      <a:pt x="1273" y="322"/>
                    </a:lnTo>
                    <a:lnTo>
                      <a:pt x="1274" y="322"/>
                    </a:lnTo>
                    <a:lnTo>
                      <a:pt x="1275" y="322"/>
                    </a:lnTo>
                    <a:lnTo>
                      <a:pt x="1277" y="322"/>
                    </a:lnTo>
                    <a:lnTo>
                      <a:pt x="1278" y="322"/>
                    </a:lnTo>
                    <a:lnTo>
                      <a:pt x="1280" y="322"/>
                    </a:lnTo>
                    <a:lnTo>
                      <a:pt x="1281" y="322"/>
                    </a:lnTo>
                    <a:lnTo>
                      <a:pt x="1282" y="322"/>
                    </a:lnTo>
                    <a:lnTo>
                      <a:pt x="1284" y="322"/>
                    </a:lnTo>
                    <a:lnTo>
                      <a:pt x="1285" y="322"/>
                    </a:lnTo>
                    <a:lnTo>
                      <a:pt x="1287" y="322"/>
                    </a:lnTo>
                    <a:lnTo>
                      <a:pt x="1288" y="322"/>
                    </a:lnTo>
                    <a:lnTo>
                      <a:pt x="1290" y="322"/>
                    </a:lnTo>
                    <a:lnTo>
                      <a:pt x="1291" y="322"/>
                    </a:lnTo>
                    <a:lnTo>
                      <a:pt x="1292" y="322"/>
                    </a:lnTo>
                    <a:lnTo>
                      <a:pt x="1294" y="322"/>
                    </a:lnTo>
                    <a:lnTo>
                      <a:pt x="1295" y="322"/>
                    </a:lnTo>
                    <a:lnTo>
                      <a:pt x="1297" y="322"/>
                    </a:lnTo>
                    <a:lnTo>
                      <a:pt x="1298" y="322"/>
                    </a:lnTo>
                    <a:lnTo>
                      <a:pt x="1299" y="322"/>
                    </a:lnTo>
                    <a:lnTo>
                      <a:pt x="1301" y="322"/>
                    </a:lnTo>
                    <a:lnTo>
                      <a:pt x="1302" y="322"/>
                    </a:lnTo>
                    <a:lnTo>
                      <a:pt x="1304" y="322"/>
                    </a:lnTo>
                    <a:lnTo>
                      <a:pt x="1305" y="322"/>
                    </a:lnTo>
                    <a:lnTo>
                      <a:pt x="1306" y="322"/>
                    </a:lnTo>
                    <a:lnTo>
                      <a:pt x="1308" y="322"/>
                    </a:lnTo>
                    <a:lnTo>
                      <a:pt x="1309" y="322"/>
                    </a:lnTo>
                    <a:lnTo>
                      <a:pt x="1311" y="322"/>
                    </a:lnTo>
                    <a:lnTo>
                      <a:pt x="1312" y="322"/>
                    </a:lnTo>
                    <a:lnTo>
                      <a:pt x="1314" y="322"/>
                    </a:lnTo>
                    <a:lnTo>
                      <a:pt x="1315" y="322"/>
                    </a:lnTo>
                    <a:lnTo>
                      <a:pt x="1316" y="322"/>
                    </a:lnTo>
                    <a:lnTo>
                      <a:pt x="1318" y="322"/>
                    </a:lnTo>
                    <a:lnTo>
                      <a:pt x="1319" y="322"/>
                    </a:lnTo>
                    <a:lnTo>
                      <a:pt x="1321" y="322"/>
                    </a:lnTo>
                    <a:lnTo>
                      <a:pt x="1322" y="322"/>
                    </a:lnTo>
                    <a:lnTo>
                      <a:pt x="1323" y="322"/>
                    </a:lnTo>
                    <a:lnTo>
                      <a:pt x="1325" y="322"/>
                    </a:lnTo>
                    <a:lnTo>
                      <a:pt x="1326" y="322"/>
                    </a:lnTo>
                    <a:lnTo>
                      <a:pt x="1328" y="322"/>
                    </a:lnTo>
                    <a:lnTo>
                      <a:pt x="1329" y="322"/>
                    </a:lnTo>
                    <a:lnTo>
                      <a:pt x="1330" y="322"/>
                    </a:lnTo>
                    <a:lnTo>
                      <a:pt x="1332" y="322"/>
                    </a:lnTo>
                    <a:lnTo>
                      <a:pt x="1333" y="322"/>
                    </a:lnTo>
                    <a:lnTo>
                      <a:pt x="1335" y="322"/>
                    </a:lnTo>
                    <a:lnTo>
                      <a:pt x="1336" y="322"/>
                    </a:lnTo>
                    <a:lnTo>
                      <a:pt x="1338" y="322"/>
                    </a:lnTo>
                    <a:lnTo>
                      <a:pt x="1339" y="322"/>
                    </a:lnTo>
                    <a:lnTo>
                      <a:pt x="1340" y="322"/>
                    </a:lnTo>
                    <a:lnTo>
                      <a:pt x="1342" y="322"/>
                    </a:lnTo>
                    <a:lnTo>
                      <a:pt x="1343" y="322"/>
                    </a:lnTo>
                    <a:lnTo>
                      <a:pt x="1345" y="322"/>
                    </a:lnTo>
                    <a:lnTo>
                      <a:pt x="1346" y="322"/>
                    </a:lnTo>
                    <a:lnTo>
                      <a:pt x="1347" y="322"/>
                    </a:lnTo>
                    <a:lnTo>
                      <a:pt x="1349" y="322"/>
                    </a:lnTo>
                    <a:lnTo>
                      <a:pt x="1350" y="322"/>
                    </a:lnTo>
                    <a:lnTo>
                      <a:pt x="1352" y="322"/>
                    </a:lnTo>
                    <a:lnTo>
                      <a:pt x="1353" y="322"/>
                    </a:lnTo>
                    <a:lnTo>
                      <a:pt x="1354" y="322"/>
                    </a:lnTo>
                    <a:lnTo>
                      <a:pt x="1356" y="322"/>
                    </a:lnTo>
                    <a:lnTo>
                      <a:pt x="1357" y="322"/>
                    </a:lnTo>
                    <a:lnTo>
                      <a:pt x="1359" y="322"/>
                    </a:lnTo>
                    <a:lnTo>
                      <a:pt x="1360" y="322"/>
                    </a:lnTo>
                    <a:lnTo>
                      <a:pt x="1362" y="322"/>
                    </a:lnTo>
                    <a:lnTo>
                      <a:pt x="1363" y="322"/>
                    </a:lnTo>
                    <a:lnTo>
                      <a:pt x="1364" y="322"/>
                    </a:lnTo>
                    <a:lnTo>
                      <a:pt x="1366" y="322"/>
                    </a:lnTo>
                    <a:lnTo>
                      <a:pt x="1367" y="322"/>
                    </a:lnTo>
                    <a:lnTo>
                      <a:pt x="1369" y="322"/>
                    </a:lnTo>
                    <a:lnTo>
                      <a:pt x="1370" y="322"/>
                    </a:lnTo>
                    <a:lnTo>
                      <a:pt x="1371" y="322"/>
                    </a:lnTo>
                    <a:lnTo>
                      <a:pt x="1373" y="322"/>
                    </a:lnTo>
                    <a:lnTo>
                      <a:pt x="1374" y="322"/>
                    </a:lnTo>
                    <a:lnTo>
                      <a:pt x="1376" y="322"/>
                    </a:lnTo>
                    <a:lnTo>
                      <a:pt x="1377" y="322"/>
                    </a:lnTo>
                    <a:lnTo>
                      <a:pt x="1378" y="322"/>
                    </a:lnTo>
                    <a:lnTo>
                      <a:pt x="1380" y="322"/>
                    </a:lnTo>
                    <a:lnTo>
                      <a:pt x="1381" y="322"/>
                    </a:lnTo>
                    <a:lnTo>
                      <a:pt x="1383" y="322"/>
                    </a:lnTo>
                    <a:lnTo>
                      <a:pt x="1384" y="322"/>
                    </a:lnTo>
                    <a:lnTo>
                      <a:pt x="1386" y="322"/>
                    </a:lnTo>
                    <a:lnTo>
                      <a:pt x="1387" y="322"/>
                    </a:lnTo>
                    <a:lnTo>
                      <a:pt x="1388" y="322"/>
                    </a:lnTo>
                    <a:lnTo>
                      <a:pt x="1390" y="322"/>
                    </a:lnTo>
                    <a:lnTo>
                      <a:pt x="1391" y="322"/>
                    </a:lnTo>
                    <a:lnTo>
                      <a:pt x="1393" y="322"/>
                    </a:lnTo>
                    <a:lnTo>
                      <a:pt x="1394" y="322"/>
                    </a:lnTo>
                    <a:lnTo>
                      <a:pt x="1395" y="322"/>
                    </a:lnTo>
                    <a:lnTo>
                      <a:pt x="1397" y="322"/>
                    </a:lnTo>
                    <a:lnTo>
                      <a:pt x="1398" y="322"/>
                    </a:lnTo>
                    <a:lnTo>
                      <a:pt x="1400" y="322"/>
                    </a:lnTo>
                    <a:lnTo>
                      <a:pt x="1401" y="322"/>
                    </a:lnTo>
                    <a:lnTo>
                      <a:pt x="1402" y="322"/>
                    </a:lnTo>
                    <a:lnTo>
                      <a:pt x="1404" y="322"/>
                    </a:lnTo>
                    <a:lnTo>
                      <a:pt x="1405" y="322"/>
                    </a:lnTo>
                    <a:lnTo>
                      <a:pt x="1407" y="322"/>
                    </a:lnTo>
                    <a:lnTo>
                      <a:pt x="1408" y="322"/>
                    </a:lnTo>
                    <a:lnTo>
                      <a:pt x="1409" y="322"/>
                    </a:lnTo>
                    <a:lnTo>
                      <a:pt x="1411" y="322"/>
                    </a:lnTo>
                    <a:lnTo>
                      <a:pt x="1412" y="322"/>
                    </a:lnTo>
                    <a:lnTo>
                      <a:pt x="1414" y="322"/>
                    </a:lnTo>
                    <a:lnTo>
                      <a:pt x="1415" y="321"/>
                    </a:lnTo>
                    <a:lnTo>
                      <a:pt x="1417" y="321"/>
                    </a:lnTo>
                    <a:lnTo>
                      <a:pt x="1418" y="322"/>
                    </a:lnTo>
                    <a:lnTo>
                      <a:pt x="1419" y="322"/>
                    </a:lnTo>
                    <a:lnTo>
                      <a:pt x="1421" y="322"/>
                    </a:lnTo>
                    <a:lnTo>
                      <a:pt x="1422" y="322"/>
                    </a:lnTo>
                    <a:lnTo>
                      <a:pt x="1424" y="322"/>
                    </a:lnTo>
                    <a:lnTo>
                      <a:pt x="1425" y="322"/>
                    </a:lnTo>
                    <a:lnTo>
                      <a:pt x="1426" y="322"/>
                    </a:lnTo>
                    <a:lnTo>
                      <a:pt x="1428" y="322"/>
                    </a:lnTo>
                    <a:lnTo>
                      <a:pt x="1429" y="322"/>
                    </a:lnTo>
                    <a:lnTo>
                      <a:pt x="1431" y="321"/>
                    </a:lnTo>
                    <a:lnTo>
                      <a:pt x="1432" y="321"/>
                    </a:lnTo>
                    <a:lnTo>
                      <a:pt x="1433" y="321"/>
                    </a:lnTo>
                    <a:lnTo>
                      <a:pt x="1435" y="321"/>
                    </a:lnTo>
                    <a:lnTo>
                      <a:pt x="1436" y="321"/>
                    </a:lnTo>
                    <a:lnTo>
                      <a:pt x="1438" y="321"/>
                    </a:lnTo>
                    <a:lnTo>
                      <a:pt x="1439" y="321"/>
                    </a:lnTo>
                    <a:lnTo>
                      <a:pt x="1441" y="321"/>
                    </a:lnTo>
                    <a:lnTo>
                      <a:pt x="1442" y="321"/>
                    </a:lnTo>
                    <a:lnTo>
                      <a:pt x="1443" y="321"/>
                    </a:lnTo>
                    <a:lnTo>
                      <a:pt x="1445" y="321"/>
                    </a:lnTo>
                    <a:lnTo>
                      <a:pt x="1446" y="321"/>
                    </a:lnTo>
                    <a:lnTo>
                      <a:pt x="1448" y="321"/>
                    </a:lnTo>
                    <a:lnTo>
                      <a:pt x="1449" y="321"/>
                    </a:lnTo>
                    <a:lnTo>
                      <a:pt x="1450" y="321"/>
                    </a:lnTo>
                    <a:lnTo>
                      <a:pt x="1452" y="321"/>
                    </a:lnTo>
                    <a:lnTo>
                      <a:pt x="1453" y="321"/>
                    </a:lnTo>
                    <a:lnTo>
                      <a:pt x="1455" y="321"/>
                    </a:lnTo>
                    <a:lnTo>
                      <a:pt x="1456" y="321"/>
                    </a:lnTo>
                    <a:lnTo>
                      <a:pt x="1457" y="321"/>
                    </a:lnTo>
                    <a:lnTo>
                      <a:pt x="1459" y="321"/>
                    </a:lnTo>
                    <a:lnTo>
                      <a:pt x="1460" y="321"/>
                    </a:lnTo>
                    <a:lnTo>
                      <a:pt x="1462" y="321"/>
                    </a:lnTo>
                    <a:lnTo>
                      <a:pt x="1463" y="321"/>
                    </a:lnTo>
                    <a:lnTo>
                      <a:pt x="1465" y="321"/>
                    </a:lnTo>
                    <a:lnTo>
                      <a:pt x="1466" y="321"/>
                    </a:lnTo>
                    <a:lnTo>
                      <a:pt x="1467" y="321"/>
                    </a:lnTo>
                    <a:lnTo>
                      <a:pt x="1469" y="321"/>
                    </a:lnTo>
                    <a:lnTo>
                      <a:pt x="1470" y="321"/>
                    </a:lnTo>
                    <a:lnTo>
                      <a:pt x="1472" y="321"/>
                    </a:lnTo>
                    <a:lnTo>
                      <a:pt x="1473" y="321"/>
                    </a:lnTo>
                    <a:lnTo>
                      <a:pt x="1474" y="321"/>
                    </a:lnTo>
                    <a:lnTo>
                      <a:pt x="1476" y="321"/>
                    </a:lnTo>
                    <a:lnTo>
                      <a:pt x="1477" y="321"/>
                    </a:lnTo>
                    <a:lnTo>
                      <a:pt x="1479" y="321"/>
                    </a:lnTo>
                    <a:lnTo>
                      <a:pt x="1480" y="321"/>
                    </a:lnTo>
                    <a:lnTo>
                      <a:pt x="1481" y="321"/>
                    </a:lnTo>
                    <a:lnTo>
                      <a:pt x="1483" y="321"/>
                    </a:lnTo>
                    <a:lnTo>
                      <a:pt x="1484" y="321"/>
                    </a:lnTo>
                    <a:lnTo>
                      <a:pt x="1486" y="321"/>
                    </a:lnTo>
                    <a:lnTo>
                      <a:pt x="1487" y="321"/>
                    </a:lnTo>
                    <a:lnTo>
                      <a:pt x="1489" y="321"/>
                    </a:lnTo>
                    <a:lnTo>
                      <a:pt x="1490" y="321"/>
                    </a:lnTo>
                    <a:lnTo>
                      <a:pt x="1491" y="321"/>
                    </a:lnTo>
                    <a:lnTo>
                      <a:pt x="1493" y="321"/>
                    </a:lnTo>
                    <a:lnTo>
                      <a:pt x="1494" y="321"/>
                    </a:lnTo>
                    <a:lnTo>
                      <a:pt x="1496" y="321"/>
                    </a:lnTo>
                    <a:lnTo>
                      <a:pt x="1497" y="321"/>
                    </a:lnTo>
                    <a:lnTo>
                      <a:pt x="1498" y="321"/>
                    </a:lnTo>
                    <a:lnTo>
                      <a:pt x="1500" y="321"/>
                    </a:lnTo>
                    <a:lnTo>
                      <a:pt x="1501" y="321"/>
                    </a:lnTo>
                    <a:lnTo>
                      <a:pt x="1503" y="321"/>
                    </a:lnTo>
                    <a:lnTo>
                      <a:pt x="1504" y="321"/>
                    </a:lnTo>
                    <a:lnTo>
                      <a:pt x="1505" y="321"/>
                    </a:lnTo>
                    <a:lnTo>
                      <a:pt x="1507" y="321"/>
                    </a:lnTo>
                    <a:lnTo>
                      <a:pt x="1508" y="321"/>
                    </a:lnTo>
                    <a:lnTo>
                      <a:pt x="1510" y="321"/>
                    </a:lnTo>
                    <a:lnTo>
                      <a:pt x="1511" y="321"/>
                    </a:lnTo>
                    <a:lnTo>
                      <a:pt x="1513" y="321"/>
                    </a:lnTo>
                    <a:lnTo>
                      <a:pt x="1514" y="321"/>
                    </a:lnTo>
                    <a:lnTo>
                      <a:pt x="1515" y="321"/>
                    </a:lnTo>
                    <a:lnTo>
                      <a:pt x="1517" y="322"/>
                    </a:lnTo>
                    <a:lnTo>
                      <a:pt x="1518" y="322"/>
                    </a:lnTo>
                    <a:lnTo>
                      <a:pt x="1520" y="322"/>
                    </a:lnTo>
                    <a:lnTo>
                      <a:pt x="1521" y="322"/>
                    </a:lnTo>
                    <a:lnTo>
                      <a:pt x="1522" y="322"/>
                    </a:lnTo>
                    <a:lnTo>
                      <a:pt x="1524" y="322"/>
                    </a:lnTo>
                    <a:lnTo>
                      <a:pt x="1525" y="322"/>
                    </a:lnTo>
                    <a:lnTo>
                      <a:pt x="1527" y="322"/>
                    </a:lnTo>
                    <a:lnTo>
                      <a:pt x="1528" y="322"/>
                    </a:lnTo>
                    <a:lnTo>
                      <a:pt x="1529" y="322"/>
                    </a:lnTo>
                    <a:lnTo>
                      <a:pt x="1531" y="322"/>
                    </a:lnTo>
                    <a:lnTo>
                      <a:pt x="1532" y="322"/>
                    </a:lnTo>
                    <a:lnTo>
                      <a:pt x="1534" y="322"/>
                    </a:lnTo>
                    <a:lnTo>
                      <a:pt x="1535" y="322"/>
                    </a:lnTo>
                    <a:lnTo>
                      <a:pt x="1537" y="322"/>
                    </a:lnTo>
                    <a:lnTo>
                      <a:pt x="1538" y="322"/>
                    </a:lnTo>
                    <a:lnTo>
                      <a:pt x="1539" y="322"/>
                    </a:lnTo>
                    <a:lnTo>
                      <a:pt x="1541" y="322"/>
                    </a:lnTo>
                    <a:lnTo>
                      <a:pt x="1542" y="322"/>
                    </a:lnTo>
                    <a:lnTo>
                      <a:pt x="1544" y="322"/>
                    </a:lnTo>
                    <a:lnTo>
                      <a:pt x="1545" y="321"/>
                    </a:lnTo>
                    <a:lnTo>
                      <a:pt x="1546" y="321"/>
                    </a:lnTo>
                    <a:lnTo>
                      <a:pt x="1548" y="321"/>
                    </a:lnTo>
                    <a:lnTo>
                      <a:pt x="1549" y="321"/>
                    </a:lnTo>
                    <a:lnTo>
                      <a:pt x="1551" y="321"/>
                    </a:lnTo>
                    <a:lnTo>
                      <a:pt x="1552" y="321"/>
                    </a:lnTo>
                    <a:lnTo>
                      <a:pt x="1553" y="321"/>
                    </a:lnTo>
                    <a:lnTo>
                      <a:pt x="1555" y="322"/>
                    </a:lnTo>
                    <a:lnTo>
                      <a:pt x="1556" y="321"/>
                    </a:lnTo>
                    <a:lnTo>
                      <a:pt x="1558" y="321"/>
                    </a:lnTo>
                    <a:lnTo>
                      <a:pt x="1559" y="321"/>
                    </a:lnTo>
                    <a:lnTo>
                      <a:pt x="1561" y="321"/>
                    </a:lnTo>
                    <a:lnTo>
                      <a:pt x="1562" y="321"/>
                    </a:lnTo>
                    <a:lnTo>
                      <a:pt x="1563" y="321"/>
                    </a:lnTo>
                    <a:lnTo>
                      <a:pt x="1565" y="321"/>
                    </a:lnTo>
                    <a:lnTo>
                      <a:pt x="1566" y="321"/>
                    </a:lnTo>
                    <a:lnTo>
                      <a:pt x="1568" y="321"/>
                    </a:lnTo>
                    <a:lnTo>
                      <a:pt x="1569" y="321"/>
                    </a:lnTo>
                    <a:lnTo>
                      <a:pt x="1570" y="321"/>
                    </a:lnTo>
                    <a:lnTo>
                      <a:pt x="1572" y="321"/>
                    </a:lnTo>
                    <a:lnTo>
                      <a:pt x="1573" y="321"/>
                    </a:lnTo>
                    <a:lnTo>
                      <a:pt x="1575" y="321"/>
                    </a:lnTo>
                    <a:lnTo>
                      <a:pt x="1576" y="321"/>
                    </a:lnTo>
                    <a:lnTo>
                      <a:pt x="1577" y="321"/>
                    </a:lnTo>
                    <a:lnTo>
                      <a:pt x="1579" y="321"/>
                    </a:lnTo>
                    <a:lnTo>
                      <a:pt x="1580" y="321"/>
                    </a:lnTo>
                    <a:lnTo>
                      <a:pt x="1582" y="321"/>
                    </a:lnTo>
                    <a:lnTo>
                      <a:pt x="1583" y="321"/>
                    </a:lnTo>
                    <a:lnTo>
                      <a:pt x="1584" y="321"/>
                    </a:lnTo>
                    <a:lnTo>
                      <a:pt x="1586" y="321"/>
                    </a:lnTo>
                    <a:lnTo>
                      <a:pt x="1587" y="321"/>
                    </a:lnTo>
                    <a:lnTo>
                      <a:pt x="1589" y="321"/>
                    </a:lnTo>
                    <a:lnTo>
                      <a:pt x="1590" y="321"/>
                    </a:lnTo>
                    <a:lnTo>
                      <a:pt x="1592" y="321"/>
                    </a:lnTo>
                    <a:lnTo>
                      <a:pt x="1593" y="321"/>
                    </a:lnTo>
                    <a:lnTo>
                      <a:pt x="1594" y="321"/>
                    </a:lnTo>
                    <a:lnTo>
                      <a:pt x="1596" y="321"/>
                    </a:lnTo>
                    <a:lnTo>
                      <a:pt x="1597" y="321"/>
                    </a:lnTo>
                    <a:lnTo>
                      <a:pt x="1599" y="321"/>
                    </a:lnTo>
                    <a:lnTo>
                      <a:pt x="1600" y="321"/>
                    </a:lnTo>
                    <a:lnTo>
                      <a:pt x="1601" y="321"/>
                    </a:lnTo>
                    <a:lnTo>
                      <a:pt x="1603" y="321"/>
                    </a:lnTo>
                    <a:lnTo>
                      <a:pt x="1604" y="321"/>
                    </a:lnTo>
                    <a:lnTo>
                      <a:pt x="1606" y="321"/>
                    </a:lnTo>
                    <a:lnTo>
                      <a:pt x="1607" y="321"/>
                    </a:lnTo>
                    <a:lnTo>
                      <a:pt x="1608" y="321"/>
                    </a:lnTo>
                    <a:lnTo>
                      <a:pt x="1610" y="321"/>
                    </a:lnTo>
                    <a:lnTo>
                      <a:pt x="1611" y="321"/>
                    </a:lnTo>
                    <a:lnTo>
                      <a:pt x="1613" y="321"/>
                    </a:lnTo>
                    <a:lnTo>
                      <a:pt x="1614" y="321"/>
                    </a:lnTo>
                    <a:lnTo>
                      <a:pt x="1616" y="321"/>
                    </a:lnTo>
                    <a:lnTo>
                      <a:pt x="1617" y="322"/>
                    </a:lnTo>
                    <a:lnTo>
                      <a:pt x="1618" y="322"/>
                    </a:lnTo>
                    <a:lnTo>
                      <a:pt x="1620" y="321"/>
                    </a:lnTo>
                    <a:lnTo>
                      <a:pt x="1621" y="321"/>
                    </a:lnTo>
                    <a:lnTo>
                      <a:pt x="1623" y="321"/>
                    </a:lnTo>
                    <a:lnTo>
                      <a:pt x="1624" y="321"/>
                    </a:lnTo>
                    <a:lnTo>
                      <a:pt x="1625" y="321"/>
                    </a:lnTo>
                    <a:lnTo>
                      <a:pt x="1627" y="321"/>
                    </a:lnTo>
                    <a:lnTo>
                      <a:pt x="1628" y="321"/>
                    </a:lnTo>
                    <a:lnTo>
                      <a:pt x="1630" y="321"/>
                    </a:lnTo>
                    <a:lnTo>
                      <a:pt x="1631" y="321"/>
                    </a:lnTo>
                    <a:lnTo>
                      <a:pt x="1632" y="321"/>
                    </a:lnTo>
                    <a:lnTo>
                      <a:pt x="1634" y="321"/>
                    </a:lnTo>
                    <a:lnTo>
                      <a:pt x="1635" y="321"/>
                    </a:lnTo>
                    <a:lnTo>
                      <a:pt x="1637" y="321"/>
                    </a:lnTo>
                    <a:lnTo>
                      <a:pt x="1638" y="321"/>
                    </a:lnTo>
                    <a:lnTo>
                      <a:pt x="1640" y="321"/>
                    </a:lnTo>
                    <a:lnTo>
                      <a:pt x="1641" y="321"/>
                    </a:lnTo>
                    <a:lnTo>
                      <a:pt x="1642" y="321"/>
                    </a:lnTo>
                    <a:lnTo>
                      <a:pt x="1644" y="321"/>
                    </a:lnTo>
                    <a:lnTo>
                      <a:pt x="1645" y="321"/>
                    </a:lnTo>
                    <a:lnTo>
                      <a:pt x="1647" y="321"/>
                    </a:lnTo>
                    <a:lnTo>
                      <a:pt x="1648" y="321"/>
                    </a:lnTo>
                    <a:lnTo>
                      <a:pt x="1649" y="321"/>
                    </a:lnTo>
                    <a:lnTo>
                      <a:pt x="1651" y="321"/>
                    </a:lnTo>
                    <a:lnTo>
                      <a:pt x="1652" y="321"/>
                    </a:lnTo>
                    <a:lnTo>
                      <a:pt x="1654" y="321"/>
                    </a:lnTo>
                    <a:lnTo>
                      <a:pt x="1655" y="321"/>
                    </a:lnTo>
                    <a:lnTo>
                      <a:pt x="1656" y="321"/>
                    </a:lnTo>
                    <a:lnTo>
                      <a:pt x="1658" y="321"/>
                    </a:lnTo>
                    <a:lnTo>
                      <a:pt x="1659" y="321"/>
                    </a:lnTo>
                    <a:lnTo>
                      <a:pt x="1661" y="321"/>
                    </a:lnTo>
                    <a:lnTo>
                      <a:pt x="1662" y="321"/>
                    </a:lnTo>
                    <a:lnTo>
                      <a:pt x="1664" y="321"/>
                    </a:lnTo>
                    <a:lnTo>
                      <a:pt x="1665" y="321"/>
                    </a:lnTo>
                    <a:lnTo>
                      <a:pt x="1666" y="321"/>
                    </a:lnTo>
                    <a:lnTo>
                      <a:pt x="1668" y="321"/>
                    </a:lnTo>
                    <a:lnTo>
                      <a:pt x="1669" y="321"/>
                    </a:lnTo>
                    <a:lnTo>
                      <a:pt x="1671" y="321"/>
                    </a:lnTo>
                    <a:lnTo>
                      <a:pt x="1672" y="321"/>
                    </a:lnTo>
                    <a:lnTo>
                      <a:pt x="1673" y="321"/>
                    </a:lnTo>
                    <a:lnTo>
                      <a:pt x="1675" y="321"/>
                    </a:lnTo>
                    <a:lnTo>
                      <a:pt x="1676" y="321"/>
                    </a:lnTo>
                    <a:lnTo>
                      <a:pt x="1678" y="321"/>
                    </a:lnTo>
                    <a:lnTo>
                      <a:pt x="1679" y="321"/>
                    </a:lnTo>
                    <a:lnTo>
                      <a:pt x="1680" y="321"/>
                    </a:lnTo>
                    <a:lnTo>
                      <a:pt x="1682" y="321"/>
                    </a:lnTo>
                    <a:lnTo>
                      <a:pt x="1683" y="321"/>
                    </a:lnTo>
                    <a:lnTo>
                      <a:pt x="1685" y="321"/>
                    </a:lnTo>
                    <a:lnTo>
                      <a:pt x="1686" y="321"/>
                    </a:lnTo>
                    <a:lnTo>
                      <a:pt x="1688" y="321"/>
                    </a:lnTo>
                    <a:lnTo>
                      <a:pt x="1689" y="321"/>
                    </a:lnTo>
                    <a:lnTo>
                      <a:pt x="1690" y="321"/>
                    </a:lnTo>
                    <a:lnTo>
                      <a:pt x="1692" y="321"/>
                    </a:lnTo>
                    <a:lnTo>
                      <a:pt x="1693" y="321"/>
                    </a:lnTo>
                    <a:lnTo>
                      <a:pt x="1695" y="321"/>
                    </a:lnTo>
                    <a:lnTo>
                      <a:pt x="1696" y="321"/>
                    </a:lnTo>
                    <a:lnTo>
                      <a:pt x="1697" y="321"/>
                    </a:lnTo>
                    <a:lnTo>
                      <a:pt x="1699" y="321"/>
                    </a:lnTo>
                    <a:lnTo>
                      <a:pt x="1700" y="321"/>
                    </a:lnTo>
                    <a:lnTo>
                      <a:pt x="1702" y="321"/>
                    </a:lnTo>
                    <a:lnTo>
                      <a:pt x="1703" y="321"/>
                    </a:lnTo>
                    <a:lnTo>
                      <a:pt x="1704" y="321"/>
                    </a:lnTo>
                    <a:lnTo>
                      <a:pt x="1706" y="321"/>
                    </a:lnTo>
                    <a:lnTo>
                      <a:pt x="1707" y="321"/>
                    </a:lnTo>
                    <a:lnTo>
                      <a:pt x="1709" y="322"/>
                    </a:lnTo>
                    <a:lnTo>
                      <a:pt x="1710" y="322"/>
                    </a:lnTo>
                    <a:lnTo>
                      <a:pt x="1712" y="322"/>
                    </a:lnTo>
                    <a:lnTo>
                      <a:pt x="1713" y="322"/>
                    </a:lnTo>
                    <a:lnTo>
                      <a:pt x="1714" y="322"/>
                    </a:lnTo>
                    <a:lnTo>
                      <a:pt x="1716" y="322"/>
                    </a:lnTo>
                    <a:lnTo>
                      <a:pt x="1717" y="322"/>
                    </a:lnTo>
                    <a:lnTo>
                      <a:pt x="1719" y="322"/>
                    </a:lnTo>
                    <a:lnTo>
                      <a:pt x="1720" y="322"/>
                    </a:lnTo>
                    <a:lnTo>
                      <a:pt x="1721" y="322"/>
                    </a:lnTo>
                    <a:lnTo>
                      <a:pt x="1723" y="322"/>
                    </a:lnTo>
                    <a:lnTo>
                      <a:pt x="1724" y="322"/>
                    </a:lnTo>
                    <a:lnTo>
                      <a:pt x="1726" y="322"/>
                    </a:lnTo>
                    <a:lnTo>
                      <a:pt x="1727" y="322"/>
                    </a:lnTo>
                    <a:lnTo>
                      <a:pt x="1728" y="322"/>
                    </a:lnTo>
                    <a:lnTo>
                      <a:pt x="1730" y="322"/>
                    </a:lnTo>
                    <a:lnTo>
                      <a:pt x="1731" y="322"/>
                    </a:lnTo>
                    <a:lnTo>
                      <a:pt x="1733" y="322"/>
                    </a:lnTo>
                    <a:lnTo>
                      <a:pt x="1734" y="322"/>
                    </a:lnTo>
                    <a:lnTo>
                      <a:pt x="1736" y="322"/>
                    </a:lnTo>
                    <a:lnTo>
                      <a:pt x="1737" y="321"/>
                    </a:lnTo>
                    <a:lnTo>
                      <a:pt x="1738" y="321"/>
                    </a:lnTo>
                    <a:lnTo>
                      <a:pt x="1740" y="321"/>
                    </a:lnTo>
                    <a:lnTo>
                      <a:pt x="1741" y="322"/>
                    </a:lnTo>
                    <a:lnTo>
                      <a:pt x="1743" y="321"/>
                    </a:lnTo>
                    <a:lnTo>
                      <a:pt x="1744" y="321"/>
                    </a:lnTo>
                    <a:lnTo>
                      <a:pt x="1745" y="321"/>
                    </a:lnTo>
                    <a:lnTo>
                      <a:pt x="1747" y="321"/>
                    </a:lnTo>
                    <a:lnTo>
                      <a:pt x="1748" y="321"/>
                    </a:lnTo>
                    <a:lnTo>
                      <a:pt x="1750" y="321"/>
                    </a:lnTo>
                    <a:lnTo>
                      <a:pt x="1751" y="321"/>
                    </a:lnTo>
                    <a:lnTo>
                      <a:pt x="1752" y="321"/>
                    </a:lnTo>
                    <a:lnTo>
                      <a:pt x="1754" y="321"/>
                    </a:lnTo>
                    <a:lnTo>
                      <a:pt x="1755" y="321"/>
                    </a:lnTo>
                    <a:lnTo>
                      <a:pt x="1757" y="321"/>
                    </a:lnTo>
                    <a:lnTo>
                      <a:pt x="1758" y="321"/>
                    </a:lnTo>
                    <a:lnTo>
                      <a:pt x="1759" y="321"/>
                    </a:lnTo>
                    <a:lnTo>
                      <a:pt x="1761" y="321"/>
                    </a:lnTo>
                    <a:lnTo>
                      <a:pt x="1762" y="321"/>
                    </a:lnTo>
                    <a:lnTo>
                      <a:pt x="1764" y="321"/>
                    </a:lnTo>
                    <a:lnTo>
                      <a:pt x="1765" y="321"/>
                    </a:lnTo>
                    <a:lnTo>
                      <a:pt x="1767" y="321"/>
                    </a:lnTo>
                    <a:lnTo>
                      <a:pt x="1768" y="321"/>
                    </a:lnTo>
                    <a:lnTo>
                      <a:pt x="1769" y="321"/>
                    </a:lnTo>
                    <a:lnTo>
                      <a:pt x="1771" y="321"/>
                    </a:lnTo>
                    <a:lnTo>
                      <a:pt x="1772" y="321"/>
                    </a:lnTo>
                    <a:lnTo>
                      <a:pt x="1774" y="321"/>
                    </a:lnTo>
                    <a:lnTo>
                      <a:pt x="1775" y="321"/>
                    </a:lnTo>
                    <a:lnTo>
                      <a:pt x="1776" y="321"/>
                    </a:lnTo>
                    <a:lnTo>
                      <a:pt x="1778" y="321"/>
                    </a:lnTo>
                    <a:lnTo>
                      <a:pt x="1779" y="321"/>
                    </a:lnTo>
                    <a:lnTo>
                      <a:pt x="1781" y="321"/>
                    </a:lnTo>
                    <a:lnTo>
                      <a:pt x="1782" y="322"/>
                    </a:lnTo>
                    <a:lnTo>
                      <a:pt x="1783" y="322"/>
                    </a:lnTo>
                    <a:lnTo>
                      <a:pt x="1785" y="322"/>
                    </a:lnTo>
                    <a:lnTo>
                      <a:pt x="1786" y="321"/>
                    </a:lnTo>
                    <a:lnTo>
                      <a:pt x="1788" y="321"/>
                    </a:lnTo>
                    <a:lnTo>
                      <a:pt x="1789" y="321"/>
                    </a:lnTo>
                    <a:lnTo>
                      <a:pt x="1791" y="321"/>
                    </a:lnTo>
                    <a:lnTo>
                      <a:pt x="1792" y="321"/>
                    </a:lnTo>
                    <a:lnTo>
                      <a:pt x="1793" y="321"/>
                    </a:lnTo>
                    <a:lnTo>
                      <a:pt x="1795" y="321"/>
                    </a:lnTo>
                    <a:lnTo>
                      <a:pt x="1796" y="321"/>
                    </a:lnTo>
                    <a:lnTo>
                      <a:pt x="1798" y="321"/>
                    </a:lnTo>
                    <a:lnTo>
                      <a:pt x="1799" y="321"/>
                    </a:lnTo>
                    <a:lnTo>
                      <a:pt x="1800" y="321"/>
                    </a:lnTo>
                    <a:lnTo>
                      <a:pt x="1802" y="321"/>
                    </a:lnTo>
                    <a:lnTo>
                      <a:pt x="1803" y="321"/>
                    </a:lnTo>
                    <a:lnTo>
                      <a:pt x="1805" y="321"/>
                    </a:lnTo>
                    <a:lnTo>
                      <a:pt x="1806" y="321"/>
                    </a:lnTo>
                    <a:lnTo>
                      <a:pt x="1807" y="321"/>
                    </a:lnTo>
                    <a:lnTo>
                      <a:pt x="1809" y="321"/>
                    </a:lnTo>
                    <a:lnTo>
                      <a:pt x="1810" y="321"/>
                    </a:lnTo>
                    <a:lnTo>
                      <a:pt x="1812" y="321"/>
                    </a:lnTo>
                    <a:lnTo>
                      <a:pt x="1813" y="321"/>
                    </a:lnTo>
                    <a:lnTo>
                      <a:pt x="1815" y="321"/>
                    </a:lnTo>
                    <a:lnTo>
                      <a:pt x="1816" y="321"/>
                    </a:lnTo>
                    <a:lnTo>
                      <a:pt x="1817" y="321"/>
                    </a:lnTo>
                    <a:lnTo>
                      <a:pt x="1819" y="321"/>
                    </a:lnTo>
                    <a:lnTo>
                      <a:pt x="1820" y="321"/>
                    </a:lnTo>
                    <a:lnTo>
                      <a:pt x="1822" y="321"/>
                    </a:lnTo>
                    <a:lnTo>
                      <a:pt x="1823" y="321"/>
                    </a:lnTo>
                    <a:lnTo>
                      <a:pt x="1824" y="321"/>
                    </a:lnTo>
                    <a:lnTo>
                      <a:pt x="1826" y="321"/>
                    </a:lnTo>
                    <a:lnTo>
                      <a:pt x="1827" y="321"/>
                    </a:lnTo>
                    <a:lnTo>
                      <a:pt x="1829" y="321"/>
                    </a:lnTo>
                    <a:lnTo>
                      <a:pt x="1830" y="321"/>
                    </a:lnTo>
                    <a:lnTo>
                      <a:pt x="1831" y="321"/>
                    </a:lnTo>
                    <a:lnTo>
                      <a:pt x="1833" y="321"/>
                    </a:lnTo>
                    <a:lnTo>
                      <a:pt x="1834" y="321"/>
                    </a:lnTo>
                    <a:lnTo>
                      <a:pt x="1836" y="321"/>
                    </a:lnTo>
                    <a:lnTo>
                      <a:pt x="1837" y="321"/>
                    </a:lnTo>
                    <a:lnTo>
                      <a:pt x="1839" y="321"/>
                    </a:lnTo>
                    <a:lnTo>
                      <a:pt x="1840" y="321"/>
                    </a:lnTo>
                    <a:lnTo>
                      <a:pt x="1841" y="321"/>
                    </a:lnTo>
                    <a:lnTo>
                      <a:pt x="1843" y="321"/>
                    </a:lnTo>
                    <a:lnTo>
                      <a:pt x="1844" y="321"/>
                    </a:lnTo>
                    <a:lnTo>
                      <a:pt x="1846" y="321"/>
                    </a:lnTo>
                    <a:lnTo>
                      <a:pt x="1847" y="321"/>
                    </a:lnTo>
                    <a:lnTo>
                      <a:pt x="1848" y="321"/>
                    </a:lnTo>
                    <a:lnTo>
                      <a:pt x="1850" y="321"/>
                    </a:lnTo>
                    <a:lnTo>
                      <a:pt x="1851" y="321"/>
                    </a:lnTo>
                    <a:lnTo>
                      <a:pt x="1853" y="321"/>
                    </a:lnTo>
                    <a:lnTo>
                      <a:pt x="1854" y="321"/>
                    </a:lnTo>
                    <a:lnTo>
                      <a:pt x="1855" y="321"/>
                    </a:lnTo>
                    <a:lnTo>
                      <a:pt x="1857" y="321"/>
                    </a:lnTo>
                    <a:lnTo>
                      <a:pt x="1858" y="320"/>
                    </a:lnTo>
                    <a:lnTo>
                      <a:pt x="1860" y="320"/>
                    </a:lnTo>
                    <a:lnTo>
                      <a:pt x="1861" y="320"/>
                    </a:lnTo>
                    <a:lnTo>
                      <a:pt x="1863" y="320"/>
                    </a:lnTo>
                    <a:lnTo>
                      <a:pt x="1864" y="320"/>
                    </a:lnTo>
                    <a:lnTo>
                      <a:pt x="1865" y="320"/>
                    </a:lnTo>
                    <a:lnTo>
                      <a:pt x="1867" y="320"/>
                    </a:lnTo>
                    <a:lnTo>
                      <a:pt x="1868" y="320"/>
                    </a:lnTo>
                    <a:lnTo>
                      <a:pt x="1870" y="320"/>
                    </a:lnTo>
                    <a:lnTo>
                      <a:pt x="1871" y="320"/>
                    </a:lnTo>
                    <a:lnTo>
                      <a:pt x="1872" y="320"/>
                    </a:lnTo>
                    <a:lnTo>
                      <a:pt x="1874" y="320"/>
                    </a:lnTo>
                    <a:lnTo>
                      <a:pt x="1875" y="320"/>
                    </a:lnTo>
                    <a:lnTo>
                      <a:pt x="1877" y="320"/>
                    </a:lnTo>
                    <a:lnTo>
                      <a:pt x="1878" y="320"/>
                    </a:lnTo>
                    <a:lnTo>
                      <a:pt x="1879" y="320"/>
                    </a:lnTo>
                    <a:lnTo>
                      <a:pt x="1881" y="320"/>
                    </a:lnTo>
                    <a:lnTo>
                      <a:pt x="1882" y="320"/>
                    </a:lnTo>
                    <a:lnTo>
                      <a:pt x="1884" y="320"/>
                    </a:lnTo>
                    <a:lnTo>
                      <a:pt x="1885" y="320"/>
                    </a:lnTo>
                    <a:lnTo>
                      <a:pt x="1887" y="320"/>
                    </a:lnTo>
                    <a:lnTo>
                      <a:pt x="1888" y="320"/>
                    </a:lnTo>
                    <a:lnTo>
                      <a:pt x="1889" y="320"/>
                    </a:lnTo>
                    <a:lnTo>
                      <a:pt x="1891" y="320"/>
                    </a:lnTo>
                    <a:lnTo>
                      <a:pt x="1892" y="320"/>
                    </a:lnTo>
                    <a:lnTo>
                      <a:pt x="1894" y="320"/>
                    </a:lnTo>
                    <a:lnTo>
                      <a:pt x="1895" y="320"/>
                    </a:lnTo>
                    <a:lnTo>
                      <a:pt x="1896" y="320"/>
                    </a:lnTo>
                    <a:lnTo>
                      <a:pt x="1898" y="320"/>
                    </a:lnTo>
                    <a:lnTo>
                      <a:pt x="1899" y="320"/>
                    </a:lnTo>
                    <a:lnTo>
                      <a:pt x="1901" y="320"/>
                    </a:lnTo>
                    <a:lnTo>
                      <a:pt x="1902" y="320"/>
                    </a:lnTo>
                    <a:lnTo>
                      <a:pt x="1903" y="320"/>
                    </a:lnTo>
                    <a:lnTo>
                      <a:pt x="1905" y="320"/>
                    </a:lnTo>
                    <a:lnTo>
                      <a:pt x="1906" y="320"/>
                    </a:lnTo>
                    <a:lnTo>
                      <a:pt x="1908" y="320"/>
                    </a:lnTo>
                    <a:lnTo>
                      <a:pt x="1909" y="320"/>
                    </a:lnTo>
                    <a:lnTo>
                      <a:pt x="1911" y="320"/>
                    </a:lnTo>
                    <a:lnTo>
                      <a:pt x="1912" y="320"/>
                    </a:lnTo>
                    <a:lnTo>
                      <a:pt x="1913" y="320"/>
                    </a:lnTo>
                    <a:lnTo>
                      <a:pt x="1915" y="320"/>
                    </a:lnTo>
                    <a:lnTo>
                      <a:pt x="1916" y="320"/>
                    </a:lnTo>
                    <a:lnTo>
                      <a:pt x="1918" y="320"/>
                    </a:lnTo>
                    <a:lnTo>
                      <a:pt x="1919" y="320"/>
                    </a:lnTo>
                    <a:lnTo>
                      <a:pt x="1920" y="320"/>
                    </a:lnTo>
                    <a:lnTo>
                      <a:pt x="1922" y="320"/>
                    </a:lnTo>
                    <a:lnTo>
                      <a:pt x="1923" y="320"/>
                    </a:lnTo>
                    <a:lnTo>
                      <a:pt x="1925" y="320"/>
                    </a:lnTo>
                    <a:lnTo>
                      <a:pt x="1926" y="320"/>
                    </a:lnTo>
                    <a:lnTo>
                      <a:pt x="1927" y="320"/>
                    </a:lnTo>
                    <a:lnTo>
                      <a:pt x="1929" y="320"/>
                    </a:lnTo>
                    <a:lnTo>
                      <a:pt x="1930" y="320"/>
                    </a:lnTo>
                    <a:lnTo>
                      <a:pt x="1932" y="320"/>
                    </a:lnTo>
                    <a:lnTo>
                      <a:pt x="1933" y="320"/>
                    </a:lnTo>
                    <a:lnTo>
                      <a:pt x="1934" y="320"/>
                    </a:lnTo>
                    <a:lnTo>
                      <a:pt x="1936" y="320"/>
                    </a:lnTo>
                    <a:lnTo>
                      <a:pt x="1937" y="320"/>
                    </a:lnTo>
                    <a:lnTo>
                      <a:pt x="1939" y="320"/>
                    </a:lnTo>
                    <a:lnTo>
                      <a:pt x="1940" y="320"/>
                    </a:lnTo>
                    <a:lnTo>
                      <a:pt x="1942" y="320"/>
                    </a:lnTo>
                    <a:lnTo>
                      <a:pt x="1943" y="320"/>
                    </a:lnTo>
                    <a:lnTo>
                      <a:pt x="1944" y="320"/>
                    </a:lnTo>
                    <a:lnTo>
                      <a:pt x="1946" y="320"/>
                    </a:lnTo>
                    <a:lnTo>
                      <a:pt x="1947" y="320"/>
                    </a:lnTo>
                    <a:lnTo>
                      <a:pt x="1949" y="320"/>
                    </a:lnTo>
                    <a:lnTo>
                      <a:pt x="1950" y="320"/>
                    </a:lnTo>
                    <a:lnTo>
                      <a:pt x="1951" y="320"/>
                    </a:lnTo>
                    <a:lnTo>
                      <a:pt x="1953" y="320"/>
                    </a:lnTo>
                    <a:lnTo>
                      <a:pt x="1954" y="320"/>
                    </a:lnTo>
                    <a:lnTo>
                      <a:pt x="1956" y="320"/>
                    </a:lnTo>
                    <a:lnTo>
                      <a:pt x="1957" y="320"/>
                    </a:lnTo>
                    <a:lnTo>
                      <a:pt x="1958" y="320"/>
                    </a:lnTo>
                    <a:lnTo>
                      <a:pt x="1960" y="320"/>
                    </a:lnTo>
                    <a:lnTo>
                      <a:pt x="1961" y="320"/>
                    </a:lnTo>
                    <a:lnTo>
                      <a:pt x="1963" y="320"/>
                    </a:lnTo>
                    <a:lnTo>
                      <a:pt x="1964" y="320"/>
                    </a:lnTo>
                    <a:lnTo>
                      <a:pt x="1966" y="320"/>
                    </a:lnTo>
                    <a:lnTo>
                      <a:pt x="1967" y="320"/>
                    </a:lnTo>
                    <a:lnTo>
                      <a:pt x="1968" y="320"/>
                    </a:lnTo>
                    <a:lnTo>
                      <a:pt x="1970" y="320"/>
                    </a:lnTo>
                    <a:lnTo>
                      <a:pt x="1971" y="320"/>
                    </a:lnTo>
                    <a:lnTo>
                      <a:pt x="1973" y="320"/>
                    </a:lnTo>
                    <a:lnTo>
                      <a:pt x="1974" y="320"/>
                    </a:lnTo>
                    <a:lnTo>
                      <a:pt x="1975" y="320"/>
                    </a:lnTo>
                    <a:lnTo>
                      <a:pt x="1977" y="320"/>
                    </a:lnTo>
                    <a:lnTo>
                      <a:pt x="1978" y="320"/>
                    </a:lnTo>
                    <a:lnTo>
                      <a:pt x="1980" y="320"/>
                    </a:lnTo>
                    <a:lnTo>
                      <a:pt x="1981" y="320"/>
                    </a:lnTo>
                    <a:lnTo>
                      <a:pt x="1982" y="320"/>
                    </a:lnTo>
                    <a:lnTo>
                      <a:pt x="1984" y="320"/>
                    </a:lnTo>
                    <a:lnTo>
                      <a:pt x="1985" y="320"/>
                    </a:lnTo>
                    <a:lnTo>
                      <a:pt x="1987" y="320"/>
                    </a:lnTo>
                    <a:lnTo>
                      <a:pt x="1988" y="320"/>
                    </a:lnTo>
                    <a:lnTo>
                      <a:pt x="1990" y="320"/>
                    </a:lnTo>
                    <a:lnTo>
                      <a:pt x="1991" y="320"/>
                    </a:lnTo>
                    <a:lnTo>
                      <a:pt x="1992" y="319"/>
                    </a:lnTo>
                    <a:lnTo>
                      <a:pt x="1994" y="319"/>
                    </a:lnTo>
                    <a:lnTo>
                      <a:pt x="1995" y="319"/>
                    </a:lnTo>
                    <a:lnTo>
                      <a:pt x="1997" y="319"/>
                    </a:lnTo>
                    <a:lnTo>
                      <a:pt x="1998" y="319"/>
                    </a:lnTo>
                    <a:lnTo>
                      <a:pt x="1999" y="319"/>
                    </a:lnTo>
                    <a:lnTo>
                      <a:pt x="2001" y="319"/>
                    </a:lnTo>
                    <a:lnTo>
                      <a:pt x="2002" y="319"/>
                    </a:lnTo>
                    <a:lnTo>
                      <a:pt x="2004" y="321"/>
                    </a:lnTo>
                    <a:lnTo>
                      <a:pt x="2005" y="326"/>
                    </a:lnTo>
                    <a:lnTo>
                      <a:pt x="2006" y="326"/>
                    </a:lnTo>
                    <a:lnTo>
                      <a:pt x="2008" y="326"/>
                    </a:lnTo>
                    <a:lnTo>
                      <a:pt x="2009" y="326"/>
                    </a:lnTo>
                    <a:lnTo>
                      <a:pt x="2011" y="327"/>
                    </a:lnTo>
                    <a:lnTo>
                      <a:pt x="2012" y="327"/>
                    </a:lnTo>
                    <a:lnTo>
                      <a:pt x="2014" y="325"/>
                    </a:lnTo>
                    <a:lnTo>
                      <a:pt x="2015" y="326"/>
                    </a:lnTo>
                    <a:lnTo>
                      <a:pt x="2016" y="305"/>
                    </a:lnTo>
                    <a:lnTo>
                      <a:pt x="2018" y="304"/>
                    </a:lnTo>
                    <a:lnTo>
                      <a:pt x="2019" y="302"/>
                    </a:lnTo>
                    <a:lnTo>
                      <a:pt x="2021" y="302"/>
                    </a:lnTo>
                    <a:lnTo>
                      <a:pt x="2022" y="303"/>
                    </a:lnTo>
                    <a:lnTo>
                      <a:pt x="2023" y="303"/>
                    </a:lnTo>
                    <a:lnTo>
                      <a:pt x="2025" y="303"/>
                    </a:lnTo>
                    <a:lnTo>
                      <a:pt x="2026" y="303"/>
                    </a:lnTo>
                    <a:lnTo>
                      <a:pt x="2028" y="303"/>
                    </a:lnTo>
                    <a:lnTo>
                      <a:pt x="2029" y="304"/>
                    </a:lnTo>
                    <a:lnTo>
                      <a:pt x="2030" y="304"/>
                    </a:lnTo>
                    <a:lnTo>
                      <a:pt x="2032" y="304"/>
                    </a:lnTo>
                    <a:lnTo>
                      <a:pt x="2033" y="304"/>
                    </a:lnTo>
                    <a:lnTo>
                      <a:pt x="2035" y="304"/>
                    </a:lnTo>
                    <a:lnTo>
                      <a:pt x="2036" y="304"/>
                    </a:lnTo>
                    <a:lnTo>
                      <a:pt x="2038" y="303"/>
                    </a:lnTo>
                    <a:lnTo>
                      <a:pt x="2039" y="323"/>
                    </a:lnTo>
                    <a:lnTo>
                      <a:pt x="2040" y="323"/>
                    </a:lnTo>
                    <a:lnTo>
                      <a:pt x="2042" y="324"/>
                    </a:lnTo>
                    <a:lnTo>
                      <a:pt x="2043" y="325"/>
                    </a:lnTo>
                    <a:lnTo>
                      <a:pt x="2045" y="325"/>
                    </a:lnTo>
                    <a:lnTo>
                      <a:pt x="2046" y="325"/>
                    </a:lnTo>
                    <a:lnTo>
                      <a:pt x="2047" y="324"/>
                    </a:lnTo>
                    <a:lnTo>
                      <a:pt x="2049" y="322"/>
                    </a:lnTo>
                    <a:lnTo>
                      <a:pt x="2050" y="321"/>
                    </a:lnTo>
                    <a:lnTo>
                      <a:pt x="2052" y="319"/>
                    </a:lnTo>
                    <a:lnTo>
                      <a:pt x="2053" y="317"/>
                    </a:lnTo>
                    <a:lnTo>
                      <a:pt x="2054" y="315"/>
                    </a:lnTo>
                    <a:lnTo>
                      <a:pt x="2056" y="313"/>
                    </a:lnTo>
                    <a:lnTo>
                      <a:pt x="2057" y="311"/>
                    </a:lnTo>
                    <a:lnTo>
                      <a:pt x="2059" y="309"/>
                    </a:lnTo>
                    <a:lnTo>
                      <a:pt x="2060" y="308"/>
                    </a:lnTo>
                    <a:lnTo>
                      <a:pt x="2062" y="308"/>
                    </a:lnTo>
                    <a:lnTo>
                      <a:pt x="2063" y="307"/>
                    </a:lnTo>
                    <a:lnTo>
                      <a:pt x="2064" y="304"/>
                    </a:lnTo>
                    <a:lnTo>
                      <a:pt x="2066" y="302"/>
                    </a:lnTo>
                    <a:lnTo>
                      <a:pt x="2067" y="301"/>
                    </a:lnTo>
                    <a:lnTo>
                      <a:pt x="2069" y="299"/>
                    </a:lnTo>
                    <a:lnTo>
                      <a:pt x="2070" y="298"/>
                    </a:lnTo>
                    <a:lnTo>
                      <a:pt x="2071" y="296"/>
                    </a:lnTo>
                    <a:lnTo>
                      <a:pt x="2073" y="296"/>
                    </a:lnTo>
                    <a:lnTo>
                      <a:pt x="2074" y="296"/>
                    </a:lnTo>
                    <a:lnTo>
                      <a:pt x="2076" y="296"/>
                    </a:lnTo>
                    <a:lnTo>
                      <a:pt x="2077" y="296"/>
                    </a:lnTo>
                    <a:lnTo>
                      <a:pt x="2078" y="296"/>
                    </a:lnTo>
                    <a:lnTo>
                      <a:pt x="2080" y="296"/>
                    </a:lnTo>
                    <a:lnTo>
                      <a:pt x="2081" y="296"/>
                    </a:lnTo>
                    <a:lnTo>
                      <a:pt x="2083" y="296"/>
                    </a:lnTo>
                    <a:lnTo>
                      <a:pt x="2084" y="296"/>
                    </a:lnTo>
                    <a:lnTo>
                      <a:pt x="2086" y="296"/>
                    </a:lnTo>
                    <a:lnTo>
                      <a:pt x="2087" y="296"/>
                    </a:lnTo>
                    <a:lnTo>
                      <a:pt x="2088" y="295"/>
                    </a:lnTo>
                    <a:lnTo>
                      <a:pt x="2090" y="295"/>
                    </a:lnTo>
                    <a:lnTo>
                      <a:pt x="2091" y="295"/>
                    </a:lnTo>
                    <a:lnTo>
                      <a:pt x="2093" y="295"/>
                    </a:lnTo>
                    <a:lnTo>
                      <a:pt x="2094" y="295"/>
                    </a:lnTo>
                    <a:lnTo>
                      <a:pt x="2095" y="295"/>
                    </a:lnTo>
                    <a:lnTo>
                      <a:pt x="2097" y="295"/>
                    </a:lnTo>
                    <a:lnTo>
                      <a:pt x="2098" y="295"/>
                    </a:lnTo>
                    <a:lnTo>
                      <a:pt x="2100" y="295"/>
                    </a:lnTo>
                    <a:lnTo>
                      <a:pt x="2101" y="295"/>
                    </a:lnTo>
                    <a:lnTo>
                      <a:pt x="2102" y="295"/>
                    </a:lnTo>
                    <a:lnTo>
                      <a:pt x="2104" y="295"/>
                    </a:lnTo>
                    <a:lnTo>
                      <a:pt x="2105" y="295"/>
                    </a:lnTo>
                    <a:lnTo>
                      <a:pt x="2107" y="295"/>
                    </a:lnTo>
                    <a:lnTo>
                      <a:pt x="2108" y="295"/>
                    </a:lnTo>
                    <a:lnTo>
                      <a:pt x="2109" y="295"/>
                    </a:lnTo>
                    <a:lnTo>
                      <a:pt x="2111" y="295"/>
                    </a:lnTo>
                    <a:lnTo>
                      <a:pt x="2112" y="295"/>
                    </a:lnTo>
                    <a:lnTo>
                      <a:pt x="2114" y="295"/>
                    </a:lnTo>
                    <a:lnTo>
                      <a:pt x="2115" y="295"/>
                    </a:lnTo>
                    <a:lnTo>
                      <a:pt x="2117" y="295"/>
                    </a:lnTo>
                    <a:lnTo>
                      <a:pt x="2118" y="296"/>
                    </a:lnTo>
                    <a:lnTo>
                      <a:pt x="2119" y="296"/>
                    </a:lnTo>
                    <a:lnTo>
                      <a:pt x="2121" y="296"/>
                    </a:lnTo>
                    <a:lnTo>
                      <a:pt x="2122" y="296"/>
                    </a:lnTo>
                    <a:lnTo>
                      <a:pt x="2124" y="296"/>
                    </a:lnTo>
                    <a:lnTo>
                      <a:pt x="2125" y="296"/>
                    </a:lnTo>
                    <a:lnTo>
                      <a:pt x="2126" y="296"/>
                    </a:lnTo>
                    <a:lnTo>
                      <a:pt x="2128" y="296"/>
                    </a:lnTo>
                    <a:lnTo>
                      <a:pt x="2129" y="296"/>
                    </a:lnTo>
                    <a:lnTo>
                      <a:pt x="2131" y="296"/>
                    </a:lnTo>
                    <a:lnTo>
                      <a:pt x="2132" y="296"/>
                    </a:lnTo>
                    <a:lnTo>
                      <a:pt x="2133" y="296"/>
                    </a:lnTo>
                    <a:lnTo>
                      <a:pt x="2135" y="296"/>
                    </a:lnTo>
                    <a:lnTo>
                      <a:pt x="2136" y="296"/>
                    </a:lnTo>
                    <a:lnTo>
                      <a:pt x="2138" y="296"/>
                    </a:lnTo>
                    <a:lnTo>
                      <a:pt x="2139" y="296"/>
                    </a:lnTo>
                    <a:lnTo>
                      <a:pt x="2141" y="296"/>
                    </a:lnTo>
                    <a:lnTo>
                      <a:pt x="2142" y="296"/>
                    </a:lnTo>
                    <a:lnTo>
                      <a:pt x="2143" y="296"/>
                    </a:lnTo>
                    <a:lnTo>
                      <a:pt x="2145" y="296"/>
                    </a:lnTo>
                    <a:lnTo>
                      <a:pt x="2146" y="296"/>
                    </a:lnTo>
                    <a:lnTo>
                      <a:pt x="2148" y="296"/>
                    </a:lnTo>
                    <a:lnTo>
                      <a:pt x="2149" y="296"/>
                    </a:lnTo>
                    <a:lnTo>
                      <a:pt x="2150" y="296"/>
                    </a:lnTo>
                    <a:lnTo>
                      <a:pt x="2152" y="296"/>
                    </a:lnTo>
                    <a:lnTo>
                      <a:pt x="2153" y="296"/>
                    </a:lnTo>
                    <a:lnTo>
                      <a:pt x="2155" y="296"/>
                    </a:lnTo>
                    <a:lnTo>
                      <a:pt x="2156" y="296"/>
                    </a:lnTo>
                    <a:lnTo>
                      <a:pt x="2157" y="297"/>
                    </a:lnTo>
                    <a:lnTo>
                      <a:pt x="2159" y="297"/>
                    </a:lnTo>
                    <a:lnTo>
                      <a:pt x="2160" y="297"/>
                    </a:lnTo>
                    <a:lnTo>
                      <a:pt x="2162" y="297"/>
                    </a:lnTo>
                    <a:lnTo>
                      <a:pt x="2163" y="297"/>
                    </a:lnTo>
                    <a:lnTo>
                      <a:pt x="2165" y="297"/>
                    </a:lnTo>
                    <a:lnTo>
                      <a:pt x="2166" y="297"/>
                    </a:lnTo>
                    <a:lnTo>
                      <a:pt x="2167" y="297"/>
                    </a:lnTo>
                    <a:lnTo>
                      <a:pt x="2169" y="298"/>
                    </a:lnTo>
                    <a:lnTo>
                      <a:pt x="2170" y="298"/>
                    </a:lnTo>
                    <a:lnTo>
                      <a:pt x="2172" y="298"/>
                    </a:lnTo>
                  </a:path>
                </a:pathLst>
              </a:custGeom>
              <a:noFill/>
              <a:ln cap="flat" cmpd="sng" w="25400">
                <a:solidFill>
                  <a:srgbClr val="228B2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242" name="Google Shape;242;p15"/>
              <p:cNvSpPr/>
              <p:nvPr/>
            </p:nvSpPr>
            <p:spPr>
              <a:xfrm flipH="1" rot="10800000">
                <a:off x="10723563" y="3021013"/>
                <a:ext cx="355600" cy="169863"/>
              </a:xfrm>
              <a:custGeom>
                <a:rect b="b" l="l" r="r" t="t"/>
                <a:pathLst>
                  <a:path extrusionOk="0" h="115" w="241">
                    <a:moveTo>
                      <a:pt x="0" y="115"/>
                    </a:moveTo>
                    <a:lnTo>
                      <a:pt x="1" y="115"/>
                    </a:lnTo>
                    <a:lnTo>
                      <a:pt x="3" y="112"/>
                    </a:lnTo>
                    <a:lnTo>
                      <a:pt x="4" y="110"/>
                    </a:lnTo>
                    <a:lnTo>
                      <a:pt x="5" y="108"/>
                    </a:lnTo>
                    <a:lnTo>
                      <a:pt x="7" y="105"/>
                    </a:lnTo>
                    <a:lnTo>
                      <a:pt x="8" y="102"/>
                    </a:lnTo>
                    <a:lnTo>
                      <a:pt x="10" y="98"/>
                    </a:lnTo>
                    <a:lnTo>
                      <a:pt x="11" y="52"/>
                    </a:lnTo>
                    <a:lnTo>
                      <a:pt x="12" y="45"/>
                    </a:lnTo>
                    <a:lnTo>
                      <a:pt x="14" y="39"/>
                    </a:lnTo>
                    <a:lnTo>
                      <a:pt x="15" y="40"/>
                    </a:lnTo>
                    <a:lnTo>
                      <a:pt x="17" y="36"/>
                    </a:lnTo>
                    <a:lnTo>
                      <a:pt x="18" y="35"/>
                    </a:lnTo>
                    <a:lnTo>
                      <a:pt x="19" y="35"/>
                    </a:lnTo>
                    <a:lnTo>
                      <a:pt x="21" y="34"/>
                    </a:lnTo>
                    <a:lnTo>
                      <a:pt x="22" y="33"/>
                    </a:lnTo>
                    <a:lnTo>
                      <a:pt x="24" y="32"/>
                    </a:lnTo>
                    <a:lnTo>
                      <a:pt x="25" y="31"/>
                    </a:lnTo>
                    <a:lnTo>
                      <a:pt x="27" y="29"/>
                    </a:lnTo>
                    <a:lnTo>
                      <a:pt x="28" y="28"/>
                    </a:lnTo>
                    <a:lnTo>
                      <a:pt x="29" y="27"/>
                    </a:lnTo>
                    <a:lnTo>
                      <a:pt x="31" y="26"/>
                    </a:lnTo>
                    <a:lnTo>
                      <a:pt x="32" y="24"/>
                    </a:lnTo>
                    <a:lnTo>
                      <a:pt x="34" y="69"/>
                    </a:lnTo>
                    <a:lnTo>
                      <a:pt x="35" y="71"/>
                    </a:lnTo>
                    <a:lnTo>
                      <a:pt x="36" y="70"/>
                    </a:lnTo>
                    <a:lnTo>
                      <a:pt x="38" y="70"/>
                    </a:lnTo>
                    <a:lnTo>
                      <a:pt x="39" y="69"/>
                    </a:lnTo>
                    <a:lnTo>
                      <a:pt x="41" y="68"/>
                    </a:lnTo>
                    <a:lnTo>
                      <a:pt x="42" y="65"/>
                    </a:lnTo>
                    <a:lnTo>
                      <a:pt x="43" y="63"/>
                    </a:lnTo>
                    <a:lnTo>
                      <a:pt x="45" y="60"/>
                    </a:lnTo>
                    <a:lnTo>
                      <a:pt x="46" y="58"/>
                    </a:lnTo>
                    <a:lnTo>
                      <a:pt x="48" y="55"/>
                    </a:lnTo>
                    <a:lnTo>
                      <a:pt x="49" y="52"/>
                    </a:lnTo>
                    <a:lnTo>
                      <a:pt x="51" y="49"/>
                    </a:lnTo>
                    <a:lnTo>
                      <a:pt x="52" y="46"/>
                    </a:lnTo>
                    <a:lnTo>
                      <a:pt x="53" y="44"/>
                    </a:lnTo>
                    <a:lnTo>
                      <a:pt x="55" y="42"/>
                    </a:lnTo>
                    <a:lnTo>
                      <a:pt x="56" y="44"/>
                    </a:lnTo>
                    <a:lnTo>
                      <a:pt x="58" y="44"/>
                    </a:lnTo>
                    <a:lnTo>
                      <a:pt x="59" y="40"/>
                    </a:lnTo>
                    <a:lnTo>
                      <a:pt x="60" y="36"/>
                    </a:lnTo>
                    <a:lnTo>
                      <a:pt x="62" y="33"/>
                    </a:lnTo>
                    <a:lnTo>
                      <a:pt x="63" y="30"/>
                    </a:lnTo>
                    <a:lnTo>
                      <a:pt x="65" y="27"/>
                    </a:lnTo>
                    <a:lnTo>
                      <a:pt x="66" y="25"/>
                    </a:lnTo>
                    <a:lnTo>
                      <a:pt x="67" y="24"/>
                    </a:lnTo>
                    <a:lnTo>
                      <a:pt x="69" y="24"/>
                    </a:lnTo>
                    <a:lnTo>
                      <a:pt x="70" y="24"/>
                    </a:lnTo>
                    <a:lnTo>
                      <a:pt x="72" y="24"/>
                    </a:lnTo>
                    <a:lnTo>
                      <a:pt x="73" y="24"/>
                    </a:lnTo>
                    <a:lnTo>
                      <a:pt x="75" y="24"/>
                    </a:lnTo>
                    <a:lnTo>
                      <a:pt x="76" y="24"/>
                    </a:lnTo>
                    <a:lnTo>
                      <a:pt x="77" y="23"/>
                    </a:lnTo>
                    <a:lnTo>
                      <a:pt x="79" y="23"/>
                    </a:lnTo>
                    <a:lnTo>
                      <a:pt x="80" y="23"/>
                    </a:lnTo>
                    <a:lnTo>
                      <a:pt x="82" y="22"/>
                    </a:lnTo>
                    <a:lnTo>
                      <a:pt x="83" y="22"/>
                    </a:lnTo>
                    <a:lnTo>
                      <a:pt x="84" y="21"/>
                    </a:lnTo>
                    <a:lnTo>
                      <a:pt x="86" y="21"/>
                    </a:lnTo>
                    <a:lnTo>
                      <a:pt x="87" y="20"/>
                    </a:lnTo>
                    <a:lnTo>
                      <a:pt x="89" y="20"/>
                    </a:lnTo>
                    <a:lnTo>
                      <a:pt x="90" y="20"/>
                    </a:lnTo>
                    <a:lnTo>
                      <a:pt x="91" y="19"/>
                    </a:lnTo>
                    <a:lnTo>
                      <a:pt x="93" y="19"/>
                    </a:lnTo>
                    <a:lnTo>
                      <a:pt x="94" y="18"/>
                    </a:lnTo>
                    <a:lnTo>
                      <a:pt x="96" y="18"/>
                    </a:lnTo>
                    <a:lnTo>
                      <a:pt x="97" y="18"/>
                    </a:lnTo>
                    <a:lnTo>
                      <a:pt x="98" y="17"/>
                    </a:lnTo>
                    <a:lnTo>
                      <a:pt x="100" y="17"/>
                    </a:lnTo>
                    <a:lnTo>
                      <a:pt x="101" y="17"/>
                    </a:lnTo>
                    <a:lnTo>
                      <a:pt x="103" y="17"/>
                    </a:lnTo>
                    <a:lnTo>
                      <a:pt x="104" y="16"/>
                    </a:lnTo>
                    <a:lnTo>
                      <a:pt x="106" y="16"/>
                    </a:lnTo>
                    <a:lnTo>
                      <a:pt x="107" y="16"/>
                    </a:lnTo>
                    <a:lnTo>
                      <a:pt x="108" y="16"/>
                    </a:lnTo>
                    <a:lnTo>
                      <a:pt x="110" y="16"/>
                    </a:lnTo>
                    <a:lnTo>
                      <a:pt x="111" y="15"/>
                    </a:lnTo>
                    <a:lnTo>
                      <a:pt x="113" y="15"/>
                    </a:lnTo>
                    <a:lnTo>
                      <a:pt x="114" y="15"/>
                    </a:lnTo>
                    <a:lnTo>
                      <a:pt x="115" y="15"/>
                    </a:lnTo>
                    <a:lnTo>
                      <a:pt x="117" y="15"/>
                    </a:lnTo>
                    <a:lnTo>
                      <a:pt x="118" y="14"/>
                    </a:lnTo>
                    <a:lnTo>
                      <a:pt x="120" y="14"/>
                    </a:lnTo>
                    <a:lnTo>
                      <a:pt x="121" y="14"/>
                    </a:lnTo>
                    <a:lnTo>
                      <a:pt x="122" y="14"/>
                    </a:lnTo>
                    <a:lnTo>
                      <a:pt x="124" y="14"/>
                    </a:lnTo>
                    <a:lnTo>
                      <a:pt x="125" y="14"/>
                    </a:lnTo>
                    <a:lnTo>
                      <a:pt x="127" y="13"/>
                    </a:lnTo>
                    <a:lnTo>
                      <a:pt x="128" y="13"/>
                    </a:lnTo>
                    <a:lnTo>
                      <a:pt x="130" y="13"/>
                    </a:lnTo>
                    <a:lnTo>
                      <a:pt x="131" y="13"/>
                    </a:lnTo>
                    <a:lnTo>
                      <a:pt x="132" y="13"/>
                    </a:lnTo>
                    <a:lnTo>
                      <a:pt x="134" y="13"/>
                    </a:lnTo>
                    <a:lnTo>
                      <a:pt x="135" y="12"/>
                    </a:lnTo>
                    <a:lnTo>
                      <a:pt x="137" y="12"/>
                    </a:lnTo>
                    <a:lnTo>
                      <a:pt x="138" y="12"/>
                    </a:lnTo>
                    <a:lnTo>
                      <a:pt x="139" y="12"/>
                    </a:lnTo>
                    <a:lnTo>
                      <a:pt x="141" y="12"/>
                    </a:lnTo>
                    <a:lnTo>
                      <a:pt x="142" y="12"/>
                    </a:lnTo>
                    <a:lnTo>
                      <a:pt x="144" y="12"/>
                    </a:lnTo>
                    <a:lnTo>
                      <a:pt x="145" y="12"/>
                    </a:lnTo>
                    <a:lnTo>
                      <a:pt x="146" y="11"/>
                    </a:lnTo>
                    <a:lnTo>
                      <a:pt x="148" y="11"/>
                    </a:lnTo>
                    <a:lnTo>
                      <a:pt x="149" y="11"/>
                    </a:lnTo>
                    <a:lnTo>
                      <a:pt x="151" y="11"/>
                    </a:lnTo>
                    <a:lnTo>
                      <a:pt x="152" y="11"/>
                    </a:lnTo>
                    <a:lnTo>
                      <a:pt x="154" y="11"/>
                    </a:lnTo>
                    <a:lnTo>
                      <a:pt x="155" y="11"/>
                    </a:lnTo>
                    <a:lnTo>
                      <a:pt x="156" y="11"/>
                    </a:lnTo>
                    <a:lnTo>
                      <a:pt x="158" y="11"/>
                    </a:lnTo>
                    <a:lnTo>
                      <a:pt x="159" y="11"/>
                    </a:lnTo>
                    <a:lnTo>
                      <a:pt x="161" y="11"/>
                    </a:lnTo>
                    <a:lnTo>
                      <a:pt x="162" y="10"/>
                    </a:lnTo>
                    <a:lnTo>
                      <a:pt x="163" y="10"/>
                    </a:lnTo>
                    <a:lnTo>
                      <a:pt x="165" y="10"/>
                    </a:lnTo>
                    <a:lnTo>
                      <a:pt x="166" y="10"/>
                    </a:lnTo>
                    <a:lnTo>
                      <a:pt x="168" y="10"/>
                    </a:lnTo>
                    <a:lnTo>
                      <a:pt x="169" y="10"/>
                    </a:lnTo>
                    <a:lnTo>
                      <a:pt x="170" y="10"/>
                    </a:lnTo>
                    <a:lnTo>
                      <a:pt x="172" y="10"/>
                    </a:lnTo>
                    <a:lnTo>
                      <a:pt x="173" y="10"/>
                    </a:lnTo>
                    <a:lnTo>
                      <a:pt x="175" y="10"/>
                    </a:lnTo>
                    <a:lnTo>
                      <a:pt x="176" y="10"/>
                    </a:lnTo>
                    <a:lnTo>
                      <a:pt x="178" y="10"/>
                    </a:lnTo>
                    <a:lnTo>
                      <a:pt x="179" y="10"/>
                    </a:lnTo>
                    <a:lnTo>
                      <a:pt x="180" y="10"/>
                    </a:lnTo>
                    <a:lnTo>
                      <a:pt x="182" y="10"/>
                    </a:lnTo>
                    <a:lnTo>
                      <a:pt x="183" y="10"/>
                    </a:lnTo>
                    <a:lnTo>
                      <a:pt x="185" y="10"/>
                    </a:lnTo>
                    <a:lnTo>
                      <a:pt x="186" y="10"/>
                    </a:lnTo>
                    <a:lnTo>
                      <a:pt x="187" y="10"/>
                    </a:lnTo>
                    <a:lnTo>
                      <a:pt x="189" y="10"/>
                    </a:lnTo>
                    <a:lnTo>
                      <a:pt x="190" y="10"/>
                    </a:lnTo>
                    <a:lnTo>
                      <a:pt x="192" y="10"/>
                    </a:lnTo>
                    <a:lnTo>
                      <a:pt x="193" y="10"/>
                    </a:lnTo>
                    <a:lnTo>
                      <a:pt x="194" y="10"/>
                    </a:lnTo>
                    <a:lnTo>
                      <a:pt x="196" y="10"/>
                    </a:lnTo>
                    <a:lnTo>
                      <a:pt x="197" y="10"/>
                    </a:lnTo>
                    <a:lnTo>
                      <a:pt x="199" y="10"/>
                    </a:lnTo>
                    <a:lnTo>
                      <a:pt x="200" y="10"/>
                    </a:lnTo>
                    <a:lnTo>
                      <a:pt x="202" y="10"/>
                    </a:lnTo>
                    <a:lnTo>
                      <a:pt x="203" y="10"/>
                    </a:lnTo>
                    <a:lnTo>
                      <a:pt x="204" y="10"/>
                    </a:lnTo>
                    <a:lnTo>
                      <a:pt x="206" y="10"/>
                    </a:lnTo>
                    <a:lnTo>
                      <a:pt x="207" y="10"/>
                    </a:lnTo>
                    <a:lnTo>
                      <a:pt x="209" y="10"/>
                    </a:lnTo>
                    <a:lnTo>
                      <a:pt x="210" y="10"/>
                    </a:lnTo>
                    <a:lnTo>
                      <a:pt x="211" y="10"/>
                    </a:lnTo>
                    <a:lnTo>
                      <a:pt x="213" y="10"/>
                    </a:lnTo>
                    <a:lnTo>
                      <a:pt x="214" y="10"/>
                    </a:lnTo>
                    <a:lnTo>
                      <a:pt x="216" y="10"/>
                    </a:lnTo>
                    <a:lnTo>
                      <a:pt x="217" y="10"/>
                    </a:lnTo>
                    <a:lnTo>
                      <a:pt x="218" y="10"/>
                    </a:lnTo>
                    <a:lnTo>
                      <a:pt x="220" y="9"/>
                    </a:lnTo>
                    <a:lnTo>
                      <a:pt x="221" y="2"/>
                    </a:lnTo>
                    <a:lnTo>
                      <a:pt x="223" y="0"/>
                    </a:lnTo>
                    <a:lnTo>
                      <a:pt x="224" y="1"/>
                    </a:lnTo>
                    <a:lnTo>
                      <a:pt x="226" y="0"/>
                    </a:lnTo>
                    <a:lnTo>
                      <a:pt x="227" y="0"/>
                    </a:lnTo>
                    <a:lnTo>
                      <a:pt x="228" y="0"/>
                    </a:lnTo>
                    <a:lnTo>
                      <a:pt x="230" y="0"/>
                    </a:lnTo>
                    <a:lnTo>
                      <a:pt x="231" y="0"/>
                    </a:lnTo>
                    <a:lnTo>
                      <a:pt x="233" y="0"/>
                    </a:lnTo>
                    <a:lnTo>
                      <a:pt x="234" y="0"/>
                    </a:lnTo>
                    <a:lnTo>
                      <a:pt x="235" y="0"/>
                    </a:lnTo>
                    <a:lnTo>
                      <a:pt x="237" y="0"/>
                    </a:lnTo>
                    <a:lnTo>
                      <a:pt x="238" y="1"/>
                    </a:lnTo>
                    <a:lnTo>
                      <a:pt x="240" y="4"/>
                    </a:lnTo>
                    <a:lnTo>
                      <a:pt x="241" y="8"/>
                    </a:lnTo>
                  </a:path>
                </a:pathLst>
              </a:custGeom>
              <a:noFill/>
              <a:ln cap="flat" cmpd="sng" w="25400">
                <a:solidFill>
                  <a:srgbClr val="228B2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243" name="Google Shape;243;p15"/>
              <p:cNvSpPr/>
              <p:nvPr/>
            </p:nvSpPr>
            <p:spPr>
              <a:xfrm flipH="1" rot="10800000">
                <a:off x="7235825" y="3062288"/>
                <a:ext cx="3208338" cy="879475"/>
              </a:xfrm>
              <a:custGeom>
                <a:rect b="b" l="l" r="r" t="t"/>
                <a:pathLst>
                  <a:path extrusionOk="0" h="595" w="2172">
                    <a:moveTo>
                      <a:pt x="0" y="382"/>
                    </a:moveTo>
                    <a:lnTo>
                      <a:pt x="1" y="382"/>
                    </a:lnTo>
                    <a:lnTo>
                      <a:pt x="2" y="382"/>
                    </a:lnTo>
                    <a:lnTo>
                      <a:pt x="4" y="382"/>
                    </a:lnTo>
                    <a:lnTo>
                      <a:pt x="5" y="382"/>
                    </a:lnTo>
                    <a:lnTo>
                      <a:pt x="7" y="382"/>
                    </a:lnTo>
                    <a:lnTo>
                      <a:pt x="8" y="382"/>
                    </a:lnTo>
                    <a:lnTo>
                      <a:pt x="10" y="382"/>
                    </a:lnTo>
                    <a:lnTo>
                      <a:pt x="11" y="382"/>
                    </a:lnTo>
                    <a:lnTo>
                      <a:pt x="12" y="382"/>
                    </a:lnTo>
                    <a:lnTo>
                      <a:pt x="14" y="381"/>
                    </a:lnTo>
                    <a:lnTo>
                      <a:pt x="15" y="381"/>
                    </a:lnTo>
                    <a:lnTo>
                      <a:pt x="17" y="381"/>
                    </a:lnTo>
                    <a:lnTo>
                      <a:pt x="18" y="381"/>
                    </a:lnTo>
                    <a:lnTo>
                      <a:pt x="19" y="381"/>
                    </a:lnTo>
                    <a:lnTo>
                      <a:pt x="21" y="381"/>
                    </a:lnTo>
                    <a:lnTo>
                      <a:pt x="22" y="381"/>
                    </a:lnTo>
                    <a:lnTo>
                      <a:pt x="24" y="381"/>
                    </a:lnTo>
                    <a:lnTo>
                      <a:pt x="25" y="380"/>
                    </a:lnTo>
                    <a:lnTo>
                      <a:pt x="26" y="378"/>
                    </a:lnTo>
                    <a:lnTo>
                      <a:pt x="28" y="380"/>
                    </a:lnTo>
                    <a:lnTo>
                      <a:pt x="29" y="382"/>
                    </a:lnTo>
                    <a:lnTo>
                      <a:pt x="31" y="381"/>
                    </a:lnTo>
                    <a:lnTo>
                      <a:pt x="32" y="381"/>
                    </a:lnTo>
                    <a:lnTo>
                      <a:pt x="33" y="381"/>
                    </a:lnTo>
                    <a:lnTo>
                      <a:pt x="35" y="381"/>
                    </a:lnTo>
                    <a:lnTo>
                      <a:pt x="36" y="381"/>
                    </a:lnTo>
                    <a:lnTo>
                      <a:pt x="38" y="381"/>
                    </a:lnTo>
                    <a:lnTo>
                      <a:pt x="39" y="381"/>
                    </a:lnTo>
                    <a:lnTo>
                      <a:pt x="41" y="381"/>
                    </a:lnTo>
                    <a:lnTo>
                      <a:pt x="42" y="381"/>
                    </a:lnTo>
                    <a:lnTo>
                      <a:pt x="43" y="381"/>
                    </a:lnTo>
                    <a:lnTo>
                      <a:pt x="45" y="381"/>
                    </a:lnTo>
                    <a:lnTo>
                      <a:pt x="46" y="381"/>
                    </a:lnTo>
                    <a:lnTo>
                      <a:pt x="48" y="381"/>
                    </a:lnTo>
                    <a:lnTo>
                      <a:pt x="49" y="381"/>
                    </a:lnTo>
                    <a:lnTo>
                      <a:pt x="50" y="381"/>
                    </a:lnTo>
                    <a:lnTo>
                      <a:pt x="52" y="381"/>
                    </a:lnTo>
                    <a:lnTo>
                      <a:pt x="53" y="381"/>
                    </a:lnTo>
                    <a:lnTo>
                      <a:pt x="55" y="381"/>
                    </a:lnTo>
                    <a:lnTo>
                      <a:pt x="56" y="381"/>
                    </a:lnTo>
                    <a:lnTo>
                      <a:pt x="57" y="381"/>
                    </a:lnTo>
                    <a:lnTo>
                      <a:pt x="59" y="381"/>
                    </a:lnTo>
                    <a:lnTo>
                      <a:pt x="60" y="382"/>
                    </a:lnTo>
                    <a:lnTo>
                      <a:pt x="62" y="382"/>
                    </a:lnTo>
                    <a:lnTo>
                      <a:pt x="63" y="382"/>
                    </a:lnTo>
                    <a:lnTo>
                      <a:pt x="65" y="382"/>
                    </a:lnTo>
                    <a:lnTo>
                      <a:pt x="66" y="382"/>
                    </a:lnTo>
                    <a:lnTo>
                      <a:pt x="67" y="382"/>
                    </a:lnTo>
                    <a:lnTo>
                      <a:pt x="69" y="381"/>
                    </a:lnTo>
                    <a:lnTo>
                      <a:pt x="70" y="381"/>
                    </a:lnTo>
                    <a:lnTo>
                      <a:pt x="72" y="381"/>
                    </a:lnTo>
                    <a:lnTo>
                      <a:pt x="73" y="381"/>
                    </a:lnTo>
                    <a:lnTo>
                      <a:pt x="74" y="381"/>
                    </a:lnTo>
                    <a:lnTo>
                      <a:pt x="76" y="381"/>
                    </a:lnTo>
                    <a:lnTo>
                      <a:pt x="77" y="381"/>
                    </a:lnTo>
                    <a:lnTo>
                      <a:pt x="79" y="381"/>
                    </a:lnTo>
                    <a:lnTo>
                      <a:pt x="80" y="381"/>
                    </a:lnTo>
                    <a:lnTo>
                      <a:pt x="81" y="381"/>
                    </a:lnTo>
                    <a:lnTo>
                      <a:pt x="83" y="381"/>
                    </a:lnTo>
                    <a:lnTo>
                      <a:pt x="84" y="381"/>
                    </a:lnTo>
                    <a:lnTo>
                      <a:pt x="86" y="381"/>
                    </a:lnTo>
                    <a:lnTo>
                      <a:pt x="87" y="381"/>
                    </a:lnTo>
                    <a:lnTo>
                      <a:pt x="89" y="381"/>
                    </a:lnTo>
                    <a:lnTo>
                      <a:pt x="90" y="381"/>
                    </a:lnTo>
                    <a:lnTo>
                      <a:pt x="91" y="381"/>
                    </a:lnTo>
                    <a:lnTo>
                      <a:pt x="93" y="381"/>
                    </a:lnTo>
                    <a:lnTo>
                      <a:pt x="94" y="381"/>
                    </a:lnTo>
                    <a:lnTo>
                      <a:pt x="96" y="381"/>
                    </a:lnTo>
                    <a:lnTo>
                      <a:pt x="97" y="381"/>
                    </a:lnTo>
                    <a:lnTo>
                      <a:pt x="98" y="381"/>
                    </a:lnTo>
                    <a:lnTo>
                      <a:pt x="100" y="381"/>
                    </a:lnTo>
                    <a:lnTo>
                      <a:pt x="101" y="381"/>
                    </a:lnTo>
                    <a:lnTo>
                      <a:pt x="103" y="381"/>
                    </a:lnTo>
                    <a:lnTo>
                      <a:pt x="104" y="381"/>
                    </a:lnTo>
                    <a:lnTo>
                      <a:pt x="105" y="381"/>
                    </a:lnTo>
                    <a:lnTo>
                      <a:pt x="107" y="381"/>
                    </a:lnTo>
                    <a:lnTo>
                      <a:pt x="108" y="381"/>
                    </a:lnTo>
                    <a:lnTo>
                      <a:pt x="110" y="380"/>
                    </a:lnTo>
                    <a:lnTo>
                      <a:pt x="111" y="380"/>
                    </a:lnTo>
                    <a:lnTo>
                      <a:pt x="113" y="380"/>
                    </a:lnTo>
                    <a:lnTo>
                      <a:pt x="114" y="380"/>
                    </a:lnTo>
                    <a:lnTo>
                      <a:pt x="115" y="380"/>
                    </a:lnTo>
                    <a:lnTo>
                      <a:pt x="117" y="380"/>
                    </a:lnTo>
                    <a:lnTo>
                      <a:pt x="118" y="380"/>
                    </a:lnTo>
                    <a:lnTo>
                      <a:pt x="120" y="380"/>
                    </a:lnTo>
                    <a:lnTo>
                      <a:pt x="121" y="380"/>
                    </a:lnTo>
                    <a:lnTo>
                      <a:pt x="122" y="379"/>
                    </a:lnTo>
                    <a:lnTo>
                      <a:pt x="124" y="379"/>
                    </a:lnTo>
                    <a:lnTo>
                      <a:pt x="125" y="379"/>
                    </a:lnTo>
                    <a:lnTo>
                      <a:pt x="127" y="379"/>
                    </a:lnTo>
                    <a:lnTo>
                      <a:pt x="128" y="378"/>
                    </a:lnTo>
                    <a:lnTo>
                      <a:pt x="129" y="378"/>
                    </a:lnTo>
                    <a:lnTo>
                      <a:pt x="131" y="378"/>
                    </a:lnTo>
                    <a:lnTo>
                      <a:pt x="132" y="378"/>
                    </a:lnTo>
                    <a:lnTo>
                      <a:pt x="134" y="378"/>
                    </a:lnTo>
                    <a:lnTo>
                      <a:pt x="135" y="378"/>
                    </a:lnTo>
                    <a:lnTo>
                      <a:pt x="137" y="378"/>
                    </a:lnTo>
                    <a:lnTo>
                      <a:pt x="138" y="378"/>
                    </a:lnTo>
                    <a:lnTo>
                      <a:pt x="139" y="378"/>
                    </a:lnTo>
                    <a:lnTo>
                      <a:pt x="141" y="378"/>
                    </a:lnTo>
                    <a:lnTo>
                      <a:pt x="142" y="378"/>
                    </a:lnTo>
                    <a:lnTo>
                      <a:pt x="144" y="378"/>
                    </a:lnTo>
                    <a:lnTo>
                      <a:pt x="145" y="378"/>
                    </a:lnTo>
                    <a:lnTo>
                      <a:pt x="146" y="378"/>
                    </a:lnTo>
                    <a:lnTo>
                      <a:pt x="148" y="378"/>
                    </a:lnTo>
                    <a:lnTo>
                      <a:pt x="149" y="378"/>
                    </a:lnTo>
                    <a:lnTo>
                      <a:pt x="151" y="378"/>
                    </a:lnTo>
                    <a:lnTo>
                      <a:pt x="152" y="378"/>
                    </a:lnTo>
                    <a:lnTo>
                      <a:pt x="153" y="378"/>
                    </a:lnTo>
                    <a:lnTo>
                      <a:pt x="155" y="378"/>
                    </a:lnTo>
                    <a:lnTo>
                      <a:pt x="156" y="377"/>
                    </a:lnTo>
                    <a:lnTo>
                      <a:pt x="158" y="377"/>
                    </a:lnTo>
                    <a:lnTo>
                      <a:pt x="159" y="375"/>
                    </a:lnTo>
                    <a:lnTo>
                      <a:pt x="161" y="368"/>
                    </a:lnTo>
                    <a:lnTo>
                      <a:pt x="162" y="377"/>
                    </a:lnTo>
                    <a:lnTo>
                      <a:pt x="163" y="377"/>
                    </a:lnTo>
                    <a:lnTo>
                      <a:pt x="165" y="595"/>
                    </a:lnTo>
                    <a:lnTo>
                      <a:pt x="166" y="321"/>
                    </a:lnTo>
                    <a:lnTo>
                      <a:pt x="168" y="351"/>
                    </a:lnTo>
                    <a:lnTo>
                      <a:pt x="169" y="365"/>
                    </a:lnTo>
                    <a:lnTo>
                      <a:pt x="170" y="370"/>
                    </a:lnTo>
                    <a:lnTo>
                      <a:pt x="172" y="373"/>
                    </a:lnTo>
                    <a:lnTo>
                      <a:pt x="173" y="373"/>
                    </a:lnTo>
                    <a:lnTo>
                      <a:pt x="175" y="374"/>
                    </a:lnTo>
                    <a:lnTo>
                      <a:pt x="176" y="374"/>
                    </a:lnTo>
                    <a:lnTo>
                      <a:pt x="177" y="375"/>
                    </a:lnTo>
                    <a:lnTo>
                      <a:pt x="179" y="375"/>
                    </a:lnTo>
                    <a:lnTo>
                      <a:pt x="180" y="375"/>
                    </a:lnTo>
                    <a:lnTo>
                      <a:pt x="182" y="375"/>
                    </a:lnTo>
                    <a:lnTo>
                      <a:pt x="183" y="375"/>
                    </a:lnTo>
                    <a:lnTo>
                      <a:pt x="185" y="375"/>
                    </a:lnTo>
                    <a:lnTo>
                      <a:pt x="186" y="375"/>
                    </a:lnTo>
                    <a:lnTo>
                      <a:pt x="187" y="375"/>
                    </a:lnTo>
                    <a:lnTo>
                      <a:pt x="189" y="375"/>
                    </a:lnTo>
                    <a:lnTo>
                      <a:pt x="190" y="375"/>
                    </a:lnTo>
                    <a:lnTo>
                      <a:pt x="192" y="375"/>
                    </a:lnTo>
                    <a:lnTo>
                      <a:pt x="193" y="375"/>
                    </a:lnTo>
                    <a:lnTo>
                      <a:pt x="194" y="375"/>
                    </a:lnTo>
                    <a:lnTo>
                      <a:pt x="196" y="375"/>
                    </a:lnTo>
                    <a:lnTo>
                      <a:pt x="197" y="375"/>
                    </a:lnTo>
                    <a:lnTo>
                      <a:pt x="199" y="375"/>
                    </a:lnTo>
                    <a:lnTo>
                      <a:pt x="200" y="375"/>
                    </a:lnTo>
                    <a:lnTo>
                      <a:pt x="201" y="376"/>
                    </a:lnTo>
                    <a:lnTo>
                      <a:pt x="203" y="376"/>
                    </a:lnTo>
                    <a:lnTo>
                      <a:pt x="204" y="376"/>
                    </a:lnTo>
                    <a:lnTo>
                      <a:pt x="206" y="376"/>
                    </a:lnTo>
                    <a:lnTo>
                      <a:pt x="207" y="376"/>
                    </a:lnTo>
                    <a:lnTo>
                      <a:pt x="208" y="376"/>
                    </a:lnTo>
                    <a:lnTo>
                      <a:pt x="210" y="376"/>
                    </a:lnTo>
                    <a:lnTo>
                      <a:pt x="211" y="376"/>
                    </a:lnTo>
                    <a:lnTo>
                      <a:pt x="213" y="376"/>
                    </a:lnTo>
                    <a:lnTo>
                      <a:pt x="214" y="376"/>
                    </a:lnTo>
                    <a:lnTo>
                      <a:pt x="216" y="377"/>
                    </a:lnTo>
                    <a:lnTo>
                      <a:pt x="217" y="377"/>
                    </a:lnTo>
                    <a:lnTo>
                      <a:pt x="218" y="377"/>
                    </a:lnTo>
                    <a:lnTo>
                      <a:pt x="220" y="377"/>
                    </a:lnTo>
                    <a:lnTo>
                      <a:pt x="221" y="377"/>
                    </a:lnTo>
                    <a:lnTo>
                      <a:pt x="223" y="377"/>
                    </a:lnTo>
                    <a:lnTo>
                      <a:pt x="224" y="377"/>
                    </a:lnTo>
                    <a:lnTo>
                      <a:pt x="225" y="377"/>
                    </a:lnTo>
                    <a:lnTo>
                      <a:pt x="227" y="377"/>
                    </a:lnTo>
                    <a:lnTo>
                      <a:pt x="228" y="377"/>
                    </a:lnTo>
                    <a:lnTo>
                      <a:pt x="230" y="378"/>
                    </a:lnTo>
                    <a:lnTo>
                      <a:pt x="231" y="378"/>
                    </a:lnTo>
                    <a:lnTo>
                      <a:pt x="232" y="378"/>
                    </a:lnTo>
                    <a:lnTo>
                      <a:pt x="234" y="378"/>
                    </a:lnTo>
                    <a:lnTo>
                      <a:pt x="235" y="379"/>
                    </a:lnTo>
                    <a:lnTo>
                      <a:pt x="237" y="379"/>
                    </a:lnTo>
                    <a:lnTo>
                      <a:pt x="238" y="379"/>
                    </a:lnTo>
                    <a:lnTo>
                      <a:pt x="240" y="379"/>
                    </a:lnTo>
                    <a:lnTo>
                      <a:pt x="241" y="379"/>
                    </a:lnTo>
                    <a:lnTo>
                      <a:pt x="242" y="379"/>
                    </a:lnTo>
                    <a:lnTo>
                      <a:pt x="244" y="379"/>
                    </a:lnTo>
                    <a:lnTo>
                      <a:pt x="245" y="379"/>
                    </a:lnTo>
                    <a:lnTo>
                      <a:pt x="247" y="380"/>
                    </a:lnTo>
                    <a:lnTo>
                      <a:pt x="248" y="380"/>
                    </a:lnTo>
                    <a:lnTo>
                      <a:pt x="249" y="380"/>
                    </a:lnTo>
                    <a:lnTo>
                      <a:pt x="251" y="380"/>
                    </a:lnTo>
                    <a:lnTo>
                      <a:pt x="252" y="380"/>
                    </a:lnTo>
                    <a:lnTo>
                      <a:pt x="254" y="380"/>
                    </a:lnTo>
                    <a:lnTo>
                      <a:pt x="255" y="381"/>
                    </a:lnTo>
                    <a:lnTo>
                      <a:pt x="256" y="381"/>
                    </a:lnTo>
                    <a:lnTo>
                      <a:pt x="258" y="381"/>
                    </a:lnTo>
                    <a:lnTo>
                      <a:pt x="259" y="381"/>
                    </a:lnTo>
                    <a:lnTo>
                      <a:pt x="261" y="381"/>
                    </a:lnTo>
                    <a:lnTo>
                      <a:pt x="262" y="382"/>
                    </a:lnTo>
                    <a:lnTo>
                      <a:pt x="264" y="382"/>
                    </a:lnTo>
                    <a:lnTo>
                      <a:pt x="265" y="382"/>
                    </a:lnTo>
                    <a:lnTo>
                      <a:pt x="266" y="382"/>
                    </a:lnTo>
                    <a:lnTo>
                      <a:pt x="268" y="383"/>
                    </a:lnTo>
                    <a:lnTo>
                      <a:pt x="269" y="383"/>
                    </a:lnTo>
                    <a:lnTo>
                      <a:pt x="271" y="383"/>
                    </a:lnTo>
                    <a:lnTo>
                      <a:pt x="272" y="383"/>
                    </a:lnTo>
                    <a:lnTo>
                      <a:pt x="273" y="383"/>
                    </a:lnTo>
                    <a:lnTo>
                      <a:pt x="275" y="383"/>
                    </a:lnTo>
                    <a:lnTo>
                      <a:pt x="276" y="384"/>
                    </a:lnTo>
                    <a:lnTo>
                      <a:pt x="278" y="384"/>
                    </a:lnTo>
                    <a:lnTo>
                      <a:pt x="279" y="384"/>
                    </a:lnTo>
                    <a:lnTo>
                      <a:pt x="280" y="384"/>
                    </a:lnTo>
                    <a:lnTo>
                      <a:pt x="282" y="384"/>
                    </a:lnTo>
                    <a:lnTo>
                      <a:pt x="283" y="385"/>
                    </a:lnTo>
                    <a:lnTo>
                      <a:pt x="285" y="385"/>
                    </a:lnTo>
                    <a:lnTo>
                      <a:pt x="286" y="385"/>
                    </a:lnTo>
                    <a:lnTo>
                      <a:pt x="288" y="386"/>
                    </a:lnTo>
                    <a:lnTo>
                      <a:pt x="289" y="386"/>
                    </a:lnTo>
                    <a:lnTo>
                      <a:pt x="290" y="386"/>
                    </a:lnTo>
                    <a:lnTo>
                      <a:pt x="292" y="387"/>
                    </a:lnTo>
                    <a:lnTo>
                      <a:pt x="293" y="387"/>
                    </a:lnTo>
                    <a:lnTo>
                      <a:pt x="295" y="387"/>
                    </a:lnTo>
                    <a:lnTo>
                      <a:pt x="296" y="387"/>
                    </a:lnTo>
                    <a:lnTo>
                      <a:pt x="297" y="387"/>
                    </a:lnTo>
                    <a:lnTo>
                      <a:pt x="299" y="388"/>
                    </a:lnTo>
                    <a:lnTo>
                      <a:pt x="300" y="388"/>
                    </a:lnTo>
                    <a:lnTo>
                      <a:pt x="302" y="388"/>
                    </a:lnTo>
                    <a:lnTo>
                      <a:pt x="303" y="389"/>
                    </a:lnTo>
                    <a:lnTo>
                      <a:pt x="304" y="389"/>
                    </a:lnTo>
                    <a:lnTo>
                      <a:pt x="306" y="389"/>
                    </a:lnTo>
                    <a:lnTo>
                      <a:pt x="307" y="390"/>
                    </a:lnTo>
                    <a:lnTo>
                      <a:pt x="309" y="390"/>
                    </a:lnTo>
                    <a:lnTo>
                      <a:pt x="310" y="390"/>
                    </a:lnTo>
                    <a:lnTo>
                      <a:pt x="312" y="391"/>
                    </a:lnTo>
                    <a:lnTo>
                      <a:pt x="313" y="391"/>
                    </a:lnTo>
                    <a:lnTo>
                      <a:pt x="314" y="391"/>
                    </a:lnTo>
                    <a:lnTo>
                      <a:pt x="316" y="392"/>
                    </a:lnTo>
                    <a:lnTo>
                      <a:pt x="317" y="392"/>
                    </a:lnTo>
                    <a:lnTo>
                      <a:pt x="319" y="392"/>
                    </a:lnTo>
                    <a:lnTo>
                      <a:pt x="320" y="393"/>
                    </a:lnTo>
                    <a:lnTo>
                      <a:pt x="321" y="393"/>
                    </a:lnTo>
                    <a:lnTo>
                      <a:pt x="323" y="393"/>
                    </a:lnTo>
                    <a:lnTo>
                      <a:pt x="324" y="393"/>
                    </a:lnTo>
                    <a:lnTo>
                      <a:pt x="326" y="393"/>
                    </a:lnTo>
                    <a:lnTo>
                      <a:pt x="327" y="393"/>
                    </a:lnTo>
                    <a:lnTo>
                      <a:pt x="328" y="394"/>
                    </a:lnTo>
                    <a:lnTo>
                      <a:pt x="330" y="394"/>
                    </a:lnTo>
                    <a:lnTo>
                      <a:pt x="331" y="394"/>
                    </a:lnTo>
                    <a:lnTo>
                      <a:pt x="333" y="394"/>
                    </a:lnTo>
                    <a:lnTo>
                      <a:pt x="334" y="395"/>
                    </a:lnTo>
                    <a:lnTo>
                      <a:pt x="336" y="395"/>
                    </a:lnTo>
                    <a:lnTo>
                      <a:pt x="337" y="396"/>
                    </a:lnTo>
                    <a:lnTo>
                      <a:pt x="338" y="396"/>
                    </a:lnTo>
                    <a:lnTo>
                      <a:pt x="340" y="396"/>
                    </a:lnTo>
                    <a:lnTo>
                      <a:pt x="341" y="396"/>
                    </a:lnTo>
                    <a:lnTo>
                      <a:pt x="343" y="396"/>
                    </a:lnTo>
                    <a:lnTo>
                      <a:pt x="344" y="397"/>
                    </a:lnTo>
                    <a:lnTo>
                      <a:pt x="345" y="397"/>
                    </a:lnTo>
                    <a:lnTo>
                      <a:pt x="347" y="398"/>
                    </a:lnTo>
                    <a:lnTo>
                      <a:pt x="348" y="398"/>
                    </a:lnTo>
                    <a:lnTo>
                      <a:pt x="350" y="398"/>
                    </a:lnTo>
                    <a:lnTo>
                      <a:pt x="351" y="399"/>
                    </a:lnTo>
                    <a:lnTo>
                      <a:pt x="352" y="399"/>
                    </a:lnTo>
                    <a:lnTo>
                      <a:pt x="354" y="399"/>
                    </a:lnTo>
                    <a:lnTo>
                      <a:pt x="355" y="399"/>
                    </a:lnTo>
                    <a:lnTo>
                      <a:pt x="357" y="400"/>
                    </a:lnTo>
                    <a:lnTo>
                      <a:pt x="358" y="400"/>
                    </a:lnTo>
                    <a:lnTo>
                      <a:pt x="360" y="400"/>
                    </a:lnTo>
                    <a:lnTo>
                      <a:pt x="361" y="401"/>
                    </a:lnTo>
                    <a:lnTo>
                      <a:pt x="362" y="401"/>
                    </a:lnTo>
                    <a:lnTo>
                      <a:pt x="364" y="401"/>
                    </a:lnTo>
                    <a:lnTo>
                      <a:pt x="365" y="402"/>
                    </a:lnTo>
                    <a:lnTo>
                      <a:pt x="367" y="402"/>
                    </a:lnTo>
                    <a:lnTo>
                      <a:pt x="368" y="402"/>
                    </a:lnTo>
                    <a:lnTo>
                      <a:pt x="369" y="402"/>
                    </a:lnTo>
                    <a:lnTo>
                      <a:pt x="371" y="402"/>
                    </a:lnTo>
                    <a:lnTo>
                      <a:pt x="372" y="402"/>
                    </a:lnTo>
                    <a:lnTo>
                      <a:pt x="374" y="403"/>
                    </a:lnTo>
                    <a:lnTo>
                      <a:pt x="375" y="403"/>
                    </a:lnTo>
                    <a:lnTo>
                      <a:pt x="376" y="404"/>
                    </a:lnTo>
                    <a:lnTo>
                      <a:pt x="378" y="404"/>
                    </a:lnTo>
                    <a:lnTo>
                      <a:pt x="379" y="405"/>
                    </a:lnTo>
                    <a:lnTo>
                      <a:pt x="381" y="405"/>
                    </a:lnTo>
                    <a:lnTo>
                      <a:pt x="382" y="405"/>
                    </a:lnTo>
                    <a:lnTo>
                      <a:pt x="383" y="405"/>
                    </a:lnTo>
                    <a:lnTo>
                      <a:pt x="385" y="405"/>
                    </a:lnTo>
                    <a:lnTo>
                      <a:pt x="386" y="406"/>
                    </a:lnTo>
                    <a:lnTo>
                      <a:pt x="388" y="405"/>
                    </a:lnTo>
                    <a:lnTo>
                      <a:pt x="389" y="406"/>
                    </a:lnTo>
                    <a:lnTo>
                      <a:pt x="391" y="406"/>
                    </a:lnTo>
                    <a:lnTo>
                      <a:pt x="392" y="406"/>
                    </a:lnTo>
                    <a:lnTo>
                      <a:pt x="393" y="406"/>
                    </a:lnTo>
                    <a:lnTo>
                      <a:pt x="395" y="406"/>
                    </a:lnTo>
                    <a:lnTo>
                      <a:pt x="396" y="407"/>
                    </a:lnTo>
                    <a:lnTo>
                      <a:pt x="398" y="407"/>
                    </a:lnTo>
                    <a:lnTo>
                      <a:pt x="399" y="407"/>
                    </a:lnTo>
                    <a:lnTo>
                      <a:pt x="400" y="407"/>
                    </a:lnTo>
                    <a:lnTo>
                      <a:pt x="402" y="407"/>
                    </a:lnTo>
                    <a:lnTo>
                      <a:pt x="403" y="408"/>
                    </a:lnTo>
                    <a:lnTo>
                      <a:pt x="405" y="408"/>
                    </a:lnTo>
                    <a:lnTo>
                      <a:pt x="406" y="408"/>
                    </a:lnTo>
                    <a:lnTo>
                      <a:pt x="407" y="409"/>
                    </a:lnTo>
                    <a:lnTo>
                      <a:pt x="409" y="409"/>
                    </a:lnTo>
                    <a:lnTo>
                      <a:pt x="410" y="409"/>
                    </a:lnTo>
                    <a:lnTo>
                      <a:pt x="412" y="409"/>
                    </a:lnTo>
                    <a:lnTo>
                      <a:pt x="413" y="409"/>
                    </a:lnTo>
                    <a:lnTo>
                      <a:pt x="415" y="409"/>
                    </a:lnTo>
                    <a:lnTo>
                      <a:pt x="416" y="409"/>
                    </a:lnTo>
                    <a:lnTo>
                      <a:pt x="417" y="409"/>
                    </a:lnTo>
                    <a:lnTo>
                      <a:pt x="419" y="409"/>
                    </a:lnTo>
                    <a:lnTo>
                      <a:pt x="420" y="409"/>
                    </a:lnTo>
                    <a:lnTo>
                      <a:pt x="422" y="410"/>
                    </a:lnTo>
                    <a:lnTo>
                      <a:pt x="423" y="410"/>
                    </a:lnTo>
                    <a:lnTo>
                      <a:pt x="424" y="410"/>
                    </a:lnTo>
                    <a:lnTo>
                      <a:pt x="426" y="410"/>
                    </a:lnTo>
                    <a:lnTo>
                      <a:pt x="427" y="410"/>
                    </a:lnTo>
                    <a:lnTo>
                      <a:pt x="429" y="410"/>
                    </a:lnTo>
                    <a:lnTo>
                      <a:pt x="430" y="410"/>
                    </a:lnTo>
                    <a:lnTo>
                      <a:pt x="431" y="409"/>
                    </a:lnTo>
                    <a:lnTo>
                      <a:pt x="433" y="409"/>
                    </a:lnTo>
                    <a:lnTo>
                      <a:pt x="434" y="409"/>
                    </a:lnTo>
                    <a:lnTo>
                      <a:pt x="436" y="409"/>
                    </a:lnTo>
                    <a:lnTo>
                      <a:pt x="437" y="409"/>
                    </a:lnTo>
                    <a:lnTo>
                      <a:pt x="439" y="409"/>
                    </a:lnTo>
                    <a:lnTo>
                      <a:pt x="440" y="409"/>
                    </a:lnTo>
                    <a:lnTo>
                      <a:pt x="441" y="409"/>
                    </a:lnTo>
                    <a:lnTo>
                      <a:pt x="443" y="409"/>
                    </a:lnTo>
                    <a:lnTo>
                      <a:pt x="444" y="409"/>
                    </a:lnTo>
                    <a:lnTo>
                      <a:pt x="446" y="409"/>
                    </a:lnTo>
                    <a:lnTo>
                      <a:pt x="447" y="409"/>
                    </a:lnTo>
                    <a:lnTo>
                      <a:pt x="448" y="409"/>
                    </a:lnTo>
                    <a:lnTo>
                      <a:pt x="450" y="409"/>
                    </a:lnTo>
                    <a:lnTo>
                      <a:pt x="451" y="409"/>
                    </a:lnTo>
                    <a:lnTo>
                      <a:pt x="453" y="409"/>
                    </a:lnTo>
                    <a:lnTo>
                      <a:pt x="454" y="409"/>
                    </a:lnTo>
                    <a:lnTo>
                      <a:pt x="455" y="409"/>
                    </a:lnTo>
                    <a:lnTo>
                      <a:pt x="457" y="409"/>
                    </a:lnTo>
                    <a:lnTo>
                      <a:pt x="458" y="409"/>
                    </a:lnTo>
                    <a:lnTo>
                      <a:pt x="460" y="409"/>
                    </a:lnTo>
                    <a:lnTo>
                      <a:pt x="461" y="409"/>
                    </a:lnTo>
                    <a:lnTo>
                      <a:pt x="463" y="409"/>
                    </a:lnTo>
                    <a:lnTo>
                      <a:pt x="464" y="409"/>
                    </a:lnTo>
                    <a:lnTo>
                      <a:pt x="465" y="409"/>
                    </a:lnTo>
                    <a:lnTo>
                      <a:pt x="467" y="409"/>
                    </a:lnTo>
                    <a:lnTo>
                      <a:pt x="468" y="409"/>
                    </a:lnTo>
                    <a:lnTo>
                      <a:pt x="470" y="409"/>
                    </a:lnTo>
                    <a:lnTo>
                      <a:pt x="471" y="409"/>
                    </a:lnTo>
                    <a:lnTo>
                      <a:pt x="472" y="409"/>
                    </a:lnTo>
                    <a:lnTo>
                      <a:pt x="474" y="409"/>
                    </a:lnTo>
                    <a:lnTo>
                      <a:pt x="475" y="409"/>
                    </a:lnTo>
                    <a:lnTo>
                      <a:pt x="477" y="409"/>
                    </a:lnTo>
                    <a:lnTo>
                      <a:pt x="478" y="409"/>
                    </a:lnTo>
                    <a:lnTo>
                      <a:pt x="479" y="409"/>
                    </a:lnTo>
                    <a:lnTo>
                      <a:pt x="481" y="409"/>
                    </a:lnTo>
                    <a:lnTo>
                      <a:pt x="482" y="409"/>
                    </a:lnTo>
                    <a:lnTo>
                      <a:pt x="484" y="408"/>
                    </a:lnTo>
                    <a:lnTo>
                      <a:pt x="485" y="408"/>
                    </a:lnTo>
                    <a:lnTo>
                      <a:pt x="487" y="408"/>
                    </a:lnTo>
                    <a:lnTo>
                      <a:pt x="488" y="408"/>
                    </a:lnTo>
                    <a:lnTo>
                      <a:pt x="489" y="408"/>
                    </a:lnTo>
                    <a:lnTo>
                      <a:pt x="491" y="408"/>
                    </a:lnTo>
                    <a:lnTo>
                      <a:pt x="492" y="408"/>
                    </a:lnTo>
                    <a:lnTo>
                      <a:pt x="494" y="407"/>
                    </a:lnTo>
                    <a:lnTo>
                      <a:pt x="495" y="407"/>
                    </a:lnTo>
                    <a:lnTo>
                      <a:pt x="496" y="407"/>
                    </a:lnTo>
                    <a:lnTo>
                      <a:pt x="498" y="407"/>
                    </a:lnTo>
                    <a:lnTo>
                      <a:pt x="499" y="407"/>
                    </a:lnTo>
                    <a:lnTo>
                      <a:pt x="501" y="407"/>
                    </a:lnTo>
                    <a:lnTo>
                      <a:pt x="502" y="406"/>
                    </a:lnTo>
                    <a:lnTo>
                      <a:pt x="503" y="406"/>
                    </a:lnTo>
                    <a:lnTo>
                      <a:pt x="505" y="406"/>
                    </a:lnTo>
                    <a:lnTo>
                      <a:pt x="506" y="406"/>
                    </a:lnTo>
                    <a:lnTo>
                      <a:pt x="508" y="406"/>
                    </a:lnTo>
                    <a:lnTo>
                      <a:pt x="509" y="406"/>
                    </a:lnTo>
                    <a:lnTo>
                      <a:pt x="511" y="406"/>
                    </a:lnTo>
                    <a:lnTo>
                      <a:pt x="512" y="406"/>
                    </a:lnTo>
                    <a:lnTo>
                      <a:pt x="513" y="406"/>
                    </a:lnTo>
                    <a:lnTo>
                      <a:pt x="515" y="406"/>
                    </a:lnTo>
                    <a:lnTo>
                      <a:pt x="516" y="406"/>
                    </a:lnTo>
                    <a:lnTo>
                      <a:pt x="518" y="406"/>
                    </a:lnTo>
                    <a:lnTo>
                      <a:pt x="519" y="406"/>
                    </a:lnTo>
                    <a:lnTo>
                      <a:pt x="520" y="406"/>
                    </a:lnTo>
                    <a:lnTo>
                      <a:pt x="522" y="406"/>
                    </a:lnTo>
                    <a:lnTo>
                      <a:pt x="523" y="406"/>
                    </a:lnTo>
                    <a:lnTo>
                      <a:pt x="525" y="406"/>
                    </a:lnTo>
                    <a:lnTo>
                      <a:pt x="526" y="406"/>
                    </a:lnTo>
                    <a:lnTo>
                      <a:pt x="527" y="406"/>
                    </a:lnTo>
                    <a:lnTo>
                      <a:pt x="529" y="405"/>
                    </a:lnTo>
                    <a:lnTo>
                      <a:pt x="530" y="405"/>
                    </a:lnTo>
                    <a:lnTo>
                      <a:pt x="532" y="405"/>
                    </a:lnTo>
                    <a:lnTo>
                      <a:pt x="533" y="405"/>
                    </a:lnTo>
                    <a:lnTo>
                      <a:pt x="534" y="405"/>
                    </a:lnTo>
                    <a:lnTo>
                      <a:pt x="536" y="405"/>
                    </a:lnTo>
                    <a:lnTo>
                      <a:pt x="537" y="405"/>
                    </a:lnTo>
                    <a:lnTo>
                      <a:pt x="539" y="404"/>
                    </a:lnTo>
                    <a:lnTo>
                      <a:pt x="540" y="404"/>
                    </a:lnTo>
                    <a:lnTo>
                      <a:pt x="542" y="404"/>
                    </a:lnTo>
                    <a:lnTo>
                      <a:pt x="543" y="404"/>
                    </a:lnTo>
                    <a:lnTo>
                      <a:pt x="544" y="404"/>
                    </a:lnTo>
                    <a:lnTo>
                      <a:pt x="546" y="404"/>
                    </a:lnTo>
                    <a:lnTo>
                      <a:pt x="547" y="404"/>
                    </a:lnTo>
                    <a:lnTo>
                      <a:pt x="549" y="404"/>
                    </a:lnTo>
                    <a:lnTo>
                      <a:pt x="550" y="404"/>
                    </a:lnTo>
                    <a:lnTo>
                      <a:pt x="551" y="403"/>
                    </a:lnTo>
                    <a:lnTo>
                      <a:pt x="553" y="403"/>
                    </a:lnTo>
                    <a:lnTo>
                      <a:pt x="554" y="403"/>
                    </a:lnTo>
                    <a:lnTo>
                      <a:pt x="556" y="403"/>
                    </a:lnTo>
                    <a:lnTo>
                      <a:pt x="557" y="403"/>
                    </a:lnTo>
                    <a:lnTo>
                      <a:pt x="558" y="403"/>
                    </a:lnTo>
                    <a:lnTo>
                      <a:pt x="560" y="403"/>
                    </a:lnTo>
                    <a:lnTo>
                      <a:pt x="561" y="403"/>
                    </a:lnTo>
                    <a:lnTo>
                      <a:pt x="563" y="403"/>
                    </a:lnTo>
                    <a:lnTo>
                      <a:pt x="564" y="403"/>
                    </a:lnTo>
                    <a:lnTo>
                      <a:pt x="566" y="403"/>
                    </a:lnTo>
                    <a:lnTo>
                      <a:pt x="567" y="403"/>
                    </a:lnTo>
                    <a:lnTo>
                      <a:pt x="568" y="403"/>
                    </a:lnTo>
                    <a:lnTo>
                      <a:pt x="570" y="403"/>
                    </a:lnTo>
                    <a:lnTo>
                      <a:pt x="571" y="403"/>
                    </a:lnTo>
                    <a:lnTo>
                      <a:pt x="573" y="403"/>
                    </a:lnTo>
                    <a:lnTo>
                      <a:pt x="574" y="402"/>
                    </a:lnTo>
                    <a:lnTo>
                      <a:pt x="575" y="402"/>
                    </a:lnTo>
                    <a:lnTo>
                      <a:pt x="577" y="402"/>
                    </a:lnTo>
                    <a:lnTo>
                      <a:pt x="578" y="402"/>
                    </a:lnTo>
                    <a:lnTo>
                      <a:pt x="580" y="402"/>
                    </a:lnTo>
                    <a:lnTo>
                      <a:pt x="581" y="401"/>
                    </a:lnTo>
                    <a:lnTo>
                      <a:pt x="582" y="401"/>
                    </a:lnTo>
                    <a:lnTo>
                      <a:pt x="584" y="400"/>
                    </a:lnTo>
                    <a:lnTo>
                      <a:pt x="585" y="400"/>
                    </a:lnTo>
                    <a:lnTo>
                      <a:pt x="587" y="0"/>
                    </a:lnTo>
                    <a:lnTo>
                      <a:pt x="588" y="436"/>
                    </a:lnTo>
                    <a:lnTo>
                      <a:pt x="590" y="420"/>
                    </a:lnTo>
                    <a:lnTo>
                      <a:pt x="591" y="413"/>
                    </a:lnTo>
                    <a:lnTo>
                      <a:pt x="592" y="410"/>
                    </a:lnTo>
                    <a:lnTo>
                      <a:pt x="594" y="409"/>
                    </a:lnTo>
                    <a:lnTo>
                      <a:pt x="595" y="408"/>
                    </a:lnTo>
                    <a:lnTo>
                      <a:pt x="597" y="408"/>
                    </a:lnTo>
                    <a:lnTo>
                      <a:pt x="598" y="408"/>
                    </a:lnTo>
                    <a:lnTo>
                      <a:pt x="599" y="408"/>
                    </a:lnTo>
                    <a:lnTo>
                      <a:pt x="601" y="408"/>
                    </a:lnTo>
                    <a:lnTo>
                      <a:pt x="602" y="408"/>
                    </a:lnTo>
                    <a:lnTo>
                      <a:pt x="604" y="408"/>
                    </a:lnTo>
                    <a:lnTo>
                      <a:pt x="605" y="408"/>
                    </a:lnTo>
                    <a:lnTo>
                      <a:pt x="606" y="408"/>
                    </a:lnTo>
                    <a:lnTo>
                      <a:pt x="608" y="408"/>
                    </a:lnTo>
                    <a:lnTo>
                      <a:pt x="609" y="407"/>
                    </a:lnTo>
                    <a:lnTo>
                      <a:pt x="611" y="407"/>
                    </a:lnTo>
                    <a:lnTo>
                      <a:pt x="612" y="407"/>
                    </a:lnTo>
                    <a:lnTo>
                      <a:pt x="614" y="407"/>
                    </a:lnTo>
                    <a:lnTo>
                      <a:pt x="615" y="407"/>
                    </a:lnTo>
                    <a:lnTo>
                      <a:pt x="616" y="407"/>
                    </a:lnTo>
                    <a:lnTo>
                      <a:pt x="618" y="407"/>
                    </a:lnTo>
                    <a:lnTo>
                      <a:pt x="619" y="407"/>
                    </a:lnTo>
                    <a:lnTo>
                      <a:pt x="621" y="407"/>
                    </a:lnTo>
                    <a:lnTo>
                      <a:pt x="622" y="407"/>
                    </a:lnTo>
                    <a:lnTo>
                      <a:pt x="623" y="407"/>
                    </a:lnTo>
                    <a:lnTo>
                      <a:pt x="625" y="407"/>
                    </a:lnTo>
                    <a:lnTo>
                      <a:pt x="626" y="408"/>
                    </a:lnTo>
                    <a:lnTo>
                      <a:pt x="628" y="408"/>
                    </a:lnTo>
                    <a:lnTo>
                      <a:pt x="629" y="408"/>
                    </a:lnTo>
                    <a:lnTo>
                      <a:pt x="630" y="408"/>
                    </a:lnTo>
                    <a:lnTo>
                      <a:pt x="632" y="408"/>
                    </a:lnTo>
                    <a:lnTo>
                      <a:pt x="633" y="408"/>
                    </a:lnTo>
                    <a:lnTo>
                      <a:pt x="635" y="407"/>
                    </a:lnTo>
                    <a:lnTo>
                      <a:pt x="636" y="407"/>
                    </a:lnTo>
                    <a:lnTo>
                      <a:pt x="638" y="407"/>
                    </a:lnTo>
                    <a:lnTo>
                      <a:pt x="639" y="407"/>
                    </a:lnTo>
                    <a:lnTo>
                      <a:pt x="640" y="407"/>
                    </a:lnTo>
                    <a:lnTo>
                      <a:pt x="642" y="407"/>
                    </a:lnTo>
                    <a:lnTo>
                      <a:pt x="643" y="407"/>
                    </a:lnTo>
                    <a:lnTo>
                      <a:pt x="645" y="407"/>
                    </a:lnTo>
                    <a:lnTo>
                      <a:pt x="646" y="407"/>
                    </a:lnTo>
                    <a:lnTo>
                      <a:pt x="647" y="407"/>
                    </a:lnTo>
                    <a:lnTo>
                      <a:pt x="649" y="407"/>
                    </a:lnTo>
                    <a:lnTo>
                      <a:pt x="650" y="407"/>
                    </a:lnTo>
                    <a:lnTo>
                      <a:pt x="652" y="407"/>
                    </a:lnTo>
                    <a:lnTo>
                      <a:pt x="653" y="407"/>
                    </a:lnTo>
                    <a:lnTo>
                      <a:pt x="654" y="407"/>
                    </a:lnTo>
                    <a:lnTo>
                      <a:pt x="656" y="407"/>
                    </a:lnTo>
                    <a:lnTo>
                      <a:pt x="657" y="407"/>
                    </a:lnTo>
                    <a:lnTo>
                      <a:pt x="659" y="407"/>
                    </a:lnTo>
                    <a:lnTo>
                      <a:pt x="660" y="407"/>
                    </a:lnTo>
                    <a:lnTo>
                      <a:pt x="662" y="407"/>
                    </a:lnTo>
                    <a:lnTo>
                      <a:pt x="663" y="407"/>
                    </a:lnTo>
                    <a:lnTo>
                      <a:pt x="664" y="407"/>
                    </a:lnTo>
                    <a:lnTo>
                      <a:pt x="666" y="407"/>
                    </a:lnTo>
                    <a:lnTo>
                      <a:pt x="667" y="407"/>
                    </a:lnTo>
                    <a:lnTo>
                      <a:pt x="669" y="406"/>
                    </a:lnTo>
                    <a:lnTo>
                      <a:pt x="670" y="406"/>
                    </a:lnTo>
                    <a:lnTo>
                      <a:pt x="671" y="406"/>
                    </a:lnTo>
                    <a:lnTo>
                      <a:pt x="673" y="406"/>
                    </a:lnTo>
                    <a:lnTo>
                      <a:pt x="674" y="406"/>
                    </a:lnTo>
                    <a:lnTo>
                      <a:pt x="676" y="406"/>
                    </a:lnTo>
                    <a:lnTo>
                      <a:pt x="677" y="406"/>
                    </a:lnTo>
                    <a:lnTo>
                      <a:pt x="678" y="406"/>
                    </a:lnTo>
                    <a:lnTo>
                      <a:pt x="680" y="407"/>
                    </a:lnTo>
                    <a:lnTo>
                      <a:pt x="681" y="407"/>
                    </a:lnTo>
                    <a:lnTo>
                      <a:pt x="683" y="407"/>
                    </a:lnTo>
                    <a:lnTo>
                      <a:pt x="684" y="407"/>
                    </a:lnTo>
                    <a:lnTo>
                      <a:pt x="686" y="407"/>
                    </a:lnTo>
                    <a:lnTo>
                      <a:pt x="687" y="407"/>
                    </a:lnTo>
                    <a:lnTo>
                      <a:pt x="688" y="407"/>
                    </a:lnTo>
                    <a:lnTo>
                      <a:pt x="690" y="407"/>
                    </a:lnTo>
                    <a:lnTo>
                      <a:pt x="691" y="406"/>
                    </a:lnTo>
                    <a:lnTo>
                      <a:pt x="693" y="406"/>
                    </a:lnTo>
                    <a:lnTo>
                      <a:pt x="694" y="406"/>
                    </a:lnTo>
                    <a:lnTo>
                      <a:pt x="695" y="406"/>
                    </a:lnTo>
                    <a:lnTo>
                      <a:pt x="697" y="406"/>
                    </a:lnTo>
                    <a:lnTo>
                      <a:pt x="698" y="406"/>
                    </a:lnTo>
                    <a:lnTo>
                      <a:pt x="700" y="406"/>
                    </a:lnTo>
                    <a:lnTo>
                      <a:pt x="701" y="406"/>
                    </a:lnTo>
                    <a:lnTo>
                      <a:pt x="702" y="406"/>
                    </a:lnTo>
                    <a:lnTo>
                      <a:pt x="704" y="406"/>
                    </a:lnTo>
                    <a:lnTo>
                      <a:pt x="705" y="406"/>
                    </a:lnTo>
                    <a:lnTo>
                      <a:pt x="707" y="406"/>
                    </a:lnTo>
                    <a:lnTo>
                      <a:pt x="708" y="406"/>
                    </a:lnTo>
                    <a:lnTo>
                      <a:pt x="709" y="406"/>
                    </a:lnTo>
                    <a:lnTo>
                      <a:pt x="711" y="406"/>
                    </a:lnTo>
                    <a:lnTo>
                      <a:pt x="712" y="406"/>
                    </a:lnTo>
                    <a:lnTo>
                      <a:pt x="714" y="406"/>
                    </a:lnTo>
                    <a:lnTo>
                      <a:pt x="715" y="406"/>
                    </a:lnTo>
                    <a:lnTo>
                      <a:pt x="717" y="406"/>
                    </a:lnTo>
                    <a:lnTo>
                      <a:pt x="718" y="406"/>
                    </a:lnTo>
                    <a:lnTo>
                      <a:pt x="719" y="406"/>
                    </a:lnTo>
                    <a:lnTo>
                      <a:pt x="721" y="406"/>
                    </a:lnTo>
                    <a:lnTo>
                      <a:pt x="722" y="406"/>
                    </a:lnTo>
                    <a:lnTo>
                      <a:pt x="724" y="406"/>
                    </a:lnTo>
                    <a:lnTo>
                      <a:pt x="725" y="406"/>
                    </a:lnTo>
                    <a:lnTo>
                      <a:pt x="726" y="406"/>
                    </a:lnTo>
                    <a:lnTo>
                      <a:pt x="728" y="406"/>
                    </a:lnTo>
                    <a:lnTo>
                      <a:pt x="729" y="406"/>
                    </a:lnTo>
                    <a:lnTo>
                      <a:pt x="731" y="406"/>
                    </a:lnTo>
                    <a:lnTo>
                      <a:pt x="732" y="406"/>
                    </a:lnTo>
                    <a:lnTo>
                      <a:pt x="733" y="406"/>
                    </a:lnTo>
                    <a:lnTo>
                      <a:pt x="735" y="406"/>
                    </a:lnTo>
                    <a:lnTo>
                      <a:pt x="736" y="406"/>
                    </a:lnTo>
                    <a:lnTo>
                      <a:pt x="738" y="406"/>
                    </a:lnTo>
                    <a:lnTo>
                      <a:pt x="739" y="406"/>
                    </a:lnTo>
                    <a:lnTo>
                      <a:pt x="741" y="406"/>
                    </a:lnTo>
                    <a:lnTo>
                      <a:pt x="742" y="406"/>
                    </a:lnTo>
                    <a:lnTo>
                      <a:pt x="743" y="406"/>
                    </a:lnTo>
                    <a:lnTo>
                      <a:pt x="745" y="406"/>
                    </a:lnTo>
                    <a:lnTo>
                      <a:pt x="746" y="406"/>
                    </a:lnTo>
                    <a:lnTo>
                      <a:pt x="748" y="406"/>
                    </a:lnTo>
                    <a:lnTo>
                      <a:pt x="749" y="406"/>
                    </a:lnTo>
                    <a:lnTo>
                      <a:pt x="750" y="406"/>
                    </a:lnTo>
                    <a:lnTo>
                      <a:pt x="752" y="406"/>
                    </a:lnTo>
                    <a:lnTo>
                      <a:pt x="753" y="406"/>
                    </a:lnTo>
                    <a:lnTo>
                      <a:pt x="755" y="406"/>
                    </a:lnTo>
                    <a:lnTo>
                      <a:pt x="756" y="406"/>
                    </a:lnTo>
                    <a:lnTo>
                      <a:pt x="757" y="406"/>
                    </a:lnTo>
                    <a:lnTo>
                      <a:pt x="759" y="406"/>
                    </a:lnTo>
                    <a:lnTo>
                      <a:pt x="760" y="406"/>
                    </a:lnTo>
                    <a:lnTo>
                      <a:pt x="762" y="406"/>
                    </a:lnTo>
                    <a:lnTo>
                      <a:pt x="763" y="407"/>
                    </a:lnTo>
                    <a:lnTo>
                      <a:pt x="765" y="407"/>
                    </a:lnTo>
                    <a:lnTo>
                      <a:pt x="766" y="407"/>
                    </a:lnTo>
                    <a:lnTo>
                      <a:pt x="767" y="407"/>
                    </a:lnTo>
                    <a:lnTo>
                      <a:pt x="769" y="407"/>
                    </a:lnTo>
                    <a:lnTo>
                      <a:pt x="770" y="407"/>
                    </a:lnTo>
                    <a:lnTo>
                      <a:pt x="772" y="407"/>
                    </a:lnTo>
                    <a:lnTo>
                      <a:pt x="773" y="407"/>
                    </a:lnTo>
                    <a:lnTo>
                      <a:pt x="774" y="407"/>
                    </a:lnTo>
                    <a:lnTo>
                      <a:pt x="776" y="407"/>
                    </a:lnTo>
                    <a:lnTo>
                      <a:pt x="777" y="406"/>
                    </a:lnTo>
                    <a:lnTo>
                      <a:pt x="779" y="406"/>
                    </a:lnTo>
                    <a:lnTo>
                      <a:pt x="780" y="406"/>
                    </a:lnTo>
                    <a:lnTo>
                      <a:pt x="781" y="406"/>
                    </a:lnTo>
                    <a:lnTo>
                      <a:pt x="783" y="406"/>
                    </a:lnTo>
                    <a:lnTo>
                      <a:pt x="784" y="406"/>
                    </a:lnTo>
                    <a:lnTo>
                      <a:pt x="786" y="406"/>
                    </a:lnTo>
                    <a:lnTo>
                      <a:pt x="787" y="406"/>
                    </a:lnTo>
                    <a:lnTo>
                      <a:pt x="789" y="406"/>
                    </a:lnTo>
                    <a:lnTo>
                      <a:pt x="790" y="406"/>
                    </a:lnTo>
                    <a:lnTo>
                      <a:pt x="791" y="406"/>
                    </a:lnTo>
                    <a:lnTo>
                      <a:pt x="793" y="406"/>
                    </a:lnTo>
                    <a:lnTo>
                      <a:pt x="794" y="407"/>
                    </a:lnTo>
                    <a:lnTo>
                      <a:pt x="796" y="407"/>
                    </a:lnTo>
                    <a:lnTo>
                      <a:pt x="797" y="406"/>
                    </a:lnTo>
                    <a:lnTo>
                      <a:pt x="798" y="407"/>
                    </a:lnTo>
                    <a:lnTo>
                      <a:pt x="800" y="406"/>
                    </a:lnTo>
                    <a:lnTo>
                      <a:pt x="801" y="407"/>
                    </a:lnTo>
                    <a:lnTo>
                      <a:pt x="803" y="407"/>
                    </a:lnTo>
                    <a:lnTo>
                      <a:pt x="804" y="407"/>
                    </a:lnTo>
                    <a:lnTo>
                      <a:pt x="805" y="407"/>
                    </a:lnTo>
                    <a:lnTo>
                      <a:pt x="807" y="407"/>
                    </a:lnTo>
                    <a:lnTo>
                      <a:pt x="808" y="407"/>
                    </a:lnTo>
                    <a:lnTo>
                      <a:pt x="810" y="406"/>
                    </a:lnTo>
                    <a:lnTo>
                      <a:pt x="811" y="407"/>
                    </a:lnTo>
                    <a:lnTo>
                      <a:pt x="813" y="407"/>
                    </a:lnTo>
                    <a:lnTo>
                      <a:pt x="814" y="407"/>
                    </a:lnTo>
                    <a:lnTo>
                      <a:pt x="815" y="407"/>
                    </a:lnTo>
                    <a:lnTo>
                      <a:pt x="817" y="407"/>
                    </a:lnTo>
                    <a:lnTo>
                      <a:pt x="818" y="407"/>
                    </a:lnTo>
                    <a:lnTo>
                      <a:pt x="820" y="407"/>
                    </a:lnTo>
                    <a:lnTo>
                      <a:pt x="821" y="407"/>
                    </a:lnTo>
                    <a:lnTo>
                      <a:pt x="822" y="407"/>
                    </a:lnTo>
                    <a:lnTo>
                      <a:pt x="824" y="407"/>
                    </a:lnTo>
                    <a:lnTo>
                      <a:pt x="825" y="407"/>
                    </a:lnTo>
                    <a:lnTo>
                      <a:pt x="827" y="407"/>
                    </a:lnTo>
                    <a:lnTo>
                      <a:pt x="828" y="407"/>
                    </a:lnTo>
                    <a:lnTo>
                      <a:pt x="829" y="407"/>
                    </a:lnTo>
                    <a:lnTo>
                      <a:pt x="831" y="407"/>
                    </a:lnTo>
                    <a:lnTo>
                      <a:pt x="832" y="407"/>
                    </a:lnTo>
                    <a:lnTo>
                      <a:pt x="834" y="407"/>
                    </a:lnTo>
                    <a:lnTo>
                      <a:pt x="835" y="407"/>
                    </a:lnTo>
                    <a:lnTo>
                      <a:pt x="837" y="407"/>
                    </a:lnTo>
                    <a:lnTo>
                      <a:pt x="838" y="407"/>
                    </a:lnTo>
                    <a:lnTo>
                      <a:pt x="839" y="407"/>
                    </a:lnTo>
                    <a:lnTo>
                      <a:pt x="841" y="407"/>
                    </a:lnTo>
                    <a:lnTo>
                      <a:pt x="842" y="407"/>
                    </a:lnTo>
                    <a:lnTo>
                      <a:pt x="844" y="407"/>
                    </a:lnTo>
                    <a:lnTo>
                      <a:pt x="845" y="407"/>
                    </a:lnTo>
                    <a:lnTo>
                      <a:pt x="846" y="407"/>
                    </a:lnTo>
                    <a:lnTo>
                      <a:pt x="848" y="407"/>
                    </a:lnTo>
                    <a:lnTo>
                      <a:pt x="849" y="407"/>
                    </a:lnTo>
                    <a:lnTo>
                      <a:pt x="851" y="407"/>
                    </a:lnTo>
                    <a:lnTo>
                      <a:pt x="852" y="407"/>
                    </a:lnTo>
                    <a:lnTo>
                      <a:pt x="853" y="407"/>
                    </a:lnTo>
                    <a:lnTo>
                      <a:pt x="855" y="407"/>
                    </a:lnTo>
                    <a:lnTo>
                      <a:pt x="856" y="407"/>
                    </a:lnTo>
                    <a:lnTo>
                      <a:pt x="858" y="407"/>
                    </a:lnTo>
                    <a:lnTo>
                      <a:pt x="859" y="407"/>
                    </a:lnTo>
                    <a:lnTo>
                      <a:pt x="861" y="407"/>
                    </a:lnTo>
                    <a:lnTo>
                      <a:pt x="862" y="407"/>
                    </a:lnTo>
                    <a:lnTo>
                      <a:pt x="863" y="407"/>
                    </a:lnTo>
                    <a:lnTo>
                      <a:pt x="865" y="407"/>
                    </a:lnTo>
                    <a:lnTo>
                      <a:pt x="866" y="407"/>
                    </a:lnTo>
                    <a:lnTo>
                      <a:pt x="868" y="407"/>
                    </a:lnTo>
                    <a:lnTo>
                      <a:pt x="869" y="407"/>
                    </a:lnTo>
                    <a:lnTo>
                      <a:pt x="870" y="407"/>
                    </a:lnTo>
                    <a:lnTo>
                      <a:pt x="872" y="407"/>
                    </a:lnTo>
                    <a:lnTo>
                      <a:pt x="873" y="407"/>
                    </a:lnTo>
                    <a:lnTo>
                      <a:pt x="875" y="407"/>
                    </a:lnTo>
                    <a:lnTo>
                      <a:pt x="876" y="407"/>
                    </a:lnTo>
                    <a:lnTo>
                      <a:pt x="877" y="407"/>
                    </a:lnTo>
                    <a:lnTo>
                      <a:pt x="879" y="407"/>
                    </a:lnTo>
                    <a:lnTo>
                      <a:pt x="880" y="407"/>
                    </a:lnTo>
                    <a:lnTo>
                      <a:pt x="882" y="407"/>
                    </a:lnTo>
                    <a:lnTo>
                      <a:pt x="883" y="407"/>
                    </a:lnTo>
                    <a:lnTo>
                      <a:pt x="884" y="407"/>
                    </a:lnTo>
                    <a:lnTo>
                      <a:pt x="886" y="407"/>
                    </a:lnTo>
                    <a:lnTo>
                      <a:pt x="887" y="407"/>
                    </a:lnTo>
                    <a:lnTo>
                      <a:pt x="889" y="407"/>
                    </a:lnTo>
                    <a:lnTo>
                      <a:pt x="890" y="407"/>
                    </a:lnTo>
                    <a:lnTo>
                      <a:pt x="892" y="407"/>
                    </a:lnTo>
                    <a:lnTo>
                      <a:pt x="893" y="407"/>
                    </a:lnTo>
                    <a:lnTo>
                      <a:pt x="894" y="407"/>
                    </a:lnTo>
                    <a:lnTo>
                      <a:pt x="896" y="407"/>
                    </a:lnTo>
                    <a:lnTo>
                      <a:pt x="897" y="407"/>
                    </a:lnTo>
                    <a:lnTo>
                      <a:pt x="899" y="407"/>
                    </a:lnTo>
                    <a:lnTo>
                      <a:pt x="900" y="407"/>
                    </a:lnTo>
                    <a:lnTo>
                      <a:pt x="901" y="407"/>
                    </a:lnTo>
                    <a:lnTo>
                      <a:pt x="903" y="407"/>
                    </a:lnTo>
                    <a:lnTo>
                      <a:pt x="904" y="407"/>
                    </a:lnTo>
                    <a:lnTo>
                      <a:pt x="906" y="407"/>
                    </a:lnTo>
                    <a:lnTo>
                      <a:pt x="907" y="407"/>
                    </a:lnTo>
                    <a:lnTo>
                      <a:pt x="908" y="407"/>
                    </a:lnTo>
                    <a:lnTo>
                      <a:pt x="910" y="407"/>
                    </a:lnTo>
                    <a:lnTo>
                      <a:pt x="911" y="407"/>
                    </a:lnTo>
                    <a:lnTo>
                      <a:pt x="913" y="407"/>
                    </a:lnTo>
                    <a:lnTo>
                      <a:pt x="914" y="407"/>
                    </a:lnTo>
                    <a:lnTo>
                      <a:pt x="916" y="407"/>
                    </a:lnTo>
                    <a:lnTo>
                      <a:pt x="917" y="407"/>
                    </a:lnTo>
                    <a:lnTo>
                      <a:pt x="918" y="407"/>
                    </a:lnTo>
                    <a:lnTo>
                      <a:pt x="920" y="407"/>
                    </a:lnTo>
                    <a:lnTo>
                      <a:pt x="921" y="407"/>
                    </a:lnTo>
                    <a:lnTo>
                      <a:pt x="923" y="407"/>
                    </a:lnTo>
                    <a:lnTo>
                      <a:pt x="924" y="407"/>
                    </a:lnTo>
                    <a:lnTo>
                      <a:pt x="925" y="407"/>
                    </a:lnTo>
                    <a:lnTo>
                      <a:pt x="927" y="407"/>
                    </a:lnTo>
                    <a:lnTo>
                      <a:pt x="928" y="407"/>
                    </a:lnTo>
                    <a:lnTo>
                      <a:pt x="930" y="407"/>
                    </a:lnTo>
                    <a:lnTo>
                      <a:pt x="931" y="407"/>
                    </a:lnTo>
                    <a:lnTo>
                      <a:pt x="932" y="407"/>
                    </a:lnTo>
                    <a:lnTo>
                      <a:pt x="934" y="407"/>
                    </a:lnTo>
                    <a:lnTo>
                      <a:pt x="935" y="407"/>
                    </a:lnTo>
                    <a:lnTo>
                      <a:pt x="937" y="407"/>
                    </a:lnTo>
                    <a:lnTo>
                      <a:pt x="938" y="407"/>
                    </a:lnTo>
                    <a:lnTo>
                      <a:pt x="940" y="407"/>
                    </a:lnTo>
                    <a:lnTo>
                      <a:pt x="941" y="407"/>
                    </a:lnTo>
                    <a:lnTo>
                      <a:pt x="942" y="407"/>
                    </a:lnTo>
                    <a:lnTo>
                      <a:pt x="944" y="407"/>
                    </a:lnTo>
                    <a:lnTo>
                      <a:pt x="945" y="407"/>
                    </a:lnTo>
                    <a:lnTo>
                      <a:pt x="947" y="407"/>
                    </a:lnTo>
                    <a:lnTo>
                      <a:pt x="948" y="406"/>
                    </a:lnTo>
                    <a:lnTo>
                      <a:pt x="949" y="407"/>
                    </a:lnTo>
                    <a:lnTo>
                      <a:pt x="951" y="407"/>
                    </a:lnTo>
                    <a:lnTo>
                      <a:pt x="952" y="406"/>
                    </a:lnTo>
                    <a:lnTo>
                      <a:pt x="954" y="406"/>
                    </a:lnTo>
                    <a:lnTo>
                      <a:pt x="955" y="406"/>
                    </a:lnTo>
                    <a:lnTo>
                      <a:pt x="956" y="406"/>
                    </a:lnTo>
                    <a:lnTo>
                      <a:pt x="958" y="406"/>
                    </a:lnTo>
                    <a:lnTo>
                      <a:pt x="959" y="406"/>
                    </a:lnTo>
                    <a:lnTo>
                      <a:pt x="961" y="406"/>
                    </a:lnTo>
                    <a:lnTo>
                      <a:pt x="962" y="406"/>
                    </a:lnTo>
                    <a:lnTo>
                      <a:pt x="964" y="406"/>
                    </a:lnTo>
                    <a:lnTo>
                      <a:pt x="965" y="406"/>
                    </a:lnTo>
                    <a:lnTo>
                      <a:pt x="966" y="406"/>
                    </a:lnTo>
                    <a:lnTo>
                      <a:pt x="968" y="406"/>
                    </a:lnTo>
                    <a:lnTo>
                      <a:pt x="969" y="407"/>
                    </a:lnTo>
                    <a:lnTo>
                      <a:pt x="971" y="407"/>
                    </a:lnTo>
                    <a:lnTo>
                      <a:pt x="972" y="407"/>
                    </a:lnTo>
                    <a:lnTo>
                      <a:pt x="973" y="407"/>
                    </a:lnTo>
                    <a:lnTo>
                      <a:pt x="975" y="407"/>
                    </a:lnTo>
                    <a:lnTo>
                      <a:pt x="976" y="407"/>
                    </a:lnTo>
                    <a:lnTo>
                      <a:pt x="978" y="407"/>
                    </a:lnTo>
                    <a:lnTo>
                      <a:pt x="979" y="407"/>
                    </a:lnTo>
                    <a:lnTo>
                      <a:pt x="980" y="407"/>
                    </a:lnTo>
                    <a:lnTo>
                      <a:pt x="982" y="407"/>
                    </a:lnTo>
                    <a:lnTo>
                      <a:pt x="983" y="407"/>
                    </a:lnTo>
                    <a:lnTo>
                      <a:pt x="985" y="407"/>
                    </a:lnTo>
                    <a:lnTo>
                      <a:pt x="986" y="407"/>
                    </a:lnTo>
                    <a:lnTo>
                      <a:pt x="988" y="407"/>
                    </a:lnTo>
                    <a:lnTo>
                      <a:pt x="989" y="407"/>
                    </a:lnTo>
                    <a:lnTo>
                      <a:pt x="990" y="407"/>
                    </a:lnTo>
                    <a:lnTo>
                      <a:pt x="992" y="407"/>
                    </a:lnTo>
                    <a:lnTo>
                      <a:pt x="993" y="406"/>
                    </a:lnTo>
                    <a:lnTo>
                      <a:pt x="995" y="406"/>
                    </a:lnTo>
                    <a:lnTo>
                      <a:pt x="996" y="406"/>
                    </a:lnTo>
                    <a:lnTo>
                      <a:pt x="997" y="406"/>
                    </a:lnTo>
                    <a:lnTo>
                      <a:pt x="999" y="406"/>
                    </a:lnTo>
                    <a:lnTo>
                      <a:pt x="1000" y="406"/>
                    </a:lnTo>
                    <a:lnTo>
                      <a:pt x="1002" y="406"/>
                    </a:lnTo>
                    <a:lnTo>
                      <a:pt x="1003" y="406"/>
                    </a:lnTo>
                    <a:lnTo>
                      <a:pt x="1004" y="406"/>
                    </a:lnTo>
                    <a:lnTo>
                      <a:pt x="1006" y="406"/>
                    </a:lnTo>
                    <a:lnTo>
                      <a:pt x="1007" y="406"/>
                    </a:lnTo>
                    <a:lnTo>
                      <a:pt x="1009" y="406"/>
                    </a:lnTo>
                    <a:lnTo>
                      <a:pt x="1010" y="406"/>
                    </a:lnTo>
                    <a:lnTo>
                      <a:pt x="1012" y="406"/>
                    </a:lnTo>
                    <a:lnTo>
                      <a:pt x="1013" y="406"/>
                    </a:lnTo>
                    <a:lnTo>
                      <a:pt x="1014" y="406"/>
                    </a:lnTo>
                    <a:lnTo>
                      <a:pt x="1016" y="406"/>
                    </a:lnTo>
                    <a:lnTo>
                      <a:pt x="1017" y="406"/>
                    </a:lnTo>
                    <a:lnTo>
                      <a:pt x="1019" y="406"/>
                    </a:lnTo>
                    <a:lnTo>
                      <a:pt x="1020" y="406"/>
                    </a:lnTo>
                    <a:lnTo>
                      <a:pt x="1021" y="406"/>
                    </a:lnTo>
                    <a:lnTo>
                      <a:pt x="1023" y="406"/>
                    </a:lnTo>
                    <a:lnTo>
                      <a:pt x="1024" y="406"/>
                    </a:lnTo>
                    <a:lnTo>
                      <a:pt x="1026" y="406"/>
                    </a:lnTo>
                    <a:lnTo>
                      <a:pt x="1027" y="406"/>
                    </a:lnTo>
                    <a:lnTo>
                      <a:pt x="1028" y="406"/>
                    </a:lnTo>
                    <a:lnTo>
                      <a:pt x="1030" y="406"/>
                    </a:lnTo>
                    <a:lnTo>
                      <a:pt x="1031" y="406"/>
                    </a:lnTo>
                    <a:lnTo>
                      <a:pt x="1033" y="406"/>
                    </a:lnTo>
                    <a:lnTo>
                      <a:pt x="1034" y="406"/>
                    </a:lnTo>
                    <a:lnTo>
                      <a:pt x="1036" y="406"/>
                    </a:lnTo>
                    <a:lnTo>
                      <a:pt x="1037" y="406"/>
                    </a:lnTo>
                    <a:lnTo>
                      <a:pt x="1038" y="406"/>
                    </a:lnTo>
                    <a:lnTo>
                      <a:pt x="1040" y="406"/>
                    </a:lnTo>
                    <a:lnTo>
                      <a:pt x="1041" y="406"/>
                    </a:lnTo>
                    <a:lnTo>
                      <a:pt x="1043" y="406"/>
                    </a:lnTo>
                    <a:lnTo>
                      <a:pt x="1044" y="406"/>
                    </a:lnTo>
                    <a:lnTo>
                      <a:pt x="1045" y="406"/>
                    </a:lnTo>
                    <a:lnTo>
                      <a:pt x="1047" y="406"/>
                    </a:lnTo>
                    <a:lnTo>
                      <a:pt x="1048" y="406"/>
                    </a:lnTo>
                    <a:lnTo>
                      <a:pt x="1050" y="406"/>
                    </a:lnTo>
                    <a:lnTo>
                      <a:pt x="1051" y="406"/>
                    </a:lnTo>
                    <a:lnTo>
                      <a:pt x="1052" y="406"/>
                    </a:lnTo>
                    <a:lnTo>
                      <a:pt x="1054" y="406"/>
                    </a:lnTo>
                    <a:lnTo>
                      <a:pt x="1055" y="406"/>
                    </a:lnTo>
                    <a:lnTo>
                      <a:pt x="1057" y="406"/>
                    </a:lnTo>
                    <a:lnTo>
                      <a:pt x="1058" y="406"/>
                    </a:lnTo>
                    <a:lnTo>
                      <a:pt x="1059" y="406"/>
                    </a:lnTo>
                    <a:lnTo>
                      <a:pt x="1061" y="406"/>
                    </a:lnTo>
                    <a:lnTo>
                      <a:pt x="1062" y="406"/>
                    </a:lnTo>
                    <a:lnTo>
                      <a:pt x="1064" y="406"/>
                    </a:lnTo>
                    <a:lnTo>
                      <a:pt x="1065" y="406"/>
                    </a:lnTo>
                    <a:lnTo>
                      <a:pt x="1067" y="406"/>
                    </a:lnTo>
                    <a:lnTo>
                      <a:pt x="1068" y="406"/>
                    </a:lnTo>
                    <a:lnTo>
                      <a:pt x="1069" y="406"/>
                    </a:lnTo>
                    <a:lnTo>
                      <a:pt x="1071" y="406"/>
                    </a:lnTo>
                    <a:lnTo>
                      <a:pt x="1072" y="406"/>
                    </a:lnTo>
                    <a:lnTo>
                      <a:pt x="1074" y="406"/>
                    </a:lnTo>
                    <a:lnTo>
                      <a:pt x="1075" y="406"/>
                    </a:lnTo>
                    <a:lnTo>
                      <a:pt x="1076" y="406"/>
                    </a:lnTo>
                    <a:lnTo>
                      <a:pt x="1078" y="406"/>
                    </a:lnTo>
                    <a:lnTo>
                      <a:pt x="1079" y="406"/>
                    </a:lnTo>
                    <a:lnTo>
                      <a:pt x="1081" y="406"/>
                    </a:lnTo>
                    <a:lnTo>
                      <a:pt x="1082" y="406"/>
                    </a:lnTo>
                    <a:lnTo>
                      <a:pt x="1083" y="406"/>
                    </a:lnTo>
                    <a:lnTo>
                      <a:pt x="1085" y="406"/>
                    </a:lnTo>
                    <a:lnTo>
                      <a:pt x="1086" y="406"/>
                    </a:lnTo>
                    <a:lnTo>
                      <a:pt x="1088" y="406"/>
                    </a:lnTo>
                    <a:lnTo>
                      <a:pt x="1089" y="406"/>
                    </a:lnTo>
                    <a:lnTo>
                      <a:pt x="1091" y="406"/>
                    </a:lnTo>
                    <a:lnTo>
                      <a:pt x="1092" y="406"/>
                    </a:lnTo>
                    <a:lnTo>
                      <a:pt x="1093" y="406"/>
                    </a:lnTo>
                    <a:lnTo>
                      <a:pt x="1095" y="406"/>
                    </a:lnTo>
                    <a:lnTo>
                      <a:pt x="1096" y="406"/>
                    </a:lnTo>
                    <a:lnTo>
                      <a:pt x="1098" y="406"/>
                    </a:lnTo>
                    <a:lnTo>
                      <a:pt x="1099" y="406"/>
                    </a:lnTo>
                    <a:lnTo>
                      <a:pt x="1100" y="406"/>
                    </a:lnTo>
                    <a:lnTo>
                      <a:pt x="1102" y="406"/>
                    </a:lnTo>
                    <a:lnTo>
                      <a:pt x="1103" y="406"/>
                    </a:lnTo>
                    <a:lnTo>
                      <a:pt x="1105" y="406"/>
                    </a:lnTo>
                    <a:lnTo>
                      <a:pt x="1106" y="406"/>
                    </a:lnTo>
                    <a:lnTo>
                      <a:pt x="1107" y="406"/>
                    </a:lnTo>
                    <a:lnTo>
                      <a:pt x="1109" y="406"/>
                    </a:lnTo>
                    <a:lnTo>
                      <a:pt x="1110" y="406"/>
                    </a:lnTo>
                    <a:lnTo>
                      <a:pt x="1112" y="406"/>
                    </a:lnTo>
                    <a:lnTo>
                      <a:pt x="1113" y="406"/>
                    </a:lnTo>
                    <a:lnTo>
                      <a:pt x="1115" y="406"/>
                    </a:lnTo>
                    <a:lnTo>
                      <a:pt x="1116" y="406"/>
                    </a:lnTo>
                    <a:lnTo>
                      <a:pt x="1117" y="406"/>
                    </a:lnTo>
                    <a:lnTo>
                      <a:pt x="1119" y="406"/>
                    </a:lnTo>
                    <a:lnTo>
                      <a:pt x="1120" y="406"/>
                    </a:lnTo>
                    <a:lnTo>
                      <a:pt x="1122" y="406"/>
                    </a:lnTo>
                    <a:lnTo>
                      <a:pt x="1123" y="406"/>
                    </a:lnTo>
                    <a:lnTo>
                      <a:pt x="1124" y="406"/>
                    </a:lnTo>
                    <a:lnTo>
                      <a:pt x="1126" y="406"/>
                    </a:lnTo>
                    <a:lnTo>
                      <a:pt x="1127" y="406"/>
                    </a:lnTo>
                    <a:lnTo>
                      <a:pt x="1129" y="406"/>
                    </a:lnTo>
                    <a:lnTo>
                      <a:pt x="1130" y="406"/>
                    </a:lnTo>
                    <a:lnTo>
                      <a:pt x="1131" y="406"/>
                    </a:lnTo>
                    <a:lnTo>
                      <a:pt x="1133" y="406"/>
                    </a:lnTo>
                    <a:lnTo>
                      <a:pt x="1134" y="406"/>
                    </a:lnTo>
                    <a:lnTo>
                      <a:pt x="1136" y="406"/>
                    </a:lnTo>
                    <a:lnTo>
                      <a:pt x="1137" y="406"/>
                    </a:lnTo>
                    <a:lnTo>
                      <a:pt x="1139" y="406"/>
                    </a:lnTo>
                    <a:lnTo>
                      <a:pt x="1140" y="406"/>
                    </a:lnTo>
                    <a:lnTo>
                      <a:pt x="1141" y="406"/>
                    </a:lnTo>
                    <a:lnTo>
                      <a:pt x="1143" y="406"/>
                    </a:lnTo>
                    <a:lnTo>
                      <a:pt x="1144" y="406"/>
                    </a:lnTo>
                    <a:lnTo>
                      <a:pt x="1146" y="406"/>
                    </a:lnTo>
                    <a:lnTo>
                      <a:pt x="1147" y="406"/>
                    </a:lnTo>
                    <a:lnTo>
                      <a:pt x="1148" y="406"/>
                    </a:lnTo>
                    <a:lnTo>
                      <a:pt x="1150" y="406"/>
                    </a:lnTo>
                    <a:lnTo>
                      <a:pt x="1151" y="406"/>
                    </a:lnTo>
                    <a:lnTo>
                      <a:pt x="1153" y="406"/>
                    </a:lnTo>
                    <a:lnTo>
                      <a:pt x="1154" y="406"/>
                    </a:lnTo>
                    <a:lnTo>
                      <a:pt x="1155" y="406"/>
                    </a:lnTo>
                    <a:lnTo>
                      <a:pt x="1157" y="406"/>
                    </a:lnTo>
                    <a:lnTo>
                      <a:pt x="1158" y="406"/>
                    </a:lnTo>
                    <a:lnTo>
                      <a:pt x="1160" y="406"/>
                    </a:lnTo>
                    <a:lnTo>
                      <a:pt x="1161" y="406"/>
                    </a:lnTo>
                    <a:lnTo>
                      <a:pt x="1163" y="406"/>
                    </a:lnTo>
                    <a:lnTo>
                      <a:pt x="1164" y="406"/>
                    </a:lnTo>
                    <a:lnTo>
                      <a:pt x="1165" y="406"/>
                    </a:lnTo>
                    <a:lnTo>
                      <a:pt x="1167" y="406"/>
                    </a:lnTo>
                    <a:lnTo>
                      <a:pt x="1168" y="406"/>
                    </a:lnTo>
                    <a:lnTo>
                      <a:pt x="1170" y="406"/>
                    </a:lnTo>
                    <a:lnTo>
                      <a:pt x="1171" y="406"/>
                    </a:lnTo>
                    <a:lnTo>
                      <a:pt x="1172" y="406"/>
                    </a:lnTo>
                    <a:lnTo>
                      <a:pt x="1174" y="406"/>
                    </a:lnTo>
                    <a:lnTo>
                      <a:pt x="1175" y="406"/>
                    </a:lnTo>
                    <a:lnTo>
                      <a:pt x="1177" y="406"/>
                    </a:lnTo>
                    <a:lnTo>
                      <a:pt x="1178" y="406"/>
                    </a:lnTo>
                    <a:lnTo>
                      <a:pt x="1179" y="406"/>
                    </a:lnTo>
                    <a:lnTo>
                      <a:pt x="1181" y="406"/>
                    </a:lnTo>
                    <a:lnTo>
                      <a:pt x="1182" y="406"/>
                    </a:lnTo>
                    <a:lnTo>
                      <a:pt x="1184" y="406"/>
                    </a:lnTo>
                    <a:lnTo>
                      <a:pt x="1185" y="406"/>
                    </a:lnTo>
                    <a:lnTo>
                      <a:pt x="1187" y="406"/>
                    </a:lnTo>
                    <a:lnTo>
                      <a:pt x="1188" y="406"/>
                    </a:lnTo>
                    <a:lnTo>
                      <a:pt x="1189" y="406"/>
                    </a:lnTo>
                    <a:lnTo>
                      <a:pt x="1191" y="406"/>
                    </a:lnTo>
                    <a:lnTo>
                      <a:pt x="1192" y="406"/>
                    </a:lnTo>
                    <a:lnTo>
                      <a:pt x="1194" y="406"/>
                    </a:lnTo>
                    <a:lnTo>
                      <a:pt x="1195" y="406"/>
                    </a:lnTo>
                    <a:lnTo>
                      <a:pt x="1196" y="406"/>
                    </a:lnTo>
                    <a:lnTo>
                      <a:pt x="1198" y="406"/>
                    </a:lnTo>
                    <a:lnTo>
                      <a:pt x="1199" y="406"/>
                    </a:lnTo>
                    <a:lnTo>
                      <a:pt x="1201" y="407"/>
                    </a:lnTo>
                    <a:lnTo>
                      <a:pt x="1202" y="407"/>
                    </a:lnTo>
                    <a:lnTo>
                      <a:pt x="1203" y="406"/>
                    </a:lnTo>
                    <a:lnTo>
                      <a:pt x="1205" y="406"/>
                    </a:lnTo>
                    <a:lnTo>
                      <a:pt x="1206" y="406"/>
                    </a:lnTo>
                    <a:lnTo>
                      <a:pt x="1208" y="406"/>
                    </a:lnTo>
                    <a:lnTo>
                      <a:pt x="1209" y="406"/>
                    </a:lnTo>
                    <a:lnTo>
                      <a:pt x="1211" y="406"/>
                    </a:lnTo>
                    <a:lnTo>
                      <a:pt x="1212" y="406"/>
                    </a:lnTo>
                    <a:lnTo>
                      <a:pt x="1213" y="406"/>
                    </a:lnTo>
                    <a:lnTo>
                      <a:pt x="1215" y="406"/>
                    </a:lnTo>
                    <a:lnTo>
                      <a:pt x="1216" y="406"/>
                    </a:lnTo>
                    <a:lnTo>
                      <a:pt x="1218" y="406"/>
                    </a:lnTo>
                    <a:lnTo>
                      <a:pt x="1219" y="406"/>
                    </a:lnTo>
                    <a:lnTo>
                      <a:pt x="1220" y="406"/>
                    </a:lnTo>
                    <a:lnTo>
                      <a:pt x="1222" y="406"/>
                    </a:lnTo>
                    <a:lnTo>
                      <a:pt x="1223" y="406"/>
                    </a:lnTo>
                    <a:lnTo>
                      <a:pt x="1225" y="406"/>
                    </a:lnTo>
                    <a:lnTo>
                      <a:pt x="1226" y="406"/>
                    </a:lnTo>
                    <a:lnTo>
                      <a:pt x="1227" y="406"/>
                    </a:lnTo>
                    <a:lnTo>
                      <a:pt x="1229" y="406"/>
                    </a:lnTo>
                    <a:lnTo>
                      <a:pt x="1230" y="406"/>
                    </a:lnTo>
                    <a:lnTo>
                      <a:pt x="1232" y="407"/>
                    </a:lnTo>
                    <a:lnTo>
                      <a:pt x="1233" y="406"/>
                    </a:lnTo>
                    <a:lnTo>
                      <a:pt x="1234" y="406"/>
                    </a:lnTo>
                    <a:lnTo>
                      <a:pt x="1236" y="406"/>
                    </a:lnTo>
                    <a:lnTo>
                      <a:pt x="1237" y="406"/>
                    </a:lnTo>
                    <a:lnTo>
                      <a:pt x="1239" y="406"/>
                    </a:lnTo>
                    <a:lnTo>
                      <a:pt x="1240" y="406"/>
                    </a:lnTo>
                    <a:lnTo>
                      <a:pt x="1242" y="406"/>
                    </a:lnTo>
                    <a:lnTo>
                      <a:pt x="1243" y="406"/>
                    </a:lnTo>
                    <a:lnTo>
                      <a:pt x="1244" y="406"/>
                    </a:lnTo>
                    <a:lnTo>
                      <a:pt x="1246" y="406"/>
                    </a:lnTo>
                    <a:lnTo>
                      <a:pt x="1247" y="406"/>
                    </a:lnTo>
                    <a:lnTo>
                      <a:pt x="1249" y="406"/>
                    </a:lnTo>
                    <a:lnTo>
                      <a:pt x="1250" y="406"/>
                    </a:lnTo>
                    <a:lnTo>
                      <a:pt x="1251" y="406"/>
                    </a:lnTo>
                    <a:lnTo>
                      <a:pt x="1253" y="406"/>
                    </a:lnTo>
                    <a:lnTo>
                      <a:pt x="1254" y="406"/>
                    </a:lnTo>
                    <a:lnTo>
                      <a:pt x="1256" y="406"/>
                    </a:lnTo>
                    <a:lnTo>
                      <a:pt x="1257" y="406"/>
                    </a:lnTo>
                    <a:lnTo>
                      <a:pt x="1258" y="406"/>
                    </a:lnTo>
                    <a:lnTo>
                      <a:pt x="1260" y="406"/>
                    </a:lnTo>
                    <a:lnTo>
                      <a:pt x="1261" y="406"/>
                    </a:lnTo>
                    <a:lnTo>
                      <a:pt x="1263" y="406"/>
                    </a:lnTo>
                    <a:lnTo>
                      <a:pt x="1264" y="406"/>
                    </a:lnTo>
                    <a:lnTo>
                      <a:pt x="1266" y="406"/>
                    </a:lnTo>
                    <a:lnTo>
                      <a:pt x="1267" y="406"/>
                    </a:lnTo>
                    <a:lnTo>
                      <a:pt x="1268" y="406"/>
                    </a:lnTo>
                    <a:lnTo>
                      <a:pt x="1270" y="406"/>
                    </a:lnTo>
                    <a:lnTo>
                      <a:pt x="1271" y="406"/>
                    </a:lnTo>
                    <a:lnTo>
                      <a:pt x="1273" y="406"/>
                    </a:lnTo>
                    <a:lnTo>
                      <a:pt x="1274" y="406"/>
                    </a:lnTo>
                    <a:lnTo>
                      <a:pt x="1275" y="406"/>
                    </a:lnTo>
                    <a:lnTo>
                      <a:pt x="1277" y="406"/>
                    </a:lnTo>
                    <a:lnTo>
                      <a:pt x="1278" y="406"/>
                    </a:lnTo>
                    <a:lnTo>
                      <a:pt x="1280" y="406"/>
                    </a:lnTo>
                    <a:lnTo>
                      <a:pt x="1281" y="406"/>
                    </a:lnTo>
                    <a:lnTo>
                      <a:pt x="1282" y="406"/>
                    </a:lnTo>
                    <a:lnTo>
                      <a:pt x="1284" y="406"/>
                    </a:lnTo>
                    <a:lnTo>
                      <a:pt x="1285" y="406"/>
                    </a:lnTo>
                    <a:lnTo>
                      <a:pt x="1287" y="406"/>
                    </a:lnTo>
                    <a:lnTo>
                      <a:pt x="1288" y="406"/>
                    </a:lnTo>
                    <a:lnTo>
                      <a:pt x="1290" y="406"/>
                    </a:lnTo>
                    <a:lnTo>
                      <a:pt x="1291" y="406"/>
                    </a:lnTo>
                    <a:lnTo>
                      <a:pt x="1292" y="406"/>
                    </a:lnTo>
                    <a:lnTo>
                      <a:pt x="1294" y="406"/>
                    </a:lnTo>
                    <a:lnTo>
                      <a:pt x="1295" y="407"/>
                    </a:lnTo>
                    <a:lnTo>
                      <a:pt x="1297" y="406"/>
                    </a:lnTo>
                    <a:lnTo>
                      <a:pt x="1298" y="406"/>
                    </a:lnTo>
                    <a:lnTo>
                      <a:pt x="1299" y="406"/>
                    </a:lnTo>
                    <a:lnTo>
                      <a:pt x="1301" y="406"/>
                    </a:lnTo>
                    <a:lnTo>
                      <a:pt x="1302" y="406"/>
                    </a:lnTo>
                    <a:lnTo>
                      <a:pt x="1304" y="406"/>
                    </a:lnTo>
                    <a:lnTo>
                      <a:pt x="1305" y="406"/>
                    </a:lnTo>
                    <a:lnTo>
                      <a:pt x="1306" y="406"/>
                    </a:lnTo>
                    <a:lnTo>
                      <a:pt x="1308" y="406"/>
                    </a:lnTo>
                    <a:lnTo>
                      <a:pt x="1309" y="406"/>
                    </a:lnTo>
                    <a:lnTo>
                      <a:pt x="1311" y="406"/>
                    </a:lnTo>
                    <a:lnTo>
                      <a:pt x="1312" y="406"/>
                    </a:lnTo>
                    <a:lnTo>
                      <a:pt x="1314" y="406"/>
                    </a:lnTo>
                    <a:lnTo>
                      <a:pt x="1315" y="406"/>
                    </a:lnTo>
                    <a:lnTo>
                      <a:pt x="1316" y="406"/>
                    </a:lnTo>
                    <a:lnTo>
                      <a:pt x="1318" y="406"/>
                    </a:lnTo>
                    <a:lnTo>
                      <a:pt x="1319" y="406"/>
                    </a:lnTo>
                    <a:lnTo>
                      <a:pt x="1321" y="406"/>
                    </a:lnTo>
                    <a:lnTo>
                      <a:pt x="1322" y="406"/>
                    </a:lnTo>
                    <a:lnTo>
                      <a:pt x="1323" y="406"/>
                    </a:lnTo>
                    <a:lnTo>
                      <a:pt x="1325" y="406"/>
                    </a:lnTo>
                    <a:lnTo>
                      <a:pt x="1326" y="406"/>
                    </a:lnTo>
                    <a:lnTo>
                      <a:pt x="1328" y="406"/>
                    </a:lnTo>
                    <a:lnTo>
                      <a:pt x="1329" y="406"/>
                    </a:lnTo>
                    <a:lnTo>
                      <a:pt x="1330" y="406"/>
                    </a:lnTo>
                    <a:lnTo>
                      <a:pt x="1332" y="406"/>
                    </a:lnTo>
                    <a:lnTo>
                      <a:pt x="1333" y="406"/>
                    </a:lnTo>
                    <a:lnTo>
                      <a:pt x="1335" y="406"/>
                    </a:lnTo>
                    <a:lnTo>
                      <a:pt x="1336" y="406"/>
                    </a:lnTo>
                    <a:lnTo>
                      <a:pt x="1338" y="406"/>
                    </a:lnTo>
                    <a:lnTo>
                      <a:pt x="1339" y="406"/>
                    </a:lnTo>
                    <a:lnTo>
                      <a:pt x="1340" y="406"/>
                    </a:lnTo>
                    <a:lnTo>
                      <a:pt x="1342" y="406"/>
                    </a:lnTo>
                    <a:lnTo>
                      <a:pt x="1343" y="406"/>
                    </a:lnTo>
                    <a:lnTo>
                      <a:pt x="1345" y="406"/>
                    </a:lnTo>
                    <a:lnTo>
                      <a:pt x="1346" y="406"/>
                    </a:lnTo>
                    <a:lnTo>
                      <a:pt x="1347" y="406"/>
                    </a:lnTo>
                    <a:lnTo>
                      <a:pt x="1349" y="406"/>
                    </a:lnTo>
                    <a:lnTo>
                      <a:pt x="1350" y="406"/>
                    </a:lnTo>
                    <a:lnTo>
                      <a:pt x="1352" y="406"/>
                    </a:lnTo>
                    <a:lnTo>
                      <a:pt x="1353" y="406"/>
                    </a:lnTo>
                    <a:lnTo>
                      <a:pt x="1354" y="406"/>
                    </a:lnTo>
                    <a:lnTo>
                      <a:pt x="1356" y="406"/>
                    </a:lnTo>
                    <a:lnTo>
                      <a:pt x="1357" y="406"/>
                    </a:lnTo>
                    <a:lnTo>
                      <a:pt x="1359" y="406"/>
                    </a:lnTo>
                    <a:lnTo>
                      <a:pt x="1360" y="406"/>
                    </a:lnTo>
                    <a:lnTo>
                      <a:pt x="1362" y="406"/>
                    </a:lnTo>
                    <a:lnTo>
                      <a:pt x="1363" y="406"/>
                    </a:lnTo>
                    <a:lnTo>
                      <a:pt x="1364" y="406"/>
                    </a:lnTo>
                    <a:lnTo>
                      <a:pt x="1366" y="406"/>
                    </a:lnTo>
                    <a:lnTo>
                      <a:pt x="1367" y="406"/>
                    </a:lnTo>
                    <a:lnTo>
                      <a:pt x="1369" y="406"/>
                    </a:lnTo>
                    <a:lnTo>
                      <a:pt x="1370" y="406"/>
                    </a:lnTo>
                    <a:lnTo>
                      <a:pt x="1371" y="406"/>
                    </a:lnTo>
                    <a:lnTo>
                      <a:pt x="1373" y="406"/>
                    </a:lnTo>
                    <a:lnTo>
                      <a:pt x="1374" y="406"/>
                    </a:lnTo>
                    <a:lnTo>
                      <a:pt x="1376" y="406"/>
                    </a:lnTo>
                    <a:lnTo>
                      <a:pt x="1377" y="406"/>
                    </a:lnTo>
                    <a:lnTo>
                      <a:pt x="1378" y="406"/>
                    </a:lnTo>
                    <a:lnTo>
                      <a:pt x="1380" y="406"/>
                    </a:lnTo>
                    <a:lnTo>
                      <a:pt x="1381" y="406"/>
                    </a:lnTo>
                    <a:lnTo>
                      <a:pt x="1383" y="406"/>
                    </a:lnTo>
                    <a:lnTo>
                      <a:pt x="1384" y="406"/>
                    </a:lnTo>
                    <a:lnTo>
                      <a:pt x="1386" y="406"/>
                    </a:lnTo>
                    <a:lnTo>
                      <a:pt x="1387" y="406"/>
                    </a:lnTo>
                    <a:lnTo>
                      <a:pt x="1388" y="406"/>
                    </a:lnTo>
                    <a:lnTo>
                      <a:pt x="1390" y="406"/>
                    </a:lnTo>
                    <a:lnTo>
                      <a:pt x="1391" y="407"/>
                    </a:lnTo>
                    <a:lnTo>
                      <a:pt x="1393" y="406"/>
                    </a:lnTo>
                    <a:lnTo>
                      <a:pt x="1394" y="406"/>
                    </a:lnTo>
                    <a:lnTo>
                      <a:pt x="1395" y="406"/>
                    </a:lnTo>
                    <a:lnTo>
                      <a:pt x="1397" y="406"/>
                    </a:lnTo>
                    <a:lnTo>
                      <a:pt x="1398" y="406"/>
                    </a:lnTo>
                    <a:lnTo>
                      <a:pt x="1400" y="406"/>
                    </a:lnTo>
                    <a:lnTo>
                      <a:pt x="1401" y="406"/>
                    </a:lnTo>
                    <a:lnTo>
                      <a:pt x="1402" y="406"/>
                    </a:lnTo>
                    <a:lnTo>
                      <a:pt x="1404" y="406"/>
                    </a:lnTo>
                    <a:lnTo>
                      <a:pt x="1405" y="406"/>
                    </a:lnTo>
                    <a:lnTo>
                      <a:pt x="1407" y="406"/>
                    </a:lnTo>
                    <a:lnTo>
                      <a:pt x="1408" y="406"/>
                    </a:lnTo>
                    <a:lnTo>
                      <a:pt x="1409" y="406"/>
                    </a:lnTo>
                    <a:lnTo>
                      <a:pt x="1411" y="406"/>
                    </a:lnTo>
                    <a:lnTo>
                      <a:pt x="1412" y="406"/>
                    </a:lnTo>
                    <a:lnTo>
                      <a:pt x="1414" y="406"/>
                    </a:lnTo>
                    <a:lnTo>
                      <a:pt x="1415" y="406"/>
                    </a:lnTo>
                    <a:lnTo>
                      <a:pt x="1417" y="406"/>
                    </a:lnTo>
                    <a:lnTo>
                      <a:pt x="1418" y="406"/>
                    </a:lnTo>
                    <a:lnTo>
                      <a:pt x="1419" y="406"/>
                    </a:lnTo>
                    <a:lnTo>
                      <a:pt x="1421" y="406"/>
                    </a:lnTo>
                    <a:lnTo>
                      <a:pt x="1422" y="406"/>
                    </a:lnTo>
                    <a:lnTo>
                      <a:pt x="1424" y="406"/>
                    </a:lnTo>
                    <a:lnTo>
                      <a:pt x="1425" y="406"/>
                    </a:lnTo>
                    <a:lnTo>
                      <a:pt x="1426" y="406"/>
                    </a:lnTo>
                    <a:lnTo>
                      <a:pt x="1428" y="406"/>
                    </a:lnTo>
                    <a:lnTo>
                      <a:pt x="1429" y="406"/>
                    </a:lnTo>
                    <a:lnTo>
                      <a:pt x="1431" y="406"/>
                    </a:lnTo>
                    <a:lnTo>
                      <a:pt x="1432" y="406"/>
                    </a:lnTo>
                    <a:lnTo>
                      <a:pt x="1433" y="406"/>
                    </a:lnTo>
                    <a:lnTo>
                      <a:pt x="1435" y="406"/>
                    </a:lnTo>
                    <a:lnTo>
                      <a:pt x="1436" y="406"/>
                    </a:lnTo>
                    <a:lnTo>
                      <a:pt x="1438" y="406"/>
                    </a:lnTo>
                    <a:lnTo>
                      <a:pt x="1439" y="406"/>
                    </a:lnTo>
                    <a:lnTo>
                      <a:pt x="1441" y="406"/>
                    </a:lnTo>
                    <a:lnTo>
                      <a:pt x="1442" y="406"/>
                    </a:lnTo>
                    <a:lnTo>
                      <a:pt x="1443" y="406"/>
                    </a:lnTo>
                    <a:lnTo>
                      <a:pt x="1445" y="406"/>
                    </a:lnTo>
                    <a:lnTo>
                      <a:pt x="1446" y="406"/>
                    </a:lnTo>
                    <a:lnTo>
                      <a:pt x="1448" y="406"/>
                    </a:lnTo>
                    <a:lnTo>
                      <a:pt x="1449" y="406"/>
                    </a:lnTo>
                    <a:lnTo>
                      <a:pt x="1450" y="406"/>
                    </a:lnTo>
                    <a:lnTo>
                      <a:pt x="1452" y="406"/>
                    </a:lnTo>
                    <a:lnTo>
                      <a:pt x="1453" y="406"/>
                    </a:lnTo>
                    <a:lnTo>
                      <a:pt x="1455" y="406"/>
                    </a:lnTo>
                    <a:lnTo>
                      <a:pt x="1456" y="407"/>
                    </a:lnTo>
                    <a:lnTo>
                      <a:pt x="1457" y="407"/>
                    </a:lnTo>
                    <a:lnTo>
                      <a:pt x="1459" y="407"/>
                    </a:lnTo>
                    <a:lnTo>
                      <a:pt x="1460" y="407"/>
                    </a:lnTo>
                    <a:lnTo>
                      <a:pt x="1462" y="407"/>
                    </a:lnTo>
                    <a:lnTo>
                      <a:pt x="1463" y="406"/>
                    </a:lnTo>
                    <a:lnTo>
                      <a:pt x="1465" y="406"/>
                    </a:lnTo>
                    <a:lnTo>
                      <a:pt x="1466" y="406"/>
                    </a:lnTo>
                    <a:lnTo>
                      <a:pt x="1467" y="406"/>
                    </a:lnTo>
                    <a:lnTo>
                      <a:pt x="1469" y="406"/>
                    </a:lnTo>
                    <a:lnTo>
                      <a:pt x="1470" y="406"/>
                    </a:lnTo>
                    <a:lnTo>
                      <a:pt x="1472" y="406"/>
                    </a:lnTo>
                    <a:lnTo>
                      <a:pt x="1473" y="406"/>
                    </a:lnTo>
                    <a:lnTo>
                      <a:pt x="1474" y="406"/>
                    </a:lnTo>
                    <a:lnTo>
                      <a:pt x="1476" y="406"/>
                    </a:lnTo>
                    <a:lnTo>
                      <a:pt x="1477" y="406"/>
                    </a:lnTo>
                    <a:lnTo>
                      <a:pt x="1479" y="406"/>
                    </a:lnTo>
                    <a:lnTo>
                      <a:pt x="1480" y="407"/>
                    </a:lnTo>
                    <a:lnTo>
                      <a:pt x="1481" y="406"/>
                    </a:lnTo>
                    <a:lnTo>
                      <a:pt x="1483" y="406"/>
                    </a:lnTo>
                    <a:lnTo>
                      <a:pt x="1484" y="406"/>
                    </a:lnTo>
                    <a:lnTo>
                      <a:pt x="1486" y="406"/>
                    </a:lnTo>
                    <a:lnTo>
                      <a:pt x="1487" y="406"/>
                    </a:lnTo>
                    <a:lnTo>
                      <a:pt x="1489" y="406"/>
                    </a:lnTo>
                    <a:lnTo>
                      <a:pt x="1490" y="406"/>
                    </a:lnTo>
                    <a:lnTo>
                      <a:pt x="1491" y="406"/>
                    </a:lnTo>
                    <a:lnTo>
                      <a:pt x="1493" y="406"/>
                    </a:lnTo>
                    <a:lnTo>
                      <a:pt x="1494" y="406"/>
                    </a:lnTo>
                    <a:lnTo>
                      <a:pt x="1496" y="406"/>
                    </a:lnTo>
                    <a:lnTo>
                      <a:pt x="1497" y="406"/>
                    </a:lnTo>
                    <a:lnTo>
                      <a:pt x="1498" y="406"/>
                    </a:lnTo>
                    <a:lnTo>
                      <a:pt x="1500" y="406"/>
                    </a:lnTo>
                    <a:lnTo>
                      <a:pt x="1501" y="406"/>
                    </a:lnTo>
                    <a:lnTo>
                      <a:pt x="1503" y="406"/>
                    </a:lnTo>
                    <a:lnTo>
                      <a:pt x="1504" y="406"/>
                    </a:lnTo>
                    <a:lnTo>
                      <a:pt x="1505" y="406"/>
                    </a:lnTo>
                    <a:lnTo>
                      <a:pt x="1507" y="406"/>
                    </a:lnTo>
                    <a:lnTo>
                      <a:pt x="1508" y="406"/>
                    </a:lnTo>
                    <a:lnTo>
                      <a:pt x="1510" y="406"/>
                    </a:lnTo>
                    <a:lnTo>
                      <a:pt x="1511" y="406"/>
                    </a:lnTo>
                    <a:lnTo>
                      <a:pt x="1513" y="406"/>
                    </a:lnTo>
                    <a:lnTo>
                      <a:pt x="1514" y="406"/>
                    </a:lnTo>
                    <a:lnTo>
                      <a:pt x="1515" y="406"/>
                    </a:lnTo>
                    <a:lnTo>
                      <a:pt x="1517" y="406"/>
                    </a:lnTo>
                    <a:lnTo>
                      <a:pt x="1518" y="406"/>
                    </a:lnTo>
                    <a:lnTo>
                      <a:pt x="1520" y="406"/>
                    </a:lnTo>
                    <a:lnTo>
                      <a:pt x="1521" y="406"/>
                    </a:lnTo>
                    <a:lnTo>
                      <a:pt x="1522" y="406"/>
                    </a:lnTo>
                    <a:lnTo>
                      <a:pt x="1524" y="406"/>
                    </a:lnTo>
                    <a:lnTo>
                      <a:pt x="1525" y="406"/>
                    </a:lnTo>
                    <a:lnTo>
                      <a:pt x="1527" y="406"/>
                    </a:lnTo>
                    <a:lnTo>
                      <a:pt x="1528" y="406"/>
                    </a:lnTo>
                    <a:lnTo>
                      <a:pt x="1529" y="406"/>
                    </a:lnTo>
                    <a:lnTo>
                      <a:pt x="1531" y="406"/>
                    </a:lnTo>
                    <a:lnTo>
                      <a:pt x="1532" y="406"/>
                    </a:lnTo>
                    <a:lnTo>
                      <a:pt x="1534" y="406"/>
                    </a:lnTo>
                    <a:lnTo>
                      <a:pt x="1535" y="406"/>
                    </a:lnTo>
                    <a:lnTo>
                      <a:pt x="1537" y="406"/>
                    </a:lnTo>
                    <a:lnTo>
                      <a:pt x="1538" y="406"/>
                    </a:lnTo>
                    <a:lnTo>
                      <a:pt x="1539" y="406"/>
                    </a:lnTo>
                    <a:lnTo>
                      <a:pt x="1541" y="406"/>
                    </a:lnTo>
                    <a:lnTo>
                      <a:pt x="1542" y="406"/>
                    </a:lnTo>
                    <a:lnTo>
                      <a:pt x="1544" y="406"/>
                    </a:lnTo>
                    <a:lnTo>
                      <a:pt x="1545" y="406"/>
                    </a:lnTo>
                    <a:lnTo>
                      <a:pt x="1546" y="406"/>
                    </a:lnTo>
                    <a:lnTo>
                      <a:pt x="1548" y="406"/>
                    </a:lnTo>
                    <a:lnTo>
                      <a:pt x="1549" y="406"/>
                    </a:lnTo>
                    <a:lnTo>
                      <a:pt x="1551" y="406"/>
                    </a:lnTo>
                    <a:lnTo>
                      <a:pt x="1552" y="406"/>
                    </a:lnTo>
                    <a:lnTo>
                      <a:pt x="1553" y="406"/>
                    </a:lnTo>
                    <a:lnTo>
                      <a:pt x="1555" y="406"/>
                    </a:lnTo>
                    <a:lnTo>
                      <a:pt x="1556" y="406"/>
                    </a:lnTo>
                    <a:lnTo>
                      <a:pt x="1558" y="406"/>
                    </a:lnTo>
                    <a:lnTo>
                      <a:pt x="1559" y="406"/>
                    </a:lnTo>
                    <a:lnTo>
                      <a:pt x="1561" y="406"/>
                    </a:lnTo>
                    <a:lnTo>
                      <a:pt x="1562" y="406"/>
                    </a:lnTo>
                    <a:lnTo>
                      <a:pt x="1563" y="406"/>
                    </a:lnTo>
                    <a:lnTo>
                      <a:pt x="1565" y="406"/>
                    </a:lnTo>
                    <a:lnTo>
                      <a:pt x="1566" y="406"/>
                    </a:lnTo>
                    <a:lnTo>
                      <a:pt x="1568" y="406"/>
                    </a:lnTo>
                    <a:lnTo>
                      <a:pt x="1569" y="406"/>
                    </a:lnTo>
                    <a:lnTo>
                      <a:pt x="1570" y="406"/>
                    </a:lnTo>
                    <a:lnTo>
                      <a:pt x="1572" y="406"/>
                    </a:lnTo>
                    <a:lnTo>
                      <a:pt x="1573" y="406"/>
                    </a:lnTo>
                    <a:lnTo>
                      <a:pt x="1575" y="406"/>
                    </a:lnTo>
                    <a:lnTo>
                      <a:pt x="1576" y="406"/>
                    </a:lnTo>
                    <a:lnTo>
                      <a:pt x="1577" y="406"/>
                    </a:lnTo>
                    <a:lnTo>
                      <a:pt x="1579" y="406"/>
                    </a:lnTo>
                    <a:lnTo>
                      <a:pt x="1580" y="406"/>
                    </a:lnTo>
                    <a:lnTo>
                      <a:pt x="1582" y="406"/>
                    </a:lnTo>
                    <a:lnTo>
                      <a:pt x="1583" y="406"/>
                    </a:lnTo>
                    <a:lnTo>
                      <a:pt x="1584" y="406"/>
                    </a:lnTo>
                    <a:lnTo>
                      <a:pt x="1586" y="406"/>
                    </a:lnTo>
                    <a:lnTo>
                      <a:pt x="1587" y="406"/>
                    </a:lnTo>
                    <a:lnTo>
                      <a:pt x="1589" y="406"/>
                    </a:lnTo>
                    <a:lnTo>
                      <a:pt x="1590" y="406"/>
                    </a:lnTo>
                    <a:lnTo>
                      <a:pt x="1592" y="406"/>
                    </a:lnTo>
                    <a:lnTo>
                      <a:pt x="1593" y="406"/>
                    </a:lnTo>
                    <a:lnTo>
                      <a:pt x="1594" y="406"/>
                    </a:lnTo>
                    <a:lnTo>
                      <a:pt x="1596" y="406"/>
                    </a:lnTo>
                    <a:lnTo>
                      <a:pt x="1597" y="406"/>
                    </a:lnTo>
                    <a:lnTo>
                      <a:pt x="1599" y="406"/>
                    </a:lnTo>
                    <a:lnTo>
                      <a:pt x="1600" y="406"/>
                    </a:lnTo>
                    <a:lnTo>
                      <a:pt x="1601" y="406"/>
                    </a:lnTo>
                    <a:lnTo>
                      <a:pt x="1603" y="406"/>
                    </a:lnTo>
                    <a:lnTo>
                      <a:pt x="1604" y="406"/>
                    </a:lnTo>
                    <a:lnTo>
                      <a:pt x="1606" y="406"/>
                    </a:lnTo>
                    <a:lnTo>
                      <a:pt x="1607" y="406"/>
                    </a:lnTo>
                    <a:lnTo>
                      <a:pt x="1608" y="406"/>
                    </a:lnTo>
                    <a:lnTo>
                      <a:pt x="1610" y="406"/>
                    </a:lnTo>
                    <a:lnTo>
                      <a:pt x="1611" y="406"/>
                    </a:lnTo>
                    <a:lnTo>
                      <a:pt x="1613" y="406"/>
                    </a:lnTo>
                    <a:lnTo>
                      <a:pt x="1614" y="406"/>
                    </a:lnTo>
                    <a:lnTo>
                      <a:pt x="1616" y="406"/>
                    </a:lnTo>
                    <a:lnTo>
                      <a:pt x="1617" y="406"/>
                    </a:lnTo>
                    <a:lnTo>
                      <a:pt x="1618" y="406"/>
                    </a:lnTo>
                    <a:lnTo>
                      <a:pt x="1620" y="406"/>
                    </a:lnTo>
                    <a:lnTo>
                      <a:pt x="1621" y="406"/>
                    </a:lnTo>
                    <a:lnTo>
                      <a:pt x="1623" y="406"/>
                    </a:lnTo>
                    <a:lnTo>
                      <a:pt x="1624" y="406"/>
                    </a:lnTo>
                    <a:lnTo>
                      <a:pt x="1625" y="406"/>
                    </a:lnTo>
                    <a:lnTo>
                      <a:pt x="1627" y="406"/>
                    </a:lnTo>
                    <a:lnTo>
                      <a:pt x="1628" y="406"/>
                    </a:lnTo>
                    <a:lnTo>
                      <a:pt x="1630" y="406"/>
                    </a:lnTo>
                    <a:lnTo>
                      <a:pt x="1631" y="406"/>
                    </a:lnTo>
                    <a:lnTo>
                      <a:pt x="1632" y="406"/>
                    </a:lnTo>
                    <a:lnTo>
                      <a:pt x="1634" y="406"/>
                    </a:lnTo>
                    <a:lnTo>
                      <a:pt x="1635" y="406"/>
                    </a:lnTo>
                    <a:lnTo>
                      <a:pt x="1637" y="406"/>
                    </a:lnTo>
                    <a:lnTo>
                      <a:pt x="1638" y="406"/>
                    </a:lnTo>
                    <a:lnTo>
                      <a:pt x="1640" y="406"/>
                    </a:lnTo>
                    <a:lnTo>
                      <a:pt x="1641" y="406"/>
                    </a:lnTo>
                    <a:lnTo>
                      <a:pt x="1642" y="406"/>
                    </a:lnTo>
                    <a:lnTo>
                      <a:pt x="1644" y="406"/>
                    </a:lnTo>
                    <a:lnTo>
                      <a:pt x="1645" y="406"/>
                    </a:lnTo>
                    <a:lnTo>
                      <a:pt x="1647" y="406"/>
                    </a:lnTo>
                    <a:lnTo>
                      <a:pt x="1648" y="406"/>
                    </a:lnTo>
                    <a:lnTo>
                      <a:pt x="1649" y="406"/>
                    </a:lnTo>
                    <a:lnTo>
                      <a:pt x="1651" y="406"/>
                    </a:lnTo>
                    <a:lnTo>
                      <a:pt x="1652" y="406"/>
                    </a:lnTo>
                    <a:lnTo>
                      <a:pt x="1654" y="406"/>
                    </a:lnTo>
                    <a:lnTo>
                      <a:pt x="1655" y="406"/>
                    </a:lnTo>
                    <a:lnTo>
                      <a:pt x="1656" y="406"/>
                    </a:lnTo>
                    <a:lnTo>
                      <a:pt x="1658" y="406"/>
                    </a:lnTo>
                    <a:lnTo>
                      <a:pt x="1659" y="406"/>
                    </a:lnTo>
                    <a:lnTo>
                      <a:pt x="1661" y="406"/>
                    </a:lnTo>
                    <a:lnTo>
                      <a:pt x="1662" y="406"/>
                    </a:lnTo>
                    <a:lnTo>
                      <a:pt x="1664" y="406"/>
                    </a:lnTo>
                    <a:lnTo>
                      <a:pt x="1665" y="406"/>
                    </a:lnTo>
                    <a:lnTo>
                      <a:pt x="1666" y="406"/>
                    </a:lnTo>
                    <a:lnTo>
                      <a:pt x="1668" y="406"/>
                    </a:lnTo>
                    <a:lnTo>
                      <a:pt x="1669" y="406"/>
                    </a:lnTo>
                    <a:lnTo>
                      <a:pt x="1671" y="406"/>
                    </a:lnTo>
                    <a:lnTo>
                      <a:pt x="1672" y="406"/>
                    </a:lnTo>
                    <a:lnTo>
                      <a:pt x="1673" y="406"/>
                    </a:lnTo>
                    <a:lnTo>
                      <a:pt x="1675" y="406"/>
                    </a:lnTo>
                    <a:lnTo>
                      <a:pt x="1676" y="406"/>
                    </a:lnTo>
                    <a:lnTo>
                      <a:pt x="1678" y="406"/>
                    </a:lnTo>
                    <a:lnTo>
                      <a:pt x="1679" y="406"/>
                    </a:lnTo>
                    <a:lnTo>
                      <a:pt x="1680" y="406"/>
                    </a:lnTo>
                    <a:lnTo>
                      <a:pt x="1682" y="406"/>
                    </a:lnTo>
                    <a:lnTo>
                      <a:pt x="1683" y="406"/>
                    </a:lnTo>
                    <a:lnTo>
                      <a:pt x="1685" y="406"/>
                    </a:lnTo>
                    <a:lnTo>
                      <a:pt x="1686" y="406"/>
                    </a:lnTo>
                    <a:lnTo>
                      <a:pt x="1688" y="406"/>
                    </a:lnTo>
                    <a:lnTo>
                      <a:pt x="1689" y="406"/>
                    </a:lnTo>
                    <a:lnTo>
                      <a:pt x="1690" y="406"/>
                    </a:lnTo>
                    <a:lnTo>
                      <a:pt x="1692" y="406"/>
                    </a:lnTo>
                    <a:lnTo>
                      <a:pt x="1693" y="406"/>
                    </a:lnTo>
                    <a:lnTo>
                      <a:pt x="1695" y="406"/>
                    </a:lnTo>
                    <a:lnTo>
                      <a:pt x="1696" y="406"/>
                    </a:lnTo>
                    <a:lnTo>
                      <a:pt x="1697" y="406"/>
                    </a:lnTo>
                    <a:lnTo>
                      <a:pt x="1699" y="406"/>
                    </a:lnTo>
                    <a:lnTo>
                      <a:pt x="1700" y="406"/>
                    </a:lnTo>
                    <a:lnTo>
                      <a:pt x="1702" y="406"/>
                    </a:lnTo>
                    <a:lnTo>
                      <a:pt x="1703" y="406"/>
                    </a:lnTo>
                    <a:lnTo>
                      <a:pt x="1704" y="406"/>
                    </a:lnTo>
                    <a:lnTo>
                      <a:pt x="1706" y="406"/>
                    </a:lnTo>
                    <a:lnTo>
                      <a:pt x="1707" y="406"/>
                    </a:lnTo>
                    <a:lnTo>
                      <a:pt x="1709" y="406"/>
                    </a:lnTo>
                    <a:lnTo>
                      <a:pt x="1710" y="406"/>
                    </a:lnTo>
                    <a:lnTo>
                      <a:pt x="1712" y="406"/>
                    </a:lnTo>
                    <a:lnTo>
                      <a:pt x="1713" y="406"/>
                    </a:lnTo>
                    <a:lnTo>
                      <a:pt x="1714" y="406"/>
                    </a:lnTo>
                    <a:lnTo>
                      <a:pt x="1716" y="406"/>
                    </a:lnTo>
                    <a:lnTo>
                      <a:pt x="1717" y="406"/>
                    </a:lnTo>
                    <a:lnTo>
                      <a:pt x="1719" y="406"/>
                    </a:lnTo>
                    <a:lnTo>
                      <a:pt x="1720" y="406"/>
                    </a:lnTo>
                    <a:lnTo>
                      <a:pt x="1721" y="406"/>
                    </a:lnTo>
                    <a:lnTo>
                      <a:pt x="1723" y="406"/>
                    </a:lnTo>
                    <a:lnTo>
                      <a:pt x="1724" y="406"/>
                    </a:lnTo>
                    <a:lnTo>
                      <a:pt x="1726" y="406"/>
                    </a:lnTo>
                    <a:lnTo>
                      <a:pt x="1727" y="406"/>
                    </a:lnTo>
                    <a:lnTo>
                      <a:pt x="1728" y="406"/>
                    </a:lnTo>
                    <a:lnTo>
                      <a:pt x="1730" y="406"/>
                    </a:lnTo>
                    <a:lnTo>
                      <a:pt x="1731" y="406"/>
                    </a:lnTo>
                    <a:lnTo>
                      <a:pt x="1733" y="406"/>
                    </a:lnTo>
                    <a:lnTo>
                      <a:pt x="1734" y="406"/>
                    </a:lnTo>
                    <a:lnTo>
                      <a:pt x="1736" y="406"/>
                    </a:lnTo>
                    <a:lnTo>
                      <a:pt x="1737" y="406"/>
                    </a:lnTo>
                    <a:lnTo>
                      <a:pt x="1738" y="406"/>
                    </a:lnTo>
                    <a:lnTo>
                      <a:pt x="1740" y="406"/>
                    </a:lnTo>
                    <a:lnTo>
                      <a:pt x="1741" y="406"/>
                    </a:lnTo>
                    <a:lnTo>
                      <a:pt x="1743" y="406"/>
                    </a:lnTo>
                    <a:lnTo>
                      <a:pt x="1744" y="406"/>
                    </a:lnTo>
                    <a:lnTo>
                      <a:pt x="1745" y="406"/>
                    </a:lnTo>
                    <a:lnTo>
                      <a:pt x="1747" y="406"/>
                    </a:lnTo>
                    <a:lnTo>
                      <a:pt x="1748" y="406"/>
                    </a:lnTo>
                    <a:lnTo>
                      <a:pt x="1750" y="406"/>
                    </a:lnTo>
                    <a:lnTo>
                      <a:pt x="1751" y="406"/>
                    </a:lnTo>
                    <a:lnTo>
                      <a:pt x="1752" y="406"/>
                    </a:lnTo>
                    <a:lnTo>
                      <a:pt x="1754" y="406"/>
                    </a:lnTo>
                    <a:lnTo>
                      <a:pt x="1755" y="406"/>
                    </a:lnTo>
                    <a:lnTo>
                      <a:pt x="1757" y="406"/>
                    </a:lnTo>
                    <a:lnTo>
                      <a:pt x="1758" y="406"/>
                    </a:lnTo>
                    <a:lnTo>
                      <a:pt x="1759" y="406"/>
                    </a:lnTo>
                    <a:lnTo>
                      <a:pt x="1761" y="406"/>
                    </a:lnTo>
                    <a:lnTo>
                      <a:pt x="1762" y="406"/>
                    </a:lnTo>
                    <a:lnTo>
                      <a:pt x="1764" y="406"/>
                    </a:lnTo>
                    <a:lnTo>
                      <a:pt x="1765" y="406"/>
                    </a:lnTo>
                    <a:lnTo>
                      <a:pt x="1767" y="406"/>
                    </a:lnTo>
                    <a:lnTo>
                      <a:pt x="1768" y="406"/>
                    </a:lnTo>
                    <a:lnTo>
                      <a:pt x="1769" y="406"/>
                    </a:lnTo>
                    <a:lnTo>
                      <a:pt x="1771" y="406"/>
                    </a:lnTo>
                    <a:lnTo>
                      <a:pt x="1772" y="406"/>
                    </a:lnTo>
                    <a:lnTo>
                      <a:pt x="1774" y="406"/>
                    </a:lnTo>
                    <a:lnTo>
                      <a:pt x="1775" y="406"/>
                    </a:lnTo>
                    <a:lnTo>
                      <a:pt x="1776" y="406"/>
                    </a:lnTo>
                    <a:lnTo>
                      <a:pt x="1778" y="406"/>
                    </a:lnTo>
                    <a:lnTo>
                      <a:pt x="1779" y="406"/>
                    </a:lnTo>
                    <a:lnTo>
                      <a:pt x="1781" y="406"/>
                    </a:lnTo>
                    <a:lnTo>
                      <a:pt x="1782" y="406"/>
                    </a:lnTo>
                    <a:lnTo>
                      <a:pt x="1783" y="406"/>
                    </a:lnTo>
                    <a:lnTo>
                      <a:pt x="1785" y="406"/>
                    </a:lnTo>
                    <a:lnTo>
                      <a:pt x="1786" y="406"/>
                    </a:lnTo>
                    <a:lnTo>
                      <a:pt x="1788" y="406"/>
                    </a:lnTo>
                    <a:lnTo>
                      <a:pt x="1789" y="406"/>
                    </a:lnTo>
                    <a:lnTo>
                      <a:pt x="1791" y="406"/>
                    </a:lnTo>
                    <a:lnTo>
                      <a:pt x="1792" y="406"/>
                    </a:lnTo>
                    <a:lnTo>
                      <a:pt x="1793" y="406"/>
                    </a:lnTo>
                    <a:lnTo>
                      <a:pt x="1795" y="406"/>
                    </a:lnTo>
                    <a:lnTo>
                      <a:pt x="1796" y="406"/>
                    </a:lnTo>
                    <a:lnTo>
                      <a:pt x="1798" y="406"/>
                    </a:lnTo>
                    <a:lnTo>
                      <a:pt x="1799" y="406"/>
                    </a:lnTo>
                    <a:lnTo>
                      <a:pt x="1800" y="406"/>
                    </a:lnTo>
                    <a:lnTo>
                      <a:pt x="1802" y="406"/>
                    </a:lnTo>
                    <a:lnTo>
                      <a:pt x="1803" y="406"/>
                    </a:lnTo>
                    <a:lnTo>
                      <a:pt x="1805" y="406"/>
                    </a:lnTo>
                    <a:lnTo>
                      <a:pt x="1806" y="406"/>
                    </a:lnTo>
                    <a:lnTo>
                      <a:pt x="1807" y="406"/>
                    </a:lnTo>
                    <a:lnTo>
                      <a:pt x="1809" y="406"/>
                    </a:lnTo>
                    <a:lnTo>
                      <a:pt x="1810" y="406"/>
                    </a:lnTo>
                    <a:lnTo>
                      <a:pt x="1812" y="406"/>
                    </a:lnTo>
                    <a:lnTo>
                      <a:pt x="1813" y="406"/>
                    </a:lnTo>
                    <a:lnTo>
                      <a:pt x="1815" y="406"/>
                    </a:lnTo>
                    <a:lnTo>
                      <a:pt x="1816" y="406"/>
                    </a:lnTo>
                    <a:lnTo>
                      <a:pt x="1817" y="406"/>
                    </a:lnTo>
                    <a:lnTo>
                      <a:pt x="1819" y="406"/>
                    </a:lnTo>
                    <a:lnTo>
                      <a:pt x="1820" y="406"/>
                    </a:lnTo>
                    <a:lnTo>
                      <a:pt x="1822" y="406"/>
                    </a:lnTo>
                    <a:lnTo>
                      <a:pt x="1823" y="406"/>
                    </a:lnTo>
                    <a:lnTo>
                      <a:pt x="1824" y="406"/>
                    </a:lnTo>
                    <a:lnTo>
                      <a:pt x="1826" y="406"/>
                    </a:lnTo>
                    <a:lnTo>
                      <a:pt x="1827" y="406"/>
                    </a:lnTo>
                    <a:lnTo>
                      <a:pt x="1829" y="406"/>
                    </a:lnTo>
                    <a:lnTo>
                      <a:pt x="1830" y="406"/>
                    </a:lnTo>
                    <a:lnTo>
                      <a:pt x="1831" y="406"/>
                    </a:lnTo>
                    <a:lnTo>
                      <a:pt x="1833" y="406"/>
                    </a:lnTo>
                    <a:lnTo>
                      <a:pt x="1834" y="406"/>
                    </a:lnTo>
                    <a:lnTo>
                      <a:pt x="1836" y="406"/>
                    </a:lnTo>
                    <a:lnTo>
                      <a:pt x="1837" y="406"/>
                    </a:lnTo>
                    <a:lnTo>
                      <a:pt x="1839" y="406"/>
                    </a:lnTo>
                    <a:lnTo>
                      <a:pt x="1840" y="406"/>
                    </a:lnTo>
                    <a:lnTo>
                      <a:pt x="1841" y="406"/>
                    </a:lnTo>
                    <a:lnTo>
                      <a:pt x="1843" y="406"/>
                    </a:lnTo>
                    <a:lnTo>
                      <a:pt x="1844" y="406"/>
                    </a:lnTo>
                    <a:lnTo>
                      <a:pt x="1846" y="406"/>
                    </a:lnTo>
                    <a:lnTo>
                      <a:pt x="1847" y="406"/>
                    </a:lnTo>
                    <a:lnTo>
                      <a:pt x="1848" y="406"/>
                    </a:lnTo>
                    <a:lnTo>
                      <a:pt x="1850" y="406"/>
                    </a:lnTo>
                    <a:lnTo>
                      <a:pt x="1851" y="405"/>
                    </a:lnTo>
                    <a:lnTo>
                      <a:pt x="1853" y="405"/>
                    </a:lnTo>
                    <a:lnTo>
                      <a:pt x="1854" y="405"/>
                    </a:lnTo>
                    <a:lnTo>
                      <a:pt x="1855" y="405"/>
                    </a:lnTo>
                    <a:lnTo>
                      <a:pt x="1857" y="405"/>
                    </a:lnTo>
                    <a:lnTo>
                      <a:pt x="1858" y="405"/>
                    </a:lnTo>
                    <a:lnTo>
                      <a:pt x="1860" y="405"/>
                    </a:lnTo>
                    <a:lnTo>
                      <a:pt x="1861" y="405"/>
                    </a:lnTo>
                    <a:lnTo>
                      <a:pt x="1863" y="405"/>
                    </a:lnTo>
                    <a:lnTo>
                      <a:pt x="1864" y="406"/>
                    </a:lnTo>
                    <a:lnTo>
                      <a:pt x="1865" y="406"/>
                    </a:lnTo>
                    <a:lnTo>
                      <a:pt x="1867" y="406"/>
                    </a:lnTo>
                    <a:lnTo>
                      <a:pt x="1868" y="406"/>
                    </a:lnTo>
                    <a:lnTo>
                      <a:pt x="1870" y="406"/>
                    </a:lnTo>
                    <a:lnTo>
                      <a:pt x="1871" y="406"/>
                    </a:lnTo>
                    <a:lnTo>
                      <a:pt x="1872" y="406"/>
                    </a:lnTo>
                    <a:lnTo>
                      <a:pt x="1874" y="406"/>
                    </a:lnTo>
                    <a:lnTo>
                      <a:pt x="1875" y="406"/>
                    </a:lnTo>
                    <a:lnTo>
                      <a:pt x="1877" y="406"/>
                    </a:lnTo>
                    <a:lnTo>
                      <a:pt x="1878" y="406"/>
                    </a:lnTo>
                    <a:lnTo>
                      <a:pt x="1879" y="406"/>
                    </a:lnTo>
                    <a:lnTo>
                      <a:pt x="1881" y="406"/>
                    </a:lnTo>
                    <a:lnTo>
                      <a:pt x="1882" y="406"/>
                    </a:lnTo>
                    <a:lnTo>
                      <a:pt x="1884" y="406"/>
                    </a:lnTo>
                    <a:lnTo>
                      <a:pt x="1885" y="406"/>
                    </a:lnTo>
                    <a:lnTo>
                      <a:pt x="1887" y="406"/>
                    </a:lnTo>
                    <a:lnTo>
                      <a:pt x="1888" y="405"/>
                    </a:lnTo>
                    <a:lnTo>
                      <a:pt x="1889" y="406"/>
                    </a:lnTo>
                    <a:lnTo>
                      <a:pt x="1891" y="406"/>
                    </a:lnTo>
                    <a:lnTo>
                      <a:pt x="1892" y="405"/>
                    </a:lnTo>
                    <a:lnTo>
                      <a:pt x="1894" y="406"/>
                    </a:lnTo>
                    <a:lnTo>
                      <a:pt x="1895" y="405"/>
                    </a:lnTo>
                    <a:lnTo>
                      <a:pt x="1896" y="405"/>
                    </a:lnTo>
                    <a:lnTo>
                      <a:pt x="1898" y="406"/>
                    </a:lnTo>
                    <a:lnTo>
                      <a:pt x="1899" y="406"/>
                    </a:lnTo>
                    <a:lnTo>
                      <a:pt x="1901" y="406"/>
                    </a:lnTo>
                    <a:lnTo>
                      <a:pt x="1902" y="406"/>
                    </a:lnTo>
                    <a:lnTo>
                      <a:pt x="1903" y="406"/>
                    </a:lnTo>
                    <a:lnTo>
                      <a:pt x="1905" y="406"/>
                    </a:lnTo>
                    <a:lnTo>
                      <a:pt x="1906" y="406"/>
                    </a:lnTo>
                    <a:lnTo>
                      <a:pt x="1908" y="406"/>
                    </a:lnTo>
                    <a:lnTo>
                      <a:pt x="1909" y="406"/>
                    </a:lnTo>
                    <a:lnTo>
                      <a:pt x="1911" y="406"/>
                    </a:lnTo>
                    <a:lnTo>
                      <a:pt x="1912" y="406"/>
                    </a:lnTo>
                    <a:lnTo>
                      <a:pt x="1913" y="406"/>
                    </a:lnTo>
                    <a:lnTo>
                      <a:pt x="1915" y="406"/>
                    </a:lnTo>
                    <a:lnTo>
                      <a:pt x="1916" y="406"/>
                    </a:lnTo>
                    <a:lnTo>
                      <a:pt x="1918" y="406"/>
                    </a:lnTo>
                    <a:lnTo>
                      <a:pt x="1919" y="406"/>
                    </a:lnTo>
                    <a:lnTo>
                      <a:pt x="1920" y="406"/>
                    </a:lnTo>
                    <a:lnTo>
                      <a:pt x="1922" y="405"/>
                    </a:lnTo>
                    <a:lnTo>
                      <a:pt x="1923" y="406"/>
                    </a:lnTo>
                    <a:lnTo>
                      <a:pt x="1925" y="406"/>
                    </a:lnTo>
                    <a:lnTo>
                      <a:pt x="1926" y="406"/>
                    </a:lnTo>
                    <a:lnTo>
                      <a:pt x="1927" y="405"/>
                    </a:lnTo>
                    <a:lnTo>
                      <a:pt x="1929" y="405"/>
                    </a:lnTo>
                    <a:lnTo>
                      <a:pt x="1930" y="405"/>
                    </a:lnTo>
                    <a:lnTo>
                      <a:pt x="1932" y="405"/>
                    </a:lnTo>
                    <a:lnTo>
                      <a:pt x="1933" y="405"/>
                    </a:lnTo>
                    <a:lnTo>
                      <a:pt x="1934" y="405"/>
                    </a:lnTo>
                    <a:lnTo>
                      <a:pt x="1936" y="405"/>
                    </a:lnTo>
                    <a:lnTo>
                      <a:pt x="1937" y="405"/>
                    </a:lnTo>
                    <a:lnTo>
                      <a:pt x="1939" y="405"/>
                    </a:lnTo>
                    <a:lnTo>
                      <a:pt x="1940" y="405"/>
                    </a:lnTo>
                    <a:lnTo>
                      <a:pt x="1942" y="405"/>
                    </a:lnTo>
                    <a:lnTo>
                      <a:pt x="1943" y="405"/>
                    </a:lnTo>
                    <a:lnTo>
                      <a:pt x="1944" y="405"/>
                    </a:lnTo>
                    <a:lnTo>
                      <a:pt x="1946" y="406"/>
                    </a:lnTo>
                    <a:lnTo>
                      <a:pt x="1947" y="406"/>
                    </a:lnTo>
                    <a:lnTo>
                      <a:pt x="1949" y="406"/>
                    </a:lnTo>
                    <a:lnTo>
                      <a:pt x="1950" y="406"/>
                    </a:lnTo>
                    <a:lnTo>
                      <a:pt x="1951" y="406"/>
                    </a:lnTo>
                    <a:lnTo>
                      <a:pt x="1953" y="406"/>
                    </a:lnTo>
                    <a:lnTo>
                      <a:pt x="1954" y="406"/>
                    </a:lnTo>
                    <a:lnTo>
                      <a:pt x="1956" y="406"/>
                    </a:lnTo>
                    <a:lnTo>
                      <a:pt x="1957" y="406"/>
                    </a:lnTo>
                    <a:lnTo>
                      <a:pt x="1958" y="406"/>
                    </a:lnTo>
                    <a:lnTo>
                      <a:pt x="1960" y="406"/>
                    </a:lnTo>
                    <a:lnTo>
                      <a:pt x="1961" y="406"/>
                    </a:lnTo>
                    <a:lnTo>
                      <a:pt x="1963" y="406"/>
                    </a:lnTo>
                    <a:lnTo>
                      <a:pt x="1964" y="406"/>
                    </a:lnTo>
                    <a:lnTo>
                      <a:pt x="1966" y="406"/>
                    </a:lnTo>
                    <a:lnTo>
                      <a:pt x="1967" y="406"/>
                    </a:lnTo>
                    <a:lnTo>
                      <a:pt x="1968" y="406"/>
                    </a:lnTo>
                    <a:lnTo>
                      <a:pt x="1970" y="406"/>
                    </a:lnTo>
                    <a:lnTo>
                      <a:pt x="1971" y="406"/>
                    </a:lnTo>
                    <a:lnTo>
                      <a:pt x="1973" y="406"/>
                    </a:lnTo>
                    <a:lnTo>
                      <a:pt x="1974" y="406"/>
                    </a:lnTo>
                    <a:lnTo>
                      <a:pt x="1975" y="406"/>
                    </a:lnTo>
                    <a:lnTo>
                      <a:pt x="1977" y="406"/>
                    </a:lnTo>
                    <a:lnTo>
                      <a:pt x="1978" y="406"/>
                    </a:lnTo>
                    <a:lnTo>
                      <a:pt x="1980" y="406"/>
                    </a:lnTo>
                    <a:lnTo>
                      <a:pt x="1981" y="406"/>
                    </a:lnTo>
                    <a:lnTo>
                      <a:pt x="1982" y="406"/>
                    </a:lnTo>
                    <a:lnTo>
                      <a:pt x="1984" y="406"/>
                    </a:lnTo>
                    <a:lnTo>
                      <a:pt x="1985" y="406"/>
                    </a:lnTo>
                    <a:lnTo>
                      <a:pt x="1987" y="406"/>
                    </a:lnTo>
                    <a:lnTo>
                      <a:pt x="1988" y="406"/>
                    </a:lnTo>
                    <a:lnTo>
                      <a:pt x="1990" y="406"/>
                    </a:lnTo>
                    <a:lnTo>
                      <a:pt x="1991" y="406"/>
                    </a:lnTo>
                    <a:lnTo>
                      <a:pt x="1992" y="405"/>
                    </a:lnTo>
                    <a:lnTo>
                      <a:pt x="1994" y="405"/>
                    </a:lnTo>
                    <a:lnTo>
                      <a:pt x="1995" y="405"/>
                    </a:lnTo>
                    <a:lnTo>
                      <a:pt x="1997" y="405"/>
                    </a:lnTo>
                    <a:lnTo>
                      <a:pt x="1998" y="405"/>
                    </a:lnTo>
                    <a:lnTo>
                      <a:pt x="1999" y="404"/>
                    </a:lnTo>
                    <a:lnTo>
                      <a:pt x="2001" y="404"/>
                    </a:lnTo>
                    <a:lnTo>
                      <a:pt x="2002" y="404"/>
                    </a:lnTo>
                    <a:lnTo>
                      <a:pt x="2004" y="406"/>
                    </a:lnTo>
                    <a:lnTo>
                      <a:pt x="2005" y="412"/>
                    </a:lnTo>
                    <a:lnTo>
                      <a:pt x="2006" y="402"/>
                    </a:lnTo>
                    <a:lnTo>
                      <a:pt x="2008" y="400"/>
                    </a:lnTo>
                    <a:lnTo>
                      <a:pt x="2009" y="400"/>
                    </a:lnTo>
                    <a:lnTo>
                      <a:pt x="2011" y="400"/>
                    </a:lnTo>
                    <a:lnTo>
                      <a:pt x="2012" y="400"/>
                    </a:lnTo>
                    <a:lnTo>
                      <a:pt x="2014" y="397"/>
                    </a:lnTo>
                    <a:lnTo>
                      <a:pt x="2015" y="389"/>
                    </a:lnTo>
                    <a:lnTo>
                      <a:pt x="2016" y="370"/>
                    </a:lnTo>
                    <a:lnTo>
                      <a:pt x="2018" y="370"/>
                    </a:lnTo>
                    <a:lnTo>
                      <a:pt x="2019" y="369"/>
                    </a:lnTo>
                    <a:lnTo>
                      <a:pt x="2021" y="369"/>
                    </a:lnTo>
                    <a:lnTo>
                      <a:pt x="2022" y="369"/>
                    </a:lnTo>
                    <a:lnTo>
                      <a:pt x="2023" y="370"/>
                    </a:lnTo>
                    <a:lnTo>
                      <a:pt x="2025" y="387"/>
                    </a:lnTo>
                    <a:lnTo>
                      <a:pt x="2026" y="396"/>
                    </a:lnTo>
                    <a:lnTo>
                      <a:pt x="2028" y="398"/>
                    </a:lnTo>
                    <a:lnTo>
                      <a:pt x="2029" y="399"/>
                    </a:lnTo>
                    <a:lnTo>
                      <a:pt x="2030" y="400"/>
                    </a:lnTo>
                    <a:lnTo>
                      <a:pt x="2032" y="401"/>
                    </a:lnTo>
                    <a:lnTo>
                      <a:pt x="2033" y="401"/>
                    </a:lnTo>
                    <a:lnTo>
                      <a:pt x="2035" y="402"/>
                    </a:lnTo>
                    <a:lnTo>
                      <a:pt x="2036" y="402"/>
                    </a:lnTo>
                    <a:lnTo>
                      <a:pt x="2038" y="401"/>
                    </a:lnTo>
                    <a:lnTo>
                      <a:pt x="2039" y="422"/>
                    </a:lnTo>
                    <a:lnTo>
                      <a:pt x="2040" y="406"/>
                    </a:lnTo>
                    <a:lnTo>
                      <a:pt x="2042" y="398"/>
                    </a:lnTo>
                    <a:lnTo>
                      <a:pt x="2043" y="397"/>
                    </a:lnTo>
                    <a:lnTo>
                      <a:pt x="2045" y="395"/>
                    </a:lnTo>
                    <a:lnTo>
                      <a:pt x="2046" y="393"/>
                    </a:lnTo>
                    <a:lnTo>
                      <a:pt x="2047" y="391"/>
                    </a:lnTo>
                    <a:lnTo>
                      <a:pt x="2049" y="390"/>
                    </a:lnTo>
                    <a:lnTo>
                      <a:pt x="2050" y="393"/>
                    </a:lnTo>
                    <a:lnTo>
                      <a:pt x="2052" y="397"/>
                    </a:lnTo>
                    <a:lnTo>
                      <a:pt x="2053" y="402"/>
                    </a:lnTo>
                    <a:lnTo>
                      <a:pt x="2054" y="412"/>
                    </a:lnTo>
                    <a:lnTo>
                      <a:pt x="2056" y="420"/>
                    </a:lnTo>
                    <a:lnTo>
                      <a:pt x="2057" y="424"/>
                    </a:lnTo>
                    <a:lnTo>
                      <a:pt x="2059" y="427"/>
                    </a:lnTo>
                    <a:lnTo>
                      <a:pt x="2060" y="427"/>
                    </a:lnTo>
                    <a:lnTo>
                      <a:pt x="2062" y="425"/>
                    </a:lnTo>
                    <a:lnTo>
                      <a:pt x="2063" y="424"/>
                    </a:lnTo>
                    <a:lnTo>
                      <a:pt x="2064" y="422"/>
                    </a:lnTo>
                    <a:lnTo>
                      <a:pt x="2066" y="418"/>
                    </a:lnTo>
                    <a:lnTo>
                      <a:pt x="2067" y="415"/>
                    </a:lnTo>
                    <a:lnTo>
                      <a:pt x="2069" y="413"/>
                    </a:lnTo>
                    <a:lnTo>
                      <a:pt x="2070" y="424"/>
                    </a:lnTo>
                    <a:lnTo>
                      <a:pt x="2071" y="418"/>
                    </a:lnTo>
                    <a:lnTo>
                      <a:pt x="2073" y="418"/>
                    </a:lnTo>
                    <a:lnTo>
                      <a:pt x="2074" y="420"/>
                    </a:lnTo>
                    <a:lnTo>
                      <a:pt x="2076" y="420"/>
                    </a:lnTo>
                    <a:lnTo>
                      <a:pt x="2077" y="419"/>
                    </a:lnTo>
                    <a:lnTo>
                      <a:pt x="2078" y="418"/>
                    </a:lnTo>
                    <a:lnTo>
                      <a:pt x="2080" y="418"/>
                    </a:lnTo>
                    <a:lnTo>
                      <a:pt x="2081" y="417"/>
                    </a:lnTo>
                    <a:lnTo>
                      <a:pt x="2083" y="417"/>
                    </a:lnTo>
                    <a:lnTo>
                      <a:pt x="2084" y="417"/>
                    </a:lnTo>
                    <a:lnTo>
                      <a:pt x="2086" y="417"/>
                    </a:lnTo>
                    <a:lnTo>
                      <a:pt x="2087" y="416"/>
                    </a:lnTo>
                    <a:lnTo>
                      <a:pt x="2088" y="416"/>
                    </a:lnTo>
                    <a:lnTo>
                      <a:pt x="2090" y="416"/>
                    </a:lnTo>
                    <a:lnTo>
                      <a:pt x="2091" y="416"/>
                    </a:lnTo>
                    <a:lnTo>
                      <a:pt x="2093" y="416"/>
                    </a:lnTo>
                    <a:lnTo>
                      <a:pt x="2094" y="416"/>
                    </a:lnTo>
                    <a:lnTo>
                      <a:pt x="2095" y="415"/>
                    </a:lnTo>
                    <a:lnTo>
                      <a:pt x="2097" y="410"/>
                    </a:lnTo>
                    <a:lnTo>
                      <a:pt x="2098" y="413"/>
                    </a:lnTo>
                    <a:lnTo>
                      <a:pt x="2100" y="415"/>
                    </a:lnTo>
                    <a:lnTo>
                      <a:pt x="2101" y="415"/>
                    </a:lnTo>
                    <a:lnTo>
                      <a:pt x="2102" y="415"/>
                    </a:lnTo>
                    <a:lnTo>
                      <a:pt x="2104" y="415"/>
                    </a:lnTo>
                    <a:lnTo>
                      <a:pt x="2105" y="415"/>
                    </a:lnTo>
                    <a:lnTo>
                      <a:pt x="2107" y="415"/>
                    </a:lnTo>
                    <a:lnTo>
                      <a:pt x="2108" y="415"/>
                    </a:lnTo>
                    <a:lnTo>
                      <a:pt x="2109" y="415"/>
                    </a:lnTo>
                    <a:lnTo>
                      <a:pt x="2111" y="415"/>
                    </a:lnTo>
                    <a:lnTo>
                      <a:pt x="2112" y="415"/>
                    </a:lnTo>
                    <a:lnTo>
                      <a:pt x="2114" y="415"/>
                    </a:lnTo>
                    <a:lnTo>
                      <a:pt x="2115" y="415"/>
                    </a:lnTo>
                    <a:lnTo>
                      <a:pt x="2117" y="415"/>
                    </a:lnTo>
                    <a:lnTo>
                      <a:pt x="2118" y="415"/>
                    </a:lnTo>
                    <a:lnTo>
                      <a:pt x="2119" y="415"/>
                    </a:lnTo>
                    <a:lnTo>
                      <a:pt x="2121" y="415"/>
                    </a:lnTo>
                    <a:lnTo>
                      <a:pt x="2122" y="414"/>
                    </a:lnTo>
                    <a:lnTo>
                      <a:pt x="2124" y="414"/>
                    </a:lnTo>
                    <a:lnTo>
                      <a:pt x="2125" y="414"/>
                    </a:lnTo>
                    <a:lnTo>
                      <a:pt x="2126" y="414"/>
                    </a:lnTo>
                    <a:lnTo>
                      <a:pt x="2128" y="413"/>
                    </a:lnTo>
                    <a:lnTo>
                      <a:pt x="2129" y="413"/>
                    </a:lnTo>
                    <a:lnTo>
                      <a:pt x="2131" y="413"/>
                    </a:lnTo>
                    <a:lnTo>
                      <a:pt x="2132" y="412"/>
                    </a:lnTo>
                    <a:lnTo>
                      <a:pt x="2133" y="412"/>
                    </a:lnTo>
                    <a:lnTo>
                      <a:pt x="2135" y="412"/>
                    </a:lnTo>
                    <a:lnTo>
                      <a:pt x="2136" y="412"/>
                    </a:lnTo>
                    <a:lnTo>
                      <a:pt x="2138" y="412"/>
                    </a:lnTo>
                    <a:lnTo>
                      <a:pt x="2139" y="412"/>
                    </a:lnTo>
                    <a:lnTo>
                      <a:pt x="2141" y="412"/>
                    </a:lnTo>
                    <a:lnTo>
                      <a:pt x="2142" y="411"/>
                    </a:lnTo>
                    <a:lnTo>
                      <a:pt x="2143" y="411"/>
                    </a:lnTo>
                    <a:lnTo>
                      <a:pt x="2145" y="411"/>
                    </a:lnTo>
                    <a:lnTo>
                      <a:pt x="2146" y="411"/>
                    </a:lnTo>
                    <a:lnTo>
                      <a:pt x="2148" y="411"/>
                    </a:lnTo>
                    <a:lnTo>
                      <a:pt x="2149" y="410"/>
                    </a:lnTo>
                    <a:lnTo>
                      <a:pt x="2150" y="410"/>
                    </a:lnTo>
                    <a:lnTo>
                      <a:pt x="2152" y="410"/>
                    </a:lnTo>
                    <a:lnTo>
                      <a:pt x="2153" y="410"/>
                    </a:lnTo>
                    <a:lnTo>
                      <a:pt x="2155" y="410"/>
                    </a:lnTo>
                    <a:lnTo>
                      <a:pt x="2156" y="410"/>
                    </a:lnTo>
                    <a:lnTo>
                      <a:pt x="2157" y="410"/>
                    </a:lnTo>
                    <a:lnTo>
                      <a:pt x="2159" y="411"/>
                    </a:lnTo>
                    <a:lnTo>
                      <a:pt x="2160" y="411"/>
                    </a:lnTo>
                    <a:lnTo>
                      <a:pt x="2162" y="412"/>
                    </a:lnTo>
                    <a:lnTo>
                      <a:pt x="2163" y="412"/>
                    </a:lnTo>
                    <a:lnTo>
                      <a:pt x="2165" y="412"/>
                    </a:lnTo>
                    <a:lnTo>
                      <a:pt x="2166" y="412"/>
                    </a:lnTo>
                    <a:lnTo>
                      <a:pt x="2167" y="412"/>
                    </a:lnTo>
                    <a:lnTo>
                      <a:pt x="2169" y="412"/>
                    </a:lnTo>
                    <a:lnTo>
                      <a:pt x="2170" y="412"/>
                    </a:lnTo>
                    <a:lnTo>
                      <a:pt x="2172" y="412"/>
                    </a:lnTo>
                  </a:path>
                </a:pathLst>
              </a:custGeom>
              <a:noFill/>
              <a:ln cap="flat" cmpd="sng" w="25400">
                <a:solidFill>
                  <a:srgbClr val="0000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244" name="Google Shape;244;p15"/>
              <p:cNvSpPr/>
              <p:nvPr/>
            </p:nvSpPr>
            <p:spPr>
              <a:xfrm flipH="1" rot="10800000">
                <a:off x="10723563" y="3294063"/>
                <a:ext cx="355600" cy="125413"/>
              </a:xfrm>
              <a:custGeom>
                <a:rect b="b" l="l" r="r" t="t"/>
                <a:pathLst>
                  <a:path extrusionOk="0" h="84" w="241">
                    <a:moveTo>
                      <a:pt x="0" y="76"/>
                    </a:moveTo>
                    <a:lnTo>
                      <a:pt x="1" y="73"/>
                    </a:lnTo>
                    <a:lnTo>
                      <a:pt x="3" y="67"/>
                    </a:lnTo>
                    <a:lnTo>
                      <a:pt x="4" y="66"/>
                    </a:lnTo>
                    <a:lnTo>
                      <a:pt x="5" y="65"/>
                    </a:lnTo>
                    <a:lnTo>
                      <a:pt x="7" y="64"/>
                    </a:lnTo>
                    <a:lnTo>
                      <a:pt x="8" y="64"/>
                    </a:lnTo>
                    <a:lnTo>
                      <a:pt x="10" y="53"/>
                    </a:lnTo>
                    <a:lnTo>
                      <a:pt x="11" y="9"/>
                    </a:lnTo>
                    <a:lnTo>
                      <a:pt x="12" y="5"/>
                    </a:lnTo>
                    <a:lnTo>
                      <a:pt x="14" y="3"/>
                    </a:lnTo>
                    <a:lnTo>
                      <a:pt x="15" y="4"/>
                    </a:lnTo>
                    <a:lnTo>
                      <a:pt x="17" y="0"/>
                    </a:lnTo>
                    <a:lnTo>
                      <a:pt x="18" y="1"/>
                    </a:lnTo>
                    <a:lnTo>
                      <a:pt x="19" y="12"/>
                    </a:lnTo>
                    <a:lnTo>
                      <a:pt x="21" y="23"/>
                    </a:lnTo>
                    <a:lnTo>
                      <a:pt x="22" y="25"/>
                    </a:lnTo>
                    <a:lnTo>
                      <a:pt x="24" y="25"/>
                    </a:lnTo>
                    <a:lnTo>
                      <a:pt x="25" y="26"/>
                    </a:lnTo>
                    <a:lnTo>
                      <a:pt x="27" y="26"/>
                    </a:lnTo>
                    <a:lnTo>
                      <a:pt x="28" y="27"/>
                    </a:lnTo>
                    <a:lnTo>
                      <a:pt x="29" y="27"/>
                    </a:lnTo>
                    <a:lnTo>
                      <a:pt x="31" y="28"/>
                    </a:lnTo>
                    <a:lnTo>
                      <a:pt x="32" y="28"/>
                    </a:lnTo>
                    <a:lnTo>
                      <a:pt x="34" y="74"/>
                    </a:lnTo>
                    <a:lnTo>
                      <a:pt x="35" y="68"/>
                    </a:lnTo>
                    <a:lnTo>
                      <a:pt x="36" y="58"/>
                    </a:lnTo>
                    <a:lnTo>
                      <a:pt x="38" y="56"/>
                    </a:lnTo>
                    <a:lnTo>
                      <a:pt x="39" y="54"/>
                    </a:lnTo>
                    <a:lnTo>
                      <a:pt x="41" y="52"/>
                    </a:lnTo>
                    <a:lnTo>
                      <a:pt x="42" y="50"/>
                    </a:lnTo>
                    <a:lnTo>
                      <a:pt x="43" y="47"/>
                    </a:lnTo>
                    <a:lnTo>
                      <a:pt x="45" y="49"/>
                    </a:lnTo>
                    <a:lnTo>
                      <a:pt x="46" y="52"/>
                    </a:lnTo>
                    <a:lnTo>
                      <a:pt x="48" y="59"/>
                    </a:lnTo>
                    <a:lnTo>
                      <a:pt x="49" y="68"/>
                    </a:lnTo>
                    <a:lnTo>
                      <a:pt x="51" y="76"/>
                    </a:lnTo>
                    <a:lnTo>
                      <a:pt x="52" y="81"/>
                    </a:lnTo>
                    <a:lnTo>
                      <a:pt x="53" y="84"/>
                    </a:lnTo>
                    <a:lnTo>
                      <a:pt x="55" y="83"/>
                    </a:lnTo>
                    <a:lnTo>
                      <a:pt x="56" y="79"/>
                    </a:lnTo>
                    <a:lnTo>
                      <a:pt x="58" y="79"/>
                    </a:lnTo>
                    <a:lnTo>
                      <a:pt x="59" y="79"/>
                    </a:lnTo>
                    <a:lnTo>
                      <a:pt x="60" y="69"/>
                    </a:lnTo>
                    <a:lnTo>
                      <a:pt x="62" y="65"/>
                    </a:lnTo>
                    <a:lnTo>
                      <a:pt x="63" y="55"/>
                    </a:lnTo>
                    <a:lnTo>
                      <a:pt x="65" y="80"/>
                    </a:lnTo>
                    <a:lnTo>
                      <a:pt x="66" y="77"/>
                    </a:lnTo>
                    <a:lnTo>
                      <a:pt x="67" y="72"/>
                    </a:lnTo>
                    <a:lnTo>
                      <a:pt x="69" y="76"/>
                    </a:lnTo>
                    <a:lnTo>
                      <a:pt x="70" y="76"/>
                    </a:lnTo>
                    <a:lnTo>
                      <a:pt x="72" y="73"/>
                    </a:lnTo>
                    <a:lnTo>
                      <a:pt x="73" y="69"/>
                    </a:lnTo>
                    <a:lnTo>
                      <a:pt x="75" y="69"/>
                    </a:lnTo>
                    <a:lnTo>
                      <a:pt x="76" y="69"/>
                    </a:lnTo>
                    <a:lnTo>
                      <a:pt x="77" y="69"/>
                    </a:lnTo>
                    <a:lnTo>
                      <a:pt x="79" y="69"/>
                    </a:lnTo>
                    <a:lnTo>
                      <a:pt x="80" y="68"/>
                    </a:lnTo>
                    <a:lnTo>
                      <a:pt x="82" y="68"/>
                    </a:lnTo>
                    <a:lnTo>
                      <a:pt x="83" y="68"/>
                    </a:lnTo>
                    <a:lnTo>
                      <a:pt x="84" y="68"/>
                    </a:lnTo>
                    <a:lnTo>
                      <a:pt x="86" y="68"/>
                    </a:lnTo>
                    <a:lnTo>
                      <a:pt x="87" y="68"/>
                    </a:lnTo>
                    <a:lnTo>
                      <a:pt x="89" y="67"/>
                    </a:lnTo>
                    <a:lnTo>
                      <a:pt x="90" y="67"/>
                    </a:lnTo>
                    <a:lnTo>
                      <a:pt x="91" y="67"/>
                    </a:lnTo>
                    <a:lnTo>
                      <a:pt x="93" y="67"/>
                    </a:lnTo>
                    <a:lnTo>
                      <a:pt x="94" y="66"/>
                    </a:lnTo>
                    <a:lnTo>
                      <a:pt x="96" y="66"/>
                    </a:lnTo>
                    <a:lnTo>
                      <a:pt x="97" y="66"/>
                    </a:lnTo>
                    <a:lnTo>
                      <a:pt x="98" y="65"/>
                    </a:lnTo>
                    <a:lnTo>
                      <a:pt x="100" y="65"/>
                    </a:lnTo>
                    <a:lnTo>
                      <a:pt x="101" y="65"/>
                    </a:lnTo>
                    <a:lnTo>
                      <a:pt x="103" y="65"/>
                    </a:lnTo>
                    <a:lnTo>
                      <a:pt x="104" y="65"/>
                    </a:lnTo>
                    <a:lnTo>
                      <a:pt x="106" y="64"/>
                    </a:lnTo>
                    <a:lnTo>
                      <a:pt x="107" y="64"/>
                    </a:lnTo>
                    <a:lnTo>
                      <a:pt x="108" y="64"/>
                    </a:lnTo>
                    <a:lnTo>
                      <a:pt x="110" y="64"/>
                    </a:lnTo>
                    <a:lnTo>
                      <a:pt x="111" y="63"/>
                    </a:lnTo>
                    <a:lnTo>
                      <a:pt x="113" y="63"/>
                    </a:lnTo>
                    <a:lnTo>
                      <a:pt x="114" y="63"/>
                    </a:lnTo>
                    <a:lnTo>
                      <a:pt x="115" y="62"/>
                    </a:lnTo>
                    <a:lnTo>
                      <a:pt x="117" y="62"/>
                    </a:lnTo>
                    <a:lnTo>
                      <a:pt x="118" y="62"/>
                    </a:lnTo>
                    <a:lnTo>
                      <a:pt x="120" y="62"/>
                    </a:lnTo>
                    <a:lnTo>
                      <a:pt x="121" y="61"/>
                    </a:lnTo>
                    <a:lnTo>
                      <a:pt x="122" y="61"/>
                    </a:lnTo>
                    <a:lnTo>
                      <a:pt x="124" y="61"/>
                    </a:lnTo>
                    <a:lnTo>
                      <a:pt x="125" y="61"/>
                    </a:lnTo>
                    <a:lnTo>
                      <a:pt x="127" y="61"/>
                    </a:lnTo>
                    <a:lnTo>
                      <a:pt x="128" y="61"/>
                    </a:lnTo>
                    <a:lnTo>
                      <a:pt x="130" y="60"/>
                    </a:lnTo>
                    <a:lnTo>
                      <a:pt x="131" y="60"/>
                    </a:lnTo>
                    <a:lnTo>
                      <a:pt x="132" y="60"/>
                    </a:lnTo>
                    <a:lnTo>
                      <a:pt x="134" y="60"/>
                    </a:lnTo>
                    <a:lnTo>
                      <a:pt x="135" y="59"/>
                    </a:lnTo>
                    <a:lnTo>
                      <a:pt x="137" y="59"/>
                    </a:lnTo>
                    <a:lnTo>
                      <a:pt x="138" y="59"/>
                    </a:lnTo>
                    <a:lnTo>
                      <a:pt x="139" y="59"/>
                    </a:lnTo>
                    <a:lnTo>
                      <a:pt x="141" y="58"/>
                    </a:lnTo>
                    <a:lnTo>
                      <a:pt x="142" y="58"/>
                    </a:lnTo>
                    <a:lnTo>
                      <a:pt x="144" y="58"/>
                    </a:lnTo>
                    <a:lnTo>
                      <a:pt x="145" y="58"/>
                    </a:lnTo>
                    <a:lnTo>
                      <a:pt x="146" y="58"/>
                    </a:lnTo>
                    <a:lnTo>
                      <a:pt x="148" y="57"/>
                    </a:lnTo>
                    <a:lnTo>
                      <a:pt x="149" y="57"/>
                    </a:lnTo>
                    <a:lnTo>
                      <a:pt x="151" y="57"/>
                    </a:lnTo>
                    <a:lnTo>
                      <a:pt x="152" y="57"/>
                    </a:lnTo>
                    <a:lnTo>
                      <a:pt x="154" y="57"/>
                    </a:lnTo>
                    <a:lnTo>
                      <a:pt x="155" y="57"/>
                    </a:lnTo>
                    <a:lnTo>
                      <a:pt x="156" y="56"/>
                    </a:lnTo>
                    <a:lnTo>
                      <a:pt x="158" y="56"/>
                    </a:lnTo>
                    <a:lnTo>
                      <a:pt x="159" y="56"/>
                    </a:lnTo>
                    <a:lnTo>
                      <a:pt x="161" y="56"/>
                    </a:lnTo>
                    <a:lnTo>
                      <a:pt x="162" y="56"/>
                    </a:lnTo>
                    <a:lnTo>
                      <a:pt x="163" y="56"/>
                    </a:lnTo>
                    <a:lnTo>
                      <a:pt x="165" y="56"/>
                    </a:lnTo>
                    <a:lnTo>
                      <a:pt x="166" y="55"/>
                    </a:lnTo>
                    <a:lnTo>
                      <a:pt x="168" y="55"/>
                    </a:lnTo>
                    <a:lnTo>
                      <a:pt x="169" y="55"/>
                    </a:lnTo>
                    <a:lnTo>
                      <a:pt x="170" y="55"/>
                    </a:lnTo>
                    <a:lnTo>
                      <a:pt x="172" y="55"/>
                    </a:lnTo>
                    <a:lnTo>
                      <a:pt x="173" y="55"/>
                    </a:lnTo>
                    <a:lnTo>
                      <a:pt x="175" y="55"/>
                    </a:lnTo>
                    <a:lnTo>
                      <a:pt x="176" y="55"/>
                    </a:lnTo>
                    <a:lnTo>
                      <a:pt x="178" y="55"/>
                    </a:lnTo>
                    <a:lnTo>
                      <a:pt x="179" y="54"/>
                    </a:lnTo>
                    <a:lnTo>
                      <a:pt x="180" y="54"/>
                    </a:lnTo>
                    <a:lnTo>
                      <a:pt x="182" y="54"/>
                    </a:lnTo>
                    <a:lnTo>
                      <a:pt x="183" y="54"/>
                    </a:lnTo>
                    <a:lnTo>
                      <a:pt x="185" y="54"/>
                    </a:lnTo>
                    <a:lnTo>
                      <a:pt x="186" y="54"/>
                    </a:lnTo>
                    <a:lnTo>
                      <a:pt x="187" y="54"/>
                    </a:lnTo>
                    <a:lnTo>
                      <a:pt x="189" y="54"/>
                    </a:lnTo>
                    <a:lnTo>
                      <a:pt x="190" y="54"/>
                    </a:lnTo>
                    <a:lnTo>
                      <a:pt x="192" y="54"/>
                    </a:lnTo>
                    <a:lnTo>
                      <a:pt x="193" y="53"/>
                    </a:lnTo>
                    <a:lnTo>
                      <a:pt x="194" y="53"/>
                    </a:lnTo>
                    <a:lnTo>
                      <a:pt x="196" y="53"/>
                    </a:lnTo>
                    <a:lnTo>
                      <a:pt x="197" y="53"/>
                    </a:lnTo>
                    <a:lnTo>
                      <a:pt x="199" y="53"/>
                    </a:lnTo>
                    <a:lnTo>
                      <a:pt x="200" y="53"/>
                    </a:lnTo>
                    <a:lnTo>
                      <a:pt x="202" y="53"/>
                    </a:lnTo>
                    <a:lnTo>
                      <a:pt x="203" y="53"/>
                    </a:lnTo>
                    <a:lnTo>
                      <a:pt x="204" y="52"/>
                    </a:lnTo>
                    <a:lnTo>
                      <a:pt x="206" y="52"/>
                    </a:lnTo>
                    <a:lnTo>
                      <a:pt x="207" y="52"/>
                    </a:lnTo>
                    <a:lnTo>
                      <a:pt x="209" y="52"/>
                    </a:lnTo>
                    <a:lnTo>
                      <a:pt x="210" y="52"/>
                    </a:lnTo>
                    <a:lnTo>
                      <a:pt x="211" y="52"/>
                    </a:lnTo>
                    <a:lnTo>
                      <a:pt x="213" y="52"/>
                    </a:lnTo>
                    <a:lnTo>
                      <a:pt x="214" y="52"/>
                    </a:lnTo>
                    <a:lnTo>
                      <a:pt x="216" y="52"/>
                    </a:lnTo>
                    <a:lnTo>
                      <a:pt x="217" y="52"/>
                    </a:lnTo>
                    <a:lnTo>
                      <a:pt x="218" y="52"/>
                    </a:lnTo>
                    <a:lnTo>
                      <a:pt x="220" y="52"/>
                    </a:lnTo>
                    <a:lnTo>
                      <a:pt x="221" y="45"/>
                    </a:lnTo>
                    <a:lnTo>
                      <a:pt x="223" y="43"/>
                    </a:lnTo>
                    <a:lnTo>
                      <a:pt x="224" y="44"/>
                    </a:lnTo>
                    <a:lnTo>
                      <a:pt x="226" y="44"/>
                    </a:lnTo>
                    <a:lnTo>
                      <a:pt x="227" y="44"/>
                    </a:lnTo>
                    <a:lnTo>
                      <a:pt x="228" y="44"/>
                    </a:lnTo>
                    <a:lnTo>
                      <a:pt x="230" y="44"/>
                    </a:lnTo>
                    <a:lnTo>
                      <a:pt x="231" y="44"/>
                    </a:lnTo>
                    <a:lnTo>
                      <a:pt x="233" y="44"/>
                    </a:lnTo>
                    <a:lnTo>
                      <a:pt x="234" y="44"/>
                    </a:lnTo>
                    <a:lnTo>
                      <a:pt x="235" y="43"/>
                    </a:lnTo>
                    <a:lnTo>
                      <a:pt x="237" y="44"/>
                    </a:lnTo>
                    <a:lnTo>
                      <a:pt x="238" y="44"/>
                    </a:lnTo>
                    <a:lnTo>
                      <a:pt x="240" y="47"/>
                    </a:lnTo>
                    <a:lnTo>
                      <a:pt x="241" y="49"/>
                    </a:lnTo>
                  </a:path>
                </a:pathLst>
              </a:custGeom>
              <a:noFill/>
              <a:ln cap="flat" cmpd="sng" w="25400">
                <a:solidFill>
                  <a:srgbClr val="0000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grpSp>
      </p:grpSp>
      <p:graphicFrame>
        <p:nvGraphicFramePr>
          <p:cNvPr id="245" name="Google Shape;245;p15"/>
          <p:cNvGraphicFramePr/>
          <p:nvPr/>
        </p:nvGraphicFramePr>
        <p:xfrm>
          <a:off x="8875574" y="5033193"/>
          <a:ext cx="3000000" cy="3000000"/>
        </p:xfrm>
        <a:graphic>
          <a:graphicData uri="http://schemas.openxmlformats.org/drawingml/2006/table">
            <a:tbl>
              <a:tblPr>
                <a:noFill/>
                <a:tableStyleId>{50521EC1-74A7-4990-AE84-D3445A6DB4BE}</a:tableStyleId>
              </a:tblPr>
              <a:tblGrid>
                <a:gridCol w="725550"/>
                <a:gridCol w="676350"/>
                <a:gridCol w="528700"/>
                <a:gridCol w="584125"/>
                <a:gridCol w="547750"/>
              </a:tblGrid>
              <a:tr h="182875">
                <a:tc>
                  <a:txBody>
                    <a:bodyPr/>
                    <a:lstStyle/>
                    <a:p>
                      <a:pPr indent="0" lvl="0" marL="0" marR="0" rtl="0" algn="ctr">
                        <a:spcBef>
                          <a:spcPts val="0"/>
                        </a:spcBef>
                        <a:spcAft>
                          <a:spcPts val="0"/>
                        </a:spcAft>
                        <a:buNone/>
                      </a:pPr>
                      <a:r>
                        <a:t/>
                      </a:r>
                      <a:endParaRPr b="1"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t/>
                      </a:r>
                      <a:endParaRPr b="1"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gridSpan="3">
                  <a:txBody>
                    <a:bodyPr/>
                    <a:lstStyle/>
                    <a:p>
                      <a:pPr indent="0" lvl="0" marL="0" marR="0" rtl="0" algn="ctr">
                        <a:spcBef>
                          <a:spcPts val="0"/>
                        </a:spcBef>
                        <a:spcAft>
                          <a:spcPts val="0"/>
                        </a:spcAft>
                        <a:buNone/>
                      </a:pPr>
                      <a:r>
                        <a:rPr b="1" i="0" lang="en-US" sz="1400" u="none" cap="none" strike="noStrike">
                          <a:solidFill>
                            <a:schemeClr val="dk1"/>
                          </a:solidFill>
                          <a:latin typeface="Arial"/>
                          <a:ea typeface="Arial"/>
                          <a:cs typeface="Arial"/>
                          <a:sym typeface="Arial"/>
                        </a:rPr>
                        <a:t>Binding Resp (RU)</a:t>
                      </a:r>
                      <a:endParaRPr b="1" i="0" sz="1400" u="none" cap="none" strike="noStrike">
                        <a:solidFill>
                          <a:schemeClr val="dk1"/>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hMerge="1"/>
                <a:tc hMerge="1"/>
              </a:tr>
              <a:tr h="182875">
                <a:tc>
                  <a:txBody>
                    <a:bodyPr/>
                    <a:lstStyle/>
                    <a:p>
                      <a:pPr indent="0" lvl="0" marL="0" marR="0" rtl="0" algn="ctr">
                        <a:spcBef>
                          <a:spcPts val="0"/>
                        </a:spcBef>
                        <a:spcAft>
                          <a:spcPts val="0"/>
                        </a:spcAft>
                        <a:buNone/>
                      </a:pPr>
                      <a:r>
                        <a:rPr b="1" lang="en-US" sz="1400" u="none" cap="none" strike="noStrike">
                          <a:latin typeface="Arial"/>
                          <a:ea typeface="Arial"/>
                          <a:cs typeface="Arial"/>
                          <a:sym typeface="Arial"/>
                        </a:rPr>
                        <a:t>Analyte</a:t>
                      </a:r>
                      <a:endParaRPr b="1"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u="none" cap="none" strike="noStrike">
                          <a:latin typeface="Arial"/>
                          <a:ea typeface="Arial"/>
                          <a:cs typeface="Arial"/>
                          <a:sym typeface="Arial"/>
                        </a:rPr>
                        <a:t>Conc</a:t>
                      </a:r>
                      <a:endParaRPr b="1"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u="none" cap="none" strike="noStrike">
                          <a:solidFill>
                            <a:srgbClr val="FF0000"/>
                          </a:solidFill>
                          <a:latin typeface="Arial"/>
                          <a:ea typeface="Arial"/>
                          <a:cs typeface="Arial"/>
                          <a:sym typeface="Arial"/>
                        </a:rPr>
                        <a:t>Fc1</a:t>
                      </a:r>
                      <a:endParaRPr b="1" i="0" sz="1400" u="none" cap="none" strike="noStrike">
                        <a:solidFill>
                          <a:srgbClr val="FF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u="none" cap="none" strike="noStrike">
                          <a:solidFill>
                            <a:srgbClr val="228B22"/>
                          </a:solidFill>
                          <a:latin typeface="Arial"/>
                          <a:ea typeface="Arial"/>
                          <a:cs typeface="Arial"/>
                          <a:sym typeface="Arial"/>
                        </a:rPr>
                        <a:t>Fc3</a:t>
                      </a:r>
                      <a:endParaRPr b="1" i="0" sz="1400" u="none" cap="none" strike="noStrike">
                        <a:solidFill>
                          <a:srgbClr val="228B22"/>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u="none" cap="none" strike="noStrike">
                          <a:solidFill>
                            <a:srgbClr val="0000FF"/>
                          </a:solidFill>
                          <a:latin typeface="Arial"/>
                          <a:ea typeface="Arial"/>
                          <a:cs typeface="Arial"/>
                          <a:sym typeface="Arial"/>
                        </a:rPr>
                        <a:t>Fc3-1</a:t>
                      </a:r>
                      <a:endParaRPr b="1" i="0" sz="1400" u="none" cap="none" strike="noStrike">
                        <a:solidFill>
                          <a:srgbClr val="0000FF"/>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r>
              <a:tr h="182875">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BSA</a:t>
                      </a:r>
                      <a:endParaRPr b="0"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200 nM</a:t>
                      </a:r>
                      <a:endParaRPr b="0"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123.4</a:t>
                      </a:r>
                      <a:endParaRPr b="0"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126.2</a:t>
                      </a:r>
                      <a:endParaRPr b="0"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2.9</a:t>
                      </a:r>
                      <a:endParaRPr b="0"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r>
              <a:tr h="182875">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BSA</a:t>
                      </a:r>
                      <a:endParaRPr b="0"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400 nM</a:t>
                      </a:r>
                      <a:endParaRPr b="0"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119.8</a:t>
                      </a:r>
                      <a:endParaRPr b="0"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122.1</a:t>
                      </a:r>
                      <a:endParaRPr b="0"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2.4</a:t>
                      </a:r>
                      <a:endParaRPr b="0"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r>
            </a:tbl>
          </a:graphicData>
        </a:graphic>
      </p:graphicFrame>
      <p:sp>
        <p:nvSpPr>
          <p:cNvPr id="246" name="Google Shape;246;p15"/>
          <p:cNvSpPr txBox="1"/>
          <p:nvPr/>
        </p:nvSpPr>
        <p:spPr>
          <a:xfrm>
            <a:off x="190748" y="4792137"/>
            <a:ext cx="8476800" cy="107721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The raw sensorgrams (green/red) show a sharp vertical bulk shift due to buffer effects with minimal non-specific binding that is nearly identical on both active and control surfaces.</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Thus the reference subtracted curve shows minimal/no binding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grpSp>
        <p:nvGrpSpPr>
          <p:cNvPr id="251" name="Google Shape;251;p16"/>
          <p:cNvGrpSpPr/>
          <p:nvPr/>
        </p:nvGrpSpPr>
        <p:grpSpPr>
          <a:xfrm>
            <a:off x="9601090" y="3946413"/>
            <a:ext cx="2185719" cy="935783"/>
            <a:chOff x="9763434" y="2624995"/>
            <a:chExt cx="2185719" cy="935783"/>
          </a:xfrm>
        </p:grpSpPr>
        <p:sp>
          <p:nvSpPr>
            <p:cNvPr id="252" name="Google Shape;252;p16"/>
            <p:cNvSpPr/>
            <p:nvPr/>
          </p:nvSpPr>
          <p:spPr>
            <a:xfrm>
              <a:off x="9763434" y="2624995"/>
              <a:ext cx="2185719" cy="935783"/>
            </a:xfrm>
            <a:prstGeom prst="rect">
              <a:avLst/>
            </a:prstGeom>
            <a:solidFill>
              <a:schemeClr val="lt1"/>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53" name="Google Shape;253;p16"/>
            <p:cNvGrpSpPr/>
            <p:nvPr/>
          </p:nvGrpSpPr>
          <p:grpSpPr>
            <a:xfrm>
              <a:off x="9909868" y="2738016"/>
              <a:ext cx="1892850" cy="709740"/>
              <a:chOff x="4612148" y="5335587"/>
              <a:chExt cx="1892850" cy="709740"/>
            </a:xfrm>
          </p:grpSpPr>
          <p:grpSp>
            <p:nvGrpSpPr>
              <p:cNvPr id="254" name="Google Shape;254;p16"/>
              <p:cNvGrpSpPr/>
              <p:nvPr/>
            </p:nvGrpSpPr>
            <p:grpSpPr>
              <a:xfrm>
                <a:off x="4612148" y="5829883"/>
                <a:ext cx="1623545" cy="215444"/>
                <a:chOff x="4612148" y="6012763"/>
                <a:chExt cx="1623545" cy="215444"/>
              </a:xfrm>
            </p:grpSpPr>
            <p:sp>
              <p:nvSpPr>
                <p:cNvPr id="255" name="Google Shape;255;p16"/>
                <p:cNvSpPr/>
                <p:nvPr/>
              </p:nvSpPr>
              <p:spPr>
                <a:xfrm>
                  <a:off x="4962909" y="6012763"/>
                  <a:ext cx="1272784" cy="2154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Ref Sub (Fc3-1)</a:t>
                  </a:r>
                  <a:endParaRPr b="0" i="0" sz="1400" u="none" cap="none" strike="noStrike">
                    <a:solidFill>
                      <a:schemeClr val="dk1"/>
                    </a:solidFill>
                    <a:latin typeface="Arial"/>
                    <a:ea typeface="Arial"/>
                    <a:cs typeface="Arial"/>
                    <a:sym typeface="Arial"/>
                  </a:endParaRPr>
                </a:p>
              </p:txBody>
            </p:sp>
            <p:cxnSp>
              <p:nvCxnSpPr>
                <p:cNvPr id="256" name="Google Shape;256;p16"/>
                <p:cNvCxnSpPr/>
                <p:nvPr/>
              </p:nvCxnSpPr>
              <p:spPr>
                <a:xfrm>
                  <a:off x="4612148" y="6120485"/>
                  <a:ext cx="274320" cy="0"/>
                </a:xfrm>
                <a:prstGeom prst="straightConnector1">
                  <a:avLst/>
                </a:prstGeom>
                <a:noFill/>
                <a:ln cap="flat" cmpd="sng" w="38100">
                  <a:solidFill>
                    <a:srgbClr val="0000FF"/>
                  </a:solidFill>
                  <a:prstDash val="solid"/>
                  <a:miter lim="800000"/>
                  <a:headEnd len="sm" w="sm" type="none"/>
                  <a:tailEnd len="sm" w="sm" type="none"/>
                </a:ln>
              </p:spPr>
            </p:cxnSp>
          </p:grpSp>
          <p:grpSp>
            <p:nvGrpSpPr>
              <p:cNvPr id="257" name="Google Shape;257;p16"/>
              <p:cNvGrpSpPr/>
              <p:nvPr/>
            </p:nvGrpSpPr>
            <p:grpSpPr>
              <a:xfrm>
                <a:off x="4612148" y="5582735"/>
                <a:ext cx="1892850" cy="215444"/>
                <a:chOff x="4612148" y="5689439"/>
                <a:chExt cx="1892850" cy="215444"/>
              </a:xfrm>
            </p:grpSpPr>
            <p:sp>
              <p:nvSpPr>
                <p:cNvPr id="258" name="Google Shape;258;p16"/>
                <p:cNvSpPr/>
                <p:nvPr/>
              </p:nvSpPr>
              <p:spPr>
                <a:xfrm>
                  <a:off x="4962909" y="5689439"/>
                  <a:ext cx="1542089" cy="2154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MCH Surface (Fc1)</a:t>
                  </a:r>
                  <a:endParaRPr b="0" i="0" sz="1400" u="none" cap="none" strike="noStrike">
                    <a:solidFill>
                      <a:schemeClr val="dk1"/>
                    </a:solidFill>
                    <a:latin typeface="Arial"/>
                    <a:ea typeface="Arial"/>
                    <a:cs typeface="Arial"/>
                    <a:sym typeface="Arial"/>
                  </a:endParaRPr>
                </a:p>
              </p:txBody>
            </p:sp>
            <p:cxnSp>
              <p:nvCxnSpPr>
                <p:cNvPr id="259" name="Google Shape;259;p16"/>
                <p:cNvCxnSpPr/>
                <p:nvPr/>
              </p:nvCxnSpPr>
              <p:spPr>
                <a:xfrm>
                  <a:off x="4612148" y="5797161"/>
                  <a:ext cx="274320" cy="0"/>
                </a:xfrm>
                <a:prstGeom prst="straightConnector1">
                  <a:avLst/>
                </a:prstGeom>
                <a:noFill/>
                <a:ln cap="flat" cmpd="sng" w="38100">
                  <a:solidFill>
                    <a:srgbClr val="FF0000"/>
                  </a:solidFill>
                  <a:prstDash val="solid"/>
                  <a:miter lim="800000"/>
                  <a:headEnd len="sm" w="sm" type="none"/>
                  <a:tailEnd len="sm" w="sm" type="none"/>
                </a:ln>
              </p:spPr>
            </p:cxnSp>
          </p:grpSp>
          <p:grpSp>
            <p:nvGrpSpPr>
              <p:cNvPr id="260" name="Google Shape;260;p16"/>
              <p:cNvGrpSpPr/>
              <p:nvPr/>
            </p:nvGrpSpPr>
            <p:grpSpPr>
              <a:xfrm>
                <a:off x="4616957" y="5335587"/>
                <a:ext cx="1854121" cy="215444"/>
                <a:chOff x="4616957" y="5335587"/>
                <a:chExt cx="1854121" cy="215444"/>
              </a:xfrm>
            </p:grpSpPr>
            <p:sp>
              <p:nvSpPr>
                <p:cNvPr id="261" name="Google Shape;261;p16"/>
                <p:cNvSpPr/>
                <p:nvPr/>
              </p:nvSpPr>
              <p:spPr>
                <a:xfrm>
                  <a:off x="4967718" y="5335587"/>
                  <a:ext cx="1503360" cy="2154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RNA Surface (Fc3)</a:t>
                  </a:r>
                  <a:endParaRPr b="0" i="0" sz="1400" u="none" cap="none" strike="noStrike">
                    <a:solidFill>
                      <a:schemeClr val="dk1"/>
                    </a:solidFill>
                    <a:latin typeface="Arial"/>
                    <a:ea typeface="Arial"/>
                    <a:cs typeface="Arial"/>
                    <a:sym typeface="Arial"/>
                  </a:endParaRPr>
                </a:p>
              </p:txBody>
            </p:sp>
            <p:cxnSp>
              <p:nvCxnSpPr>
                <p:cNvPr id="262" name="Google Shape;262;p16"/>
                <p:cNvCxnSpPr/>
                <p:nvPr/>
              </p:nvCxnSpPr>
              <p:spPr>
                <a:xfrm>
                  <a:off x="4616957" y="5443309"/>
                  <a:ext cx="274320" cy="0"/>
                </a:xfrm>
                <a:prstGeom prst="straightConnector1">
                  <a:avLst/>
                </a:prstGeom>
                <a:noFill/>
                <a:ln cap="flat" cmpd="sng" w="38100">
                  <a:solidFill>
                    <a:srgbClr val="228B22"/>
                  </a:solidFill>
                  <a:prstDash val="solid"/>
                  <a:miter lim="800000"/>
                  <a:headEnd len="sm" w="sm" type="none"/>
                  <a:tailEnd len="sm" w="sm" type="none"/>
                </a:ln>
              </p:spPr>
            </p:cxnSp>
          </p:grpSp>
        </p:grpSp>
      </p:grpSp>
      <p:sp>
        <p:nvSpPr>
          <p:cNvPr id="263" name="Google Shape;263;p16"/>
          <p:cNvSpPr txBox="1"/>
          <p:nvPr/>
        </p:nvSpPr>
        <p:spPr>
          <a:xfrm>
            <a:off x="1704352" y="80914"/>
            <a:ext cx="8783297"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dk2"/>
                </a:solidFill>
                <a:latin typeface="Arial"/>
                <a:ea typeface="Arial"/>
                <a:cs typeface="Arial"/>
                <a:sym typeface="Arial"/>
              </a:rPr>
              <a:t>Binding Results</a:t>
            </a:r>
            <a:endParaRPr b="1" sz="3200">
              <a:solidFill>
                <a:schemeClr val="dk2"/>
              </a:solidFill>
              <a:latin typeface="Arial"/>
              <a:ea typeface="Arial"/>
              <a:cs typeface="Arial"/>
              <a:sym typeface="Arial"/>
            </a:endParaRPr>
          </a:p>
        </p:txBody>
      </p:sp>
      <p:sp>
        <p:nvSpPr>
          <p:cNvPr id="264" name="Google Shape;264;p16"/>
          <p:cNvSpPr txBox="1"/>
          <p:nvPr/>
        </p:nvSpPr>
        <p:spPr>
          <a:xfrm>
            <a:off x="135846" y="3903754"/>
            <a:ext cx="9456866" cy="830997"/>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228B22"/>
              </a:buClr>
              <a:buSzPts val="1600"/>
              <a:buFont typeface="Arial"/>
              <a:buChar char="•"/>
            </a:pPr>
            <a:r>
              <a:rPr lang="en-US" sz="1600">
                <a:solidFill>
                  <a:srgbClr val="228B22"/>
                </a:solidFill>
                <a:latin typeface="Arial"/>
                <a:ea typeface="Arial"/>
                <a:cs typeface="Arial"/>
                <a:sym typeface="Arial"/>
              </a:rPr>
              <a:t>Green</a:t>
            </a:r>
            <a:r>
              <a:rPr lang="en-US" sz="1600">
                <a:solidFill>
                  <a:schemeClr val="dk1"/>
                </a:solidFill>
                <a:latin typeface="Arial"/>
                <a:ea typeface="Arial"/>
                <a:cs typeface="Arial"/>
                <a:sym typeface="Arial"/>
              </a:rPr>
              <a:t> curve is the raw sensorgram showing binding to the active, RNA surface.</a:t>
            </a:r>
            <a:endParaRPr/>
          </a:p>
          <a:p>
            <a:pPr indent="-285750" lvl="0" marL="285750" marR="0" rtl="0" algn="l">
              <a:spcBef>
                <a:spcPts val="0"/>
              </a:spcBef>
              <a:spcAft>
                <a:spcPts val="0"/>
              </a:spcAft>
              <a:buClr>
                <a:srgbClr val="FF0000"/>
              </a:buClr>
              <a:buSzPts val="1600"/>
              <a:buFont typeface="Arial"/>
              <a:buChar char="•"/>
            </a:pPr>
            <a:r>
              <a:rPr lang="en-US" sz="1600">
                <a:solidFill>
                  <a:srgbClr val="FF0000"/>
                </a:solidFill>
                <a:latin typeface="Arial"/>
                <a:ea typeface="Arial"/>
                <a:cs typeface="Arial"/>
                <a:sym typeface="Arial"/>
              </a:rPr>
              <a:t>Red</a:t>
            </a:r>
            <a:r>
              <a:rPr lang="en-US" sz="1600">
                <a:solidFill>
                  <a:schemeClr val="dk1"/>
                </a:solidFill>
                <a:latin typeface="Arial"/>
                <a:ea typeface="Arial"/>
                <a:cs typeface="Arial"/>
                <a:sym typeface="Arial"/>
              </a:rPr>
              <a:t> curve is the raw sensorgram showing non-specific binding to the control, MCH surface.</a:t>
            </a:r>
            <a:endParaRPr/>
          </a:p>
          <a:p>
            <a:pPr indent="-285750" lvl="0" marL="285750" marR="0" rtl="0" algn="l">
              <a:spcBef>
                <a:spcPts val="0"/>
              </a:spcBef>
              <a:spcAft>
                <a:spcPts val="0"/>
              </a:spcAft>
              <a:buClr>
                <a:srgbClr val="0000FF"/>
              </a:buClr>
              <a:buSzPts val="1600"/>
              <a:buFont typeface="Arial"/>
              <a:buChar char="•"/>
            </a:pPr>
            <a:r>
              <a:rPr lang="en-US" sz="1600">
                <a:solidFill>
                  <a:srgbClr val="0000FF"/>
                </a:solidFill>
                <a:latin typeface="Arial"/>
                <a:ea typeface="Arial"/>
                <a:cs typeface="Arial"/>
                <a:sym typeface="Arial"/>
              </a:rPr>
              <a:t>Blue</a:t>
            </a:r>
            <a:r>
              <a:rPr lang="en-US" sz="1600">
                <a:solidFill>
                  <a:schemeClr val="dk1"/>
                </a:solidFill>
                <a:latin typeface="Arial"/>
                <a:ea typeface="Arial"/>
                <a:cs typeface="Arial"/>
                <a:sym typeface="Arial"/>
              </a:rPr>
              <a:t> curve is the reference subtracted sensorgram showing specific binding to the RNA surface.</a:t>
            </a:r>
            <a:endParaRPr/>
          </a:p>
        </p:txBody>
      </p:sp>
      <p:grpSp>
        <p:nvGrpSpPr>
          <p:cNvPr id="265" name="Google Shape;265;p16"/>
          <p:cNvGrpSpPr/>
          <p:nvPr/>
        </p:nvGrpSpPr>
        <p:grpSpPr>
          <a:xfrm>
            <a:off x="2" y="914398"/>
            <a:ext cx="11727111" cy="2931270"/>
            <a:chOff x="191377" y="914400"/>
            <a:chExt cx="11261991" cy="2931270"/>
          </a:xfrm>
        </p:grpSpPr>
        <p:grpSp>
          <p:nvGrpSpPr>
            <p:cNvPr id="266" name="Google Shape;266;p16"/>
            <p:cNvGrpSpPr/>
            <p:nvPr/>
          </p:nvGrpSpPr>
          <p:grpSpPr>
            <a:xfrm>
              <a:off x="3950374" y="2491327"/>
              <a:ext cx="1167054" cy="540345"/>
              <a:chOff x="4218976" y="2421999"/>
              <a:chExt cx="1167054" cy="540345"/>
            </a:xfrm>
          </p:grpSpPr>
          <p:sp>
            <p:nvSpPr>
              <p:cNvPr id="267" name="Google Shape;267;p16"/>
              <p:cNvSpPr/>
              <p:nvPr/>
            </p:nvSpPr>
            <p:spPr>
              <a:xfrm rot="5400000">
                <a:off x="4708716" y="2691392"/>
                <a:ext cx="187575" cy="354329"/>
              </a:xfrm>
              <a:prstGeom prst="leftBrace">
                <a:avLst>
                  <a:gd fmla="val 8333" name="adj1"/>
                  <a:gd fmla="val 50000" name="adj2"/>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16"/>
              <p:cNvSpPr txBox="1"/>
              <p:nvPr/>
            </p:nvSpPr>
            <p:spPr>
              <a:xfrm>
                <a:off x="4218976" y="2421999"/>
                <a:ext cx="116705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700">
                    <a:solidFill>
                      <a:schemeClr val="dk1"/>
                    </a:solidFill>
                    <a:latin typeface="Arial"/>
                    <a:ea typeface="Arial"/>
                    <a:cs typeface="Arial"/>
                    <a:sym typeface="Arial"/>
                  </a:rPr>
                  <a:t>Regeneration portion of curve removed for clarity</a:t>
                </a:r>
                <a:endParaRPr sz="700">
                  <a:solidFill>
                    <a:schemeClr val="dk1"/>
                  </a:solidFill>
                  <a:latin typeface="Arial"/>
                  <a:ea typeface="Arial"/>
                  <a:cs typeface="Arial"/>
                  <a:sym typeface="Arial"/>
                </a:endParaRPr>
              </a:p>
            </p:txBody>
          </p:sp>
        </p:grpSp>
        <p:grpSp>
          <p:nvGrpSpPr>
            <p:cNvPr id="269" name="Google Shape;269;p16"/>
            <p:cNvGrpSpPr/>
            <p:nvPr/>
          </p:nvGrpSpPr>
          <p:grpSpPr>
            <a:xfrm>
              <a:off x="9687720" y="2392994"/>
              <a:ext cx="1167054" cy="540345"/>
              <a:chOff x="4218976" y="2421999"/>
              <a:chExt cx="1167054" cy="540345"/>
            </a:xfrm>
          </p:grpSpPr>
          <p:sp>
            <p:nvSpPr>
              <p:cNvPr id="270" name="Google Shape;270;p16"/>
              <p:cNvSpPr/>
              <p:nvPr/>
            </p:nvSpPr>
            <p:spPr>
              <a:xfrm rot="5400000">
                <a:off x="4708716" y="2691392"/>
                <a:ext cx="187575" cy="354329"/>
              </a:xfrm>
              <a:prstGeom prst="leftBrace">
                <a:avLst>
                  <a:gd fmla="val 8333" name="adj1"/>
                  <a:gd fmla="val 50000" name="adj2"/>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16"/>
              <p:cNvSpPr txBox="1"/>
              <p:nvPr/>
            </p:nvSpPr>
            <p:spPr>
              <a:xfrm>
                <a:off x="4218976" y="2421999"/>
                <a:ext cx="116705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700">
                    <a:solidFill>
                      <a:schemeClr val="dk1"/>
                    </a:solidFill>
                    <a:latin typeface="Arial"/>
                    <a:ea typeface="Arial"/>
                    <a:cs typeface="Arial"/>
                    <a:sym typeface="Arial"/>
                  </a:rPr>
                  <a:t>Regeneration portion of curve removed for clarity</a:t>
                </a:r>
                <a:endParaRPr sz="700">
                  <a:solidFill>
                    <a:schemeClr val="dk1"/>
                  </a:solidFill>
                  <a:latin typeface="Arial"/>
                  <a:ea typeface="Arial"/>
                  <a:cs typeface="Arial"/>
                  <a:sym typeface="Arial"/>
                </a:endParaRPr>
              </a:p>
            </p:txBody>
          </p:sp>
        </p:grpSp>
        <p:grpSp>
          <p:nvGrpSpPr>
            <p:cNvPr id="272" name="Google Shape;272;p16"/>
            <p:cNvGrpSpPr/>
            <p:nvPr/>
          </p:nvGrpSpPr>
          <p:grpSpPr>
            <a:xfrm>
              <a:off x="191377" y="914400"/>
              <a:ext cx="11261991" cy="2931270"/>
              <a:chOff x="191377" y="1790700"/>
              <a:chExt cx="11261991" cy="2931270"/>
            </a:xfrm>
          </p:grpSpPr>
          <p:grpSp>
            <p:nvGrpSpPr>
              <p:cNvPr id="273" name="Google Shape;273;p16"/>
              <p:cNvGrpSpPr/>
              <p:nvPr/>
            </p:nvGrpSpPr>
            <p:grpSpPr>
              <a:xfrm>
                <a:off x="191377" y="1793517"/>
                <a:ext cx="5599378" cy="2925636"/>
                <a:chOff x="191377" y="1790700"/>
                <a:chExt cx="5599378" cy="2925636"/>
              </a:xfrm>
            </p:grpSpPr>
            <p:cxnSp>
              <p:nvCxnSpPr>
                <p:cNvPr id="274" name="Google Shape;274;p16"/>
                <p:cNvCxnSpPr/>
                <p:nvPr/>
              </p:nvCxnSpPr>
              <p:spPr>
                <a:xfrm rot="10800000">
                  <a:off x="714375" y="1906588"/>
                  <a:ext cx="0" cy="2471738"/>
                </a:xfrm>
                <a:prstGeom prst="straightConnector1">
                  <a:avLst/>
                </a:prstGeom>
                <a:noFill/>
                <a:ln cap="flat" cmpd="sng" w="9525">
                  <a:solidFill>
                    <a:srgbClr val="000000"/>
                  </a:solidFill>
                  <a:prstDash val="solid"/>
                  <a:round/>
                  <a:headEnd len="med" w="med" type="none"/>
                  <a:tailEnd len="med" w="med" type="none"/>
                </a:ln>
              </p:spPr>
            </p:cxnSp>
            <p:cxnSp>
              <p:nvCxnSpPr>
                <p:cNvPr id="275" name="Google Shape;275;p16"/>
                <p:cNvCxnSpPr/>
                <p:nvPr/>
              </p:nvCxnSpPr>
              <p:spPr>
                <a:xfrm rot="10800000">
                  <a:off x="706438" y="4378325"/>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76" name="Google Shape;276;p16"/>
                <p:cNvCxnSpPr/>
                <p:nvPr/>
              </p:nvCxnSpPr>
              <p:spPr>
                <a:xfrm rot="10800000">
                  <a:off x="706438" y="4267200"/>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77" name="Google Shape;277;p16"/>
                <p:cNvCxnSpPr/>
                <p:nvPr/>
              </p:nvCxnSpPr>
              <p:spPr>
                <a:xfrm rot="10800000">
                  <a:off x="706438" y="4154488"/>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78" name="Google Shape;278;p16"/>
                <p:cNvCxnSpPr/>
                <p:nvPr/>
              </p:nvCxnSpPr>
              <p:spPr>
                <a:xfrm rot="10800000">
                  <a:off x="706438" y="4041775"/>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79" name="Google Shape;279;p16"/>
                <p:cNvCxnSpPr/>
                <p:nvPr/>
              </p:nvCxnSpPr>
              <p:spPr>
                <a:xfrm rot="10800000">
                  <a:off x="706438" y="3929063"/>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80" name="Google Shape;280;p16"/>
                <p:cNvCxnSpPr/>
                <p:nvPr/>
              </p:nvCxnSpPr>
              <p:spPr>
                <a:xfrm rot="10800000">
                  <a:off x="706438" y="3817938"/>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81" name="Google Shape;281;p16"/>
                <p:cNvCxnSpPr/>
                <p:nvPr/>
              </p:nvCxnSpPr>
              <p:spPr>
                <a:xfrm rot="10800000">
                  <a:off x="706438" y="3705225"/>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82" name="Google Shape;282;p16"/>
                <p:cNvCxnSpPr/>
                <p:nvPr/>
              </p:nvCxnSpPr>
              <p:spPr>
                <a:xfrm rot="10800000">
                  <a:off x="706438" y="3592513"/>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83" name="Google Shape;283;p16"/>
                <p:cNvCxnSpPr/>
                <p:nvPr/>
              </p:nvCxnSpPr>
              <p:spPr>
                <a:xfrm rot="10800000">
                  <a:off x="706438" y="3481388"/>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84" name="Google Shape;284;p16"/>
                <p:cNvCxnSpPr/>
                <p:nvPr/>
              </p:nvCxnSpPr>
              <p:spPr>
                <a:xfrm rot="10800000">
                  <a:off x="706438" y="3368675"/>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85" name="Google Shape;285;p16"/>
                <p:cNvCxnSpPr/>
                <p:nvPr/>
              </p:nvCxnSpPr>
              <p:spPr>
                <a:xfrm rot="10800000">
                  <a:off x="706438" y="3255963"/>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86" name="Google Shape;286;p16"/>
                <p:cNvCxnSpPr/>
                <p:nvPr/>
              </p:nvCxnSpPr>
              <p:spPr>
                <a:xfrm rot="10800000">
                  <a:off x="706438" y="3143250"/>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87" name="Google Shape;287;p16"/>
                <p:cNvCxnSpPr/>
                <p:nvPr/>
              </p:nvCxnSpPr>
              <p:spPr>
                <a:xfrm rot="10800000">
                  <a:off x="706438" y="3032125"/>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88" name="Google Shape;288;p16"/>
                <p:cNvCxnSpPr/>
                <p:nvPr/>
              </p:nvCxnSpPr>
              <p:spPr>
                <a:xfrm rot="10800000">
                  <a:off x="706438" y="2919413"/>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89" name="Google Shape;289;p16"/>
                <p:cNvCxnSpPr/>
                <p:nvPr/>
              </p:nvCxnSpPr>
              <p:spPr>
                <a:xfrm rot="10800000">
                  <a:off x="706438" y="2806700"/>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90" name="Google Shape;290;p16"/>
                <p:cNvCxnSpPr/>
                <p:nvPr/>
              </p:nvCxnSpPr>
              <p:spPr>
                <a:xfrm rot="10800000">
                  <a:off x="706438" y="2695575"/>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91" name="Google Shape;291;p16"/>
                <p:cNvCxnSpPr/>
                <p:nvPr/>
              </p:nvCxnSpPr>
              <p:spPr>
                <a:xfrm rot="10800000">
                  <a:off x="706438" y="2582863"/>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92" name="Google Shape;292;p16"/>
                <p:cNvCxnSpPr/>
                <p:nvPr/>
              </p:nvCxnSpPr>
              <p:spPr>
                <a:xfrm rot="10800000">
                  <a:off x="706438" y="2470150"/>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93" name="Google Shape;293;p16"/>
                <p:cNvCxnSpPr/>
                <p:nvPr/>
              </p:nvCxnSpPr>
              <p:spPr>
                <a:xfrm rot="10800000">
                  <a:off x="706438" y="2357438"/>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94" name="Google Shape;294;p16"/>
                <p:cNvCxnSpPr/>
                <p:nvPr/>
              </p:nvCxnSpPr>
              <p:spPr>
                <a:xfrm rot="10800000">
                  <a:off x="706438" y="2246313"/>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95" name="Google Shape;295;p16"/>
                <p:cNvCxnSpPr/>
                <p:nvPr/>
              </p:nvCxnSpPr>
              <p:spPr>
                <a:xfrm rot="10800000">
                  <a:off x="706438" y="2133600"/>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96" name="Google Shape;296;p16"/>
                <p:cNvCxnSpPr/>
                <p:nvPr/>
              </p:nvCxnSpPr>
              <p:spPr>
                <a:xfrm rot="10800000">
                  <a:off x="706438" y="2020888"/>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97" name="Google Shape;297;p16"/>
                <p:cNvCxnSpPr/>
                <p:nvPr/>
              </p:nvCxnSpPr>
              <p:spPr>
                <a:xfrm rot="10800000">
                  <a:off x="706438" y="1908175"/>
                  <a:ext cx="11113" cy="0"/>
                </a:xfrm>
                <a:prstGeom prst="straightConnector1">
                  <a:avLst/>
                </a:prstGeom>
                <a:noFill/>
                <a:ln cap="flat" cmpd="sng" w="9525">
                  <a:solidFill>
                    <a:srgbClr val="000000"/>
                  </a:solidFill>
                  <a:prstDash val="solid"/>
                  <a:round/>
                  <a:headEnd len="med" w="med" type="none"/>
                  <a:tailEnd len="med" w="med" type="none"/>
                </a:ln>
              </p:spPr>
            </p:cxnSp>
            <p:cxnSp>
              <p:nvCxnSpPr>
                <p:cNvPr id="298" name="Google Shape;298;p16"/>
                <p:cNvCxnSpPr/>
                <p:nvPr/>
              </p:nvCxnSpPr>
              <p:spPr>
                <a:xfrm rot="10800000">
                  <a:off x="693738" y="4378325"/>
                  <a:ext cx="30163" cy="0"/>
                </a:xfrm>
                <a:prstGeom prst="straightConnector1">
                  <a:avLst/>
                </a:prstGeom>
                <a:noFill/>
                <a:ln cap="flat" cmpd="sng" w="9525">
                  <a:solidFill>
                    <a:srgbClr val="000000"/>
                  </a:solidFill>
                  <a:prstDash val="solid"/>
                  <a:round/>
                  <a:headEnd len="med" w="med" type="none"/>
                  <a:tailEnd len="med" w="med" type="none"/>
                </a:ln>
              </p:spPr>
            </p:cxnSp>
            <p:cxnSp>
              <p:nvCxnSpPr>
                <p:cNvPr id="299" name="Google Shape;299;p16"/>
                <p:cNvCxnSpPr/>
                <p:nvPr/>
              </p:nvCxnSpPr>
              <p:spPr>
                <a:xfrm rot="10800000">
                  <a:off x="693738" y="4154488"/>
                  <a:ext cx="30163" cy="0"/>
                </a:xfrm>
                <a:prstGeom prst="straightConnector1">
                  <a:avLst/>
                </a:prstGeom>
                <a:noFill/>
                <a:ln cap="flat" cmpd="sng" w="9525">
                  <a:solidFill>
                    <a:srgbClr val="000000"/>
                  </a:solidFill>
                  <a:prstDash val="solid"/>
                  <a:round/>
                  <a:headEnd len="med" w="med" type="none"/>
                  <a:tailEnd len="med" w="med" type="none"/>
                </a:ln>
              </p:spPr>
            </p:cxnSp>
            <p:cxnSp>
              <p:nvCxnSpPr>
                <p:cNvPr id="300" name="Google Shape;300;p16"/>
                <p:cNvCxnSpPr/>
                <p:nvPr/>
              </p:nvCxnSpPr>
              <p:spPr>
                <a:xfrm rot="10800000">
                  <a:off x="693738" y="3929063"/>
                  <a:ext cx="30163" cy="0"/>
                </a:xfrm>
                <a:prstGeom prst="straightConnector1">
                  <a:avLst/>
                </a:prstGeom>
                <a:noFill/>
                <a:ln cap="flat" cmpd="sng" w="9525">
                  <a:solidFill>
                    <a:srgbClr val="000000"/>
                  </a:solidFill>
                  <a:prstDash val="solid"/>
                  <a:round/>
                  <a:headEnd len="med" w="med" type="none"/>
                  <a:tailEnd len="med" w="med" type="none"/>
                </a:ln>
              </p:spPr>
            </p:cxnSp>
            <p:cxnSp>
              <p:nvCxnSpPr>
                <p:cNvPr id="301" name="Google Shape;301;p16"/>
                <p:cNvCxnSpPr/>
                <p:nvPr/>
              </p:nvCxnSpPr>
              <p:spPr>
                <a:xfrm rot="10800000">
                  <a:off x="693738" y="3705225"/>
                  <a:ext cx="30163" cy="0"/>
                </a:xfrm>
                <a:prstGeom prst="straightConnector1">
                  <a:avLst/>
                </a:prstGeom>
                <a:noFill/>
                <a:ln cap="flat" cmpd="sng" w="9525">
                  <a:solidFill>
                    <a:srgbClr val="000000"/>
                  </a:solidFill>
                  <a:prstDash val="solid"/>
                  <a:round/>
                  <a:headEnd len="med" w="med" type="none"/>
                  <a:tailEnd len="med" w="med" type="none"/>
                </a:ln>
              </p:spPr>
            </p:cxnSp>
            <p:cxnSp>
              <p:nvCxnSpPr>
                <p:cNvPr id="302" name="Google Shape;302;p16"/>
                <p:cNvCxnSpPr/>
                <p:nvPr/>
              </p:nvCxnSpPr>
              <p:spPr>
                <a:xfrm rot="10800000">
                  <a:off x="693738" y="3481388"/>
                  <a:ext cx="30163" cy="0"/>
                </a:xfrm>
                <a:prstGeom prst="straightConnector1">
                  <a:avLst/>
                </a:prstGeom>
                <a:noFill/>
                <a:ln cap="flat" cmpd="sng" w="9525">
                  <a:solidFill>
                    <a:srgbClr val="000000"/>
                  </a:solidFill>
                  <a:prstDash val="solid"/>
                  <a:round/>
                  <a:headEnd len="med" w="med" type="none"/>
                  <a:tailEnd len="med" w="med" type="none"/>
                </a:ln>
              </p:spPr>
            </p:cxnSp>
            <p:cxnSp>
              <p:nvCxnSpPr>
                <p:cNvPr id="303" name="Google Shape;303;p16"/>
                <p:cNvCxnSpPr/>
                <p:nvPr/>
              </p:nvCxnSpPr>
              <p:spPr>
                <a:xfrm rot="10800000">
                  <a:off x="693738" y="3255963"/>
                  <a:ext cx="30163" cy="0"/>
                </a:xfrm>
                <a:prstGeom prst="straightConnector1">
                  <a:avLst/>
                </a:prstGeom>
                <a:noFill/>
                <a:ln cap="flat" cmpd="sng" w="9525">
                  <a:solidFill>
                    <a:srgbClr val="000000"/>
                  </a:solidFill>
                  <a:prstDash val="solid"/>
                  <a:round/>
                  <a:headEnd len="med" w="med" type="none"/>
                  <a:tailEnd len="med" w="med" type="none"/>
                </a:ln>
              </p:spPr>
            </p:cxnSp>
            <p:cxnSp>
              <p:nvCxnSpPr>
                <p:cNvPr id="304" name="Google Shape;304;p16"/>
                <p:cNvCxnSpPr/>
                <p:nvPr/>
              </p:nvCxnSpPr>
              <p:spPr>
                <a:xfrm rot="10800000">
                  <a:off x="693738" y="3032125"/>
                  <a:ext cx="30163" cy="0"/>
                </a:xfrm>
                <a:prstGeom prst="straightConnector1">
                  <a:avLst/>
                </a:prstGeom>
                <a:noFill/>
                <a:ln cap="flat" cmpd="sng" w="9525">
                  <a:solidFill>
                    <a:srgbClr val="000000"/>
                  </a:solidFill>
                  <a:prstDash val="solid"/>
                  <a:round/>
                  <a:headEnd len="med" w="med" type="none"/>
                  <a:tailEnd len="med" w="med" type="none"/>
                </a:ln>
              </p:spPr>
            </p:cxnSp>
            <p:cxnSp>
              <p:nvCxnSpPr>
                <p:cNvPr id="305" name="Google Shape;305;p16"/>
                <p:cNvCxnSpPr/>
                <p:nvPr/>
              </p:nvCxnSpPr>
              <p:spPr>
                <a:xfrm rot="10800000">
                  <a:off x="693738" y="2806700"/>
                  <a:ext cx="30163" cy="0"/>
                </a:xfrm>
                <a:prstGeom prst="straightConnector1">
                  <a:avLst/>
                </a:prstGeom>
                <a:noFill/>
                <a:ln cap="flat" cmpd="sng" w="9525">
                  <a:solidFill>
                    <a:srgbClr val="000000"/>
                  </a:solidFill>
                  <a:prstDash val="solid"/>
                  <a:round/>
                  <a:headEnd len="med" w="med" type="none"/>
                  <a:tailEnd len="med" w="med" type="none"/>
                </a:ln>
              </p:spPr>
            </p:cxnSp>
            <p:cxnSp>
              <p:nvCxnSpPr>
                <p:cNvPr id="306" name="Google Shape;306;p16"/>
                <p:cNvCxnSpPr/>
                <p:nvPr/>
              </p:nvCxnSpPr>
              <p:spPr>
                <a:xfrm rot="10800000">
                  <a:off x="693738" y="2582863"/>
                  <a:ext cx="30163" cy="0"/>
                </a:xfrm>
                <a:prstGeom prst="straightConnector1">
                  <a:avLst/>
                </a:prstGeom>
                <a:noFill/>
                <a:ln cap="flat" cmpd="sng" w="9525">
                  <a:solidFill>
                    <a:srgbClr val="000000"/>
                  </a:solidFill>
                  <a:prstDash val="solid"/>
                  <a:round/>
                  <a:headEnd len="med" w="med" type="none"/>
                  <a:tailEnd len="med" w="med" type="none"/>
                </a:ln>
              </p:spPr>
            </p:cxnSp>
            <p:cxnSp>
              <p:nvCxnSpPr>
                <p:cNvPr id="307" name="Google Shape;307;p16"/>
                <p:cNvCxnSpPr/>
                <p:nvPr/>
              </p:nvCxnSpPr>
              <p:spPr>
                <a:xfrm rot="10800000">
                  <a:off x="693738" y="2357438"/>
                  <a:ext cx="30163" cy="0"/>
                </a:xfrm>
                <a:prstGeom prst="straightConnector1">
                  <a:avLst/>
                </a:prstGeom>
                <a:noFill/>
                <a:ln cap="flat" cmpd="sng" w="9525">
                  <a:solidFill>
                    <a:srgbClr val="000000"/>
                  </a:solidFill>
                  <a:prstDash val="solid"/>
                  <a:round/>
                  <a:headEnd len="med" w="med" type="none"/>
                  <a:tailEnd len="med" w="med" type="none"/>
                </a:ln>
              </p:spPr>
            </p:cxnSp>
            <p:cxnSp>
              <p:nvCxnSpPr>
                <p:cNvPr id="308" name="Google Shape;308;p16"/>
                <p:cNvCxnSpPr/>
                <p:nvPr/>
              </p:nvCxnSpPr>
              <p:spPr>
                <a:xfrm rot="10800000">
                  <a:off x="693738" y="2133600"/>
                  <a:ext cx="30163" cy="0"/>
                </a:xfrm>
                <a:prstGeom prst="straightConnector1">
                  <a:avLst/>
                </a:prstGeom>
                <a:noFill/>
                <a:ln cap="flat" cmpd="sng" w="9525">
                  <a:solidFill>
                    <a:srgbClr val="000000"/>
                  </a:solidFill>
                  <a:prstDash val="solid"/>
                  <a:round/>
                  <a:headEnd len="med" w="med" type="none"/>
                  <a:tailEnd len="med" w="med" type="none"/>
                </a:ln>
              </p:spPr>
            </p:cxnSp>
            <p:cxnSp>
              <p:nvCxnSpPr>
                <p:cNvPr id="309" name="Google Shape;309;p16"/>
                <p:cNvCxnSpPr/>
                <p:nvPr/>
              </p:nvCxnSpPr>
              <p:spPr>
                <a:xfrm rot="10800000">
                  <a:off x="693738" y="1908175"/>
                  <a:ext cx="30163" cy="0"/>
                </a:xfrm>
                <a:prstGeom prst="straightConnector1">
                  <a:avLst/>
                </a:prstGeom>
                <a:noFill/>
                <a:ln cap="flat" cmpd="sng" w="9525">
                  <a:solidFill>
                    <a:srgbClr val="000000"/>
                  </a:solidFill>
                  <a:prstDash val="solid"/>
                  <a:round/>
                  <a:headEnd len="med" w="med" type="none"/>
                  <a:tailEnd len="med" w="med" type="none"/>
                </a:ln>
              </p:spPr>
            </p:cxnSp>
            <p:sp>
              <p:nvSpPr>
                <p:cNvPr id="310" name="Google Shape;310;p16"/>
                <p:cNvSpPr/>
                <p:nvPr/>
              </p:nvSpPr>
              <p:spPr>
                <a:xfrm>
                  <a:off x="387033" y="4314762"/>
                  <a:ext cx="254878"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311" name="Google Shape;311;p16"/>
                <p:cNvSpPr/>
                <p:nvPr/>
              </p:nvSpPr>
              <p:spPr>
                <a:xfrm>
                  <a:off x="452120" y="4090924"/>
                  <a:ext cx="70532"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a:t>
                  </a:r>
                  <a:endParaRPr b="0" i="0" sz="1000" u="none" cap="none" strike="noStrike">
                    <a:solidFill>
                      <a:schemeClr val="dk1"/>
                    </a:solidFill>
                    <a:latin typeface="Arial"/>
                    <a:ea typeface="Arial"/>
                    <a:cs typeface="Arial"/>
                    <a:sym typeface="Arial"/>
                  </a:endParaRPr>
                </a:p>
              </p:txBody>
            </p:sp>
            <p:sp>
              <p:nvSpPr>
                <p:cNvPr id="312" name="Google Shape;312;p16"/>
                <p:cNvSpPr/>
                <p:nvPr/>
              </p:nvSpPr>
              <p:spPr>
                <a:xfrm>
                  <a:off x="399733" y="3867087"/>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313" name="Google Shape;313;p16"/>
                <p:cNvSpPr/>
                <p:nvPr/>
              </p:nvSpPr>
              <p:spPr>
                <a:xfrm>
                  <a:off x="399733" y="3641662"/>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400</a:t>
                  </a:r>
                  <a:endParaRPr b="0" i="0" sz="1000" u="none" cap="none" strike="noStrike">
                    <a:solidFill>
                      <a:schemeClr val="dk1"/>
                    </a:solidFill>
                    <a:latin typeface="Arial"/>
                    <a:ea typeface="Arial"/>
                    <a:cs typeface="Arial"/>
                    <a:sym typeface="Arial"/>
                  </a:endParaRPr>
                </a:p>
              </p:txBody>
            </p:sp>
            <p:sp>
              <p:nvSpPr>
                <p:cNvPr id="314" name="Google Shape;314;p16"/>
                <p:cNvSpPr/>
                <p:nvPr/>
              </p:nvSpPr>
              <p:spPr>
                <a:xfrm>
                  <a:off x="399733" y="3417824"/>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600</a:t>
                  </a:r>
                  <a:endParaRPr b="0" i="0" sz="1000" u="none" cap="none" strike="noStrike">
                    <a:solidFill>
                      <a:schemeClr val="dk1"/>
                    </a:solidFill>
                    <a:latin typeface="Arial"/>
                    <a:ea typeface="Arial"/>
                    <a:cs typeface="Arial"/>
                    <a:sym typeface="Arial"/>
                  </a:endParaRPr>
                </a:p>
              </p:txBody>
            </p:sp>
            <p:sp>
              <p:nvSpPr>
                <p:cNvPr id="315" name="Google Shape;315;p16"/>
                <p:cNvSpPr/>
                <p:nvPr/>
              </p:nvSpPr>
              <p:spPr>
                <a:xfrm>
                  <a:off x="399733" y="3192399"/>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800</a:t>
                  </a:r>
                  <a:endParaRPr b="0" i="0" sz="1000" u="none" cap="none" strike="noStrike">
                    <a:solidFill>
                      <a:schemeClr val="dk1"/>
                    </a:solidFill>
                    <a:latin typeface="Arial"/>
                    <a:ea typeface="Arial"/>
                    <a:cs typeface="Arial"/>
                    <a:sym typeface="Arial"/>
                  </a:endParaRPr>
                </a:p>
              </p:txBody>
            </p:sp>
            <p:sp>
              <p:nvSpPr>
                <p:cNvPr id="316" name="Google Shape;316;p16"/>
                <p:cNvSpPr/>
                <p:nvPr/>
              </p:nvSpPr>
              <p:spPr>
                <a:xfrm>
                  <a:off x="375920" y="2968562"/>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1000</a:t>
                  </a:r>
                  <a:endParaRPr b="0" i="0" sz="1000" u="none" cap="none" strike="noStrike">
                    <a:solidFill>
                      <a:schemeClr val="dk1"/>
                    </a:solidFill>
                    <a:latin typeface="Arial"/>
                    <a:ea typeface="Arial"/>
                    <a:cs typeface="Arial"/>
                    <a:sym typeface="Arial"/>
                  </a:endParaRPr>
                </a:p>
              </p:txBody>
            </p:sp>
            <p:sp>
              <p:nvSpPr>
                <p:cNvPr id="317" name="Google Shape;317;p16"/>
                <p:cNvSpPr/>
                <p:nvPr/>
              </p:nvSpPr>
              <p:spPr>
                <a:xfrm>
                  <a:off x="375920" y="2743137"/>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1200</a:t>
                  </a:r>
                  <a:endParaRPr b="0" i="0" sz="1000" u="none" cap="none" strike="noStrike">
                    <a:solidFill>
                      <a:schemeClr val="dk1"/>
                    </a:solidFill>
                    <a:latin typeface="Arial"/>
                    <a:ea typeface="Arial"/>
                    <a:cs typeface="Arial"/>
                    <a:sym typeface="Arial"/>
                  </a:endParaRPr>
                </a:p>
              </p:txBody>
            </p:sp>
            <p:sp>
              <p:nvSpPr>
                <p:cNvPr id="318" name="Google Shape;318;p16"/>
                <p:cNvSpPr/>
                <p:nvPr/>
              </p:nvSpPr>
              <p:spPr>
                <a:xfrm>
                  <a:off x="375920" y="2519299"/>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1400</a:t>
                  </a:r>
                  <a:endParaRPr b="0" i="0" sz="1000" u="none" cap="none" strike="noStrike">
                    <a:solidFill>
                      <a:schemeClr val="dk1"/>
                    </a:solidFill>
                    <a:latin typeface="Arial"/>
                    <a:ea typeface="Arial"/>
                    <a:cs typeface="Arial"/>
                    <a:sym typeface="Arial"/>
                  </a:endParaRPr>
                </a:p>
              </p:txBody>
            </p:sp>
            <p:sp>
              <p:nvSpPr>
                <p:cNvPr id="319" name="Google Shape;319;p16"/>
                <p:cNvSpPr/>
                <p:nvPr/>
              </p:nvSpPr>
              <p:spPr>
                <a:xfrm>
                  <a:off x="375920" y="2295462"/>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1600</a:t>
                  </a:r>
                  <a:endParaRPr b="0" i="0" sz="1000" u="none" cap="none" strike="noStrike">
                    <a:solidFill>
                      <a:schemeClr val="dk1"/>
                    </a:solidFill>
                    <a:latin typeface="Arial"/>
                    <a:ea typeface="Arial"/>
                    <a:cs typeface="Arial"/>
                    <a:sym typeface="Arial"/>
                  </a:endParaRPr>
                </a:p>
              </p:txBody>
            </p:sp>
            <p:sp>
              <p:nvSpPr>
                <p:cNvPr id="320" name="Google Shape;320;p16"/>
                <p:cNvSpPr/>
                <p:nvPr/>
              </p:nvSpPr>
              <p:spPr>
                <a:xfrm>
                  <a:off x="375920" y="2070037"/>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1800</a:t>
                  </a:r>
                  <a:endParaRPr b="0" i="0" sz="1000" u="none" cap="none" strike="noStrike">
                    <a:solidFill>
                      <a:schemeClr val="dk1"/>
                    </a:solidFill>
                    <a:latin typeface="Arial"/>
                    <a:ea typeface="Arial"/>
                    <a:cs typeface="Arial"/>
                    <a:sym typeface="Arial"/>
                  </a:endParaRPr>
                </a:p>
              </p:txBody>
            </p:sp>
            <p:sp>
              <p:nvSpPr>
                <p:cNvPr id="321" name="Google Shape;321;p16"/>
                <p:cNvSpPr/>
                <p:nvPr/>
              </p:nvSpPr>
              <p:spPr>
                <a:xfrm>
                  <a:off x="375920" y="1844612"/>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2000</a:t>
                  </a:r>
                  <a:endParaRPr b="0" i="0" sz="1000" u="none" cap="none" strike="noStrike">
                    <a:solidFill>
                      <a:schemeClr val="dk1"/>
                    </a:solidFill>
                    <a:latin typeface="Arial"/>
                    <a:ea typeface="Arial"/>
                    <a:cs typeface="Arial"/>
                    <a:sym typeface="Arial"/>
                  </a:endParaRPr>
                </a:p>
              </p:txBody>
            </p:sp>
            <p:cxnSp>
              <p:nvCxnSpPr>
                <p:cNvPr id="322" name="Google Shape;322;p16"/>
                <p:cNvCxnSpPr/>
                <p:nvPr/>
              </p:nvCxnSpPr>
              <p:spPr>
                <a:xfrm>
                  <a:off x="714375" y="4378325"/>
                  <a:ext cx="4841875" cy="0"/>
                </a:xfrm>
                <a:prstGeom prst="straightConnector1">
                  <a:avLst/>
                </a:prstGeom>
                <a:noFill/>
                <a:ln cap="flat" cmpd="sng" w="9525">
                  <a:solidFill>
                    <a:srgbClr val="000000"/>
                  </a:solidFill>
                  <a:prstDash val="solid"/>
                  <a:round/>
                  <a:headEnd len="med" w="med" type="none"/>
                  <a:tailEnd len="med" w="med" type="none"/>
                </a:ln>
              </p:spPr>
            </p:cxnSp>
            <p:cxnSp>
              <p:nvCxnSpPr>
                <p:cNvPr id="323" name="Google Shape;323;p16"/>
                <p:cNvCxnSpPr/>
                <p:nvPr/>
              </p:nvCxnSpPr>
              <p:spPr>
                <a:xfrm>
                  <a:off x="714375"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324" name="Google Shape;324;p16"/>
                <p:cNvCxnSpPr/>
                <p:nvPr/>
              </p:nvCxnSpPr>
              <p:spPr>
                <a:xfrm>
                  <a:off x="1060450"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325" name="Google Shape;325;p16"/>
                <p:cNvCxnSpPr/>
                <p:nvPr/>
              </p:nvCxnSpPr>
              <p:spPr>
                <a:xfrm>
                  <a:off x="1406525"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326" name="Google Shape;326;p16"/>
                <p:cNvCxnSpPr/>
                <p:nvPr/>
              </p:nvCxnSpPr>
              <p:spPr>
                <a:xfrm>
                  <a:off x="1751013"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327" name="Google Shape;327;p16"/>
                <p:cNvCxnSpPr/>
                <p:nvPr/>
              </p:nvCxnSpPr>
              <p:spPr>
                <a:xfrm>
                  <a:off x="2097088"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328" name="Google Shape;328;p16"/>
                <p:cNvCxnSpPr/>
                <p:nvPr/>
              </p:nvCxnSpPr>
              <p:spPr>
                <a:xfrm>
                  <a:off x="2443163"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329" name="Google Shape;329;p16"/>
                <p:cNvCxnSpPr/>
                <p:nvPr/>
              </p:nvCxnSpPr>
              <p:spPr>
                <a:xfrm>
                  <a:off x="2789238"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330" name="Google Shape;330;p16"/>
                <p:cNvCxnSpPr/>
                <p:nvPr/>
              </p:nvCxnSpPr>
              <p:spPr>
                <a:xfrm>
                  <a:off x="3133725"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331" name="Google Shape;331;p16"/>
                <p:cNvCxnSpPr/>
                <p:nvPr/>
              </p:nvCxnSpPr>
              <p:spPr>
                <a:xfrm>
                  <a:off x="3479800"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332" name="Google Shape;332;p16"/>
                <p:cNvCxnSpPr/>
                <p:nvPr/>
              </p:nvCxnSpPr>
              <p:spPr>
                <a:xfrm>
                  <a:off x="3825875"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333" name="Google Shape;333;p16"/>
                <p:cNvCxnSpPr/>
                <p:nvPr/>
              </p:nvCxnSpPr>
              <p:spPr>
                <a:xfrm>
                  <a:off x="4171950"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334" name="Google Shape;334;p16"/>
                <p:cNvCxnSpPr/>
                <p:nvPr/>
              </p:nvCxnSpPr>
              <p:spPr>
                <a:xfrm>
                  <a:off x="4516438"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335" name="Google Shape;335;p16"/>
                <p:cNvCxnSpPr/>
                <p:nvPr/>
              </p:nvCxnSpPr>
              <p:spPr>
                <a:xfrm>
                  <a:off x="4862513"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336" name="Google Shape;336;p16"/>
                <p:cNvCxnSpPr/>
                <p:nvPr/>
              </p:nvCxnSpPr>
              <p:spPr>
                <a:xfrm>
                  <a:off x="5208588"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337" name="Google Shape;337;p16"/>
                <p:cNvCxnSpPr/>
                <p:nvPr/>
              </p:nvCxnSpPr>
              <p:spPr>
                <a:xfrm>
                  <a:off x="5556250"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338" name="Google Shape;338;p16"/>
                <p:cNvCxnSpPr/>
                <p:nvPr/>
              </p:nvCxnSpPr>
              <p:spPr>
                <a:xfrm>
                  <a:off x="714375" y="436880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339" name="Google Shape;339;p16"/>
                <p:cNvCxnSpPr/>
                <p:nvPr/>
              </p:nvCxnSpPr>
              <p:spPr>
                <a:xfrm>
                  <a:off x="1406525" y="436880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340" name="Google Shape;340;p16"/>
                <p:cNvCxnSpPr/>
                <p:nvPr/>
              </p:nvCxnSpPr>
              <p:spPr>
                <a:xfrm>
                  <a:off x="2097088" y="436880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341" name="Google Shape;341;p16"/>
                <p:cNvCxnSpPr/>
                <p:nvPr/>
              </p:nvCxnSpPr>
              <p:spPr>
                <a:xfrm>
                  <a:off x="2789238" y="436880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342" name="Google Shape;342;p16"/>
                <p:cNvCxnSpPr/>
                <p:nvPr/>
              </p:nvCxnSpPr>
              <p:spPr>
                <a:xfrm>
                  <a:off x="3479800" y="436880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343" name="Google Shape;343;p16"/>
                <p:cNvCxnSpPr/>
                <p:nvPr/>
              </p:nvCxnSpPr>
              <p:spPr>
                <a:xfrm>
                  <a:off x="4171950" y="436880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344" name="Google Shape;344;p16"/>
                <p:cNvCxnSpPr/>
                <p:nvPr/>
              </p:nvCxnSpPr>
              <p:spPr>
                <a:xfrm>
                  <a:off x="4862513" y="436880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345" name="Google Shape;345;p16"/>
                <p:cNvCxnSpPr/>
                <p:nvPr/>
              </p:nvCxnSpPr>
              <p:spPr>
                <a:xfrm>
                  <a:off x="5556250" y="4368800"/>
                  <a:ext cx="0" cy="30163"/>
                </a:xfrm>
                <a:prstGeom prst="straightConnector1">
                  <a:avLst/>
                </a:prstGeom>
                <a:noFill/>
                <a:ln cap="flat" cmpd="sng" w="9525">
                  <a:solidFill>
                    <a:srgbClr val="000000"/>
                  </a:solidFill>
                  <a:prstDash val="solid"/>
                  <a:round/>
                  <a:headEnd len="med" w="med" type="none"/>
                  <a:tailEnd len="med" w="med" type="none"/>
                </a:ln>
              </p:spPr>
            </p:cxnSp>
            <p:sp>
              <p:nvSpPr>
                <p:cNvPr id="346" name="Google Shape;346;p16"/>
                <p:cNvSpPr/>
                <p:nvPr/>
              </p:nvSpPr>
              <p:spPr>
                <a:xfrm>
                  <a:off x="671513" y="4413250"/>
                  <a:ext cx="254878"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347" name="Google Shape;347;p16"/>
                <p:cNvSpPr/>
                <p:nvPr/>
              </p:nvSpPr>
              <p:spPr>
                <a:xfrm>
                  <a:off x="1393825" y="4413250"/>
                  <a:ext cx="70532"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a:t>
                  </a:r>
                  <a:endParaRPr b="0" i="0" sz="1000" u="none" cap="none" strike="noStrike">
                    <a:solidFill>
                      <a:schemeClr val="dk1"/>
                    </a:solidFill>
                    <a:latin typeface="Arial"/>
                    <a:ea typeface="Arial"/>
                    <a:cs typeface="Arial"/>
                    <a:sym typeface="Arial"/>
                  </a:endParaRPr>
                </a:p>
              </p:txBody>
            </p:sp>
            <p:sp>
              <p:nvSpPr>
                <p:cNvPr id="348" name="Google Shape;348;p16"/>
                <p:cNvSpPr/>
                <p:nvPr/>
              </p:nvSpPr>
              <p:spPr>
                <a:xfrm>
                  <a:off x="2062163" y="4413250"/>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349" name="Google Shape;349;p16"/>
                <p:cNvSpPr/>
                <p:nvPr/>
              </p:nvSpPr>
              <p:spPr>
                <a:xfrm>
                  <a:off x="2752725" y="4413250"/>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400</a:t>
                  </a:r>
                  <a:endParaRPr b="0" i="0" sz="1000" u="none" cap="none" strike="noStrike">
                    <a:solidFill>
                      <a:schemeClr val="dk1"/>
                    </a:solidFill>
                    <a:latin typeface="Arial"/>
                    <a:ea typeface="Arial"/>
                    <a:cs typeface="Arial"/>
                    <a:sym typeface="Arial"/>
                  </a:endParaRPr>
                </a:p>
              </p:txBody>
            </p:sp>
            <p:sp>
              <p:nvSpPr>
                <p:cNvPr id="350" name="Google Shape;350;p16"/>
                <p:cNvSpPr/>
                <p:nvPr/>
              </p:nvSpPr>
              <p:spPr>
                <a:xfrm>
                  <a:off x="3444875" y="4413250"/>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600</a:t>
                  </a:r>
                  <a:endParaRPr b="0" i="0" sz="1000" u="none" cap="none" strike="noStrike">
                    <a:solidFill>
                      <a:schemeClr val="dk1"/>
                    </a:solidFill>
                    <a:latin typeface="Arial"/>
                    <a:ea typeface="Arial"/>
                    <a:cs typeface="Arial"/>
                    <a:sym typeface="Arial"/>
                  </a:endParaRPr>
                </a:p>
              </p:txBody>
            </p:sp>
            <p:sp>
              <p:nvSpPr>
                <p:cNvPr id="351" name="Google Shape;351;p16"/>
                <p:cNvSpPr/>
                <p:nvPr/>
              </p:nvSpPr>
              <p:spPr>
                <a:xfrm>
                  <a:off x="4135438" y="4413250"/>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800</a:t>
                  </a:r>
                  <a:endParaRPr b="0" i="0" sz="1000" u="none" cap="none" strike="noStrike">
                    <a:solidFill>
                      <a:schemeClr val="dk1"/>
                    </a:solidFill>
                    <a:latin typeface="Arial"/>
                    <a:ea typeface="Arial"/>
                    <a:cs typeface="Arial"/>
                    <a:sym typeface="Arial"/>
                  </a:endParaRPr>
                </a:p>
              </p:txBody>
            </p:sp>
            <p:sp>
              <p:nvSpPr>
                <p:cNvPr id="352" name="Google Shape;352;p16"/>
                <p:cNvSpPr/>
                <p:nvPr/>
              </p:nvSpPr>
              <p:spPr>
                <a:xfrm>
                  <a:off x="4814888" y="4413250"/>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1000</a:t>
                  </a:r>
                  <a:endParaRPr b="0" i="0" sz="1000" u="none" cap="none" strike="noStrike">
                    <a:solidFill>
                      <a:schemeClr val="dk1"/>
                    </a:solidFill>
                    <a:latin typeface="Arial"/>
                    <a:ea typeface="Arial"/>
                    <a:cs typeface="Arial"/>
                    <a:sym typeface="Arial"/>
                  </a:endParaRPr>
                </a:p>
              </p:txBody>
            </p:sp>
            <p:sp>
              <p:nvSpPr>
                <p:cNvPr id="353" name="Google Shape;353;p16"/>
                <p:cNvSpPr/>
                <p:nvPr/>
              </p:nvSpPr>
              <p:spPr>
                <a:xfrm>
                  <a:off x="5508625" y="4413250"/>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1200</a:t>
                  </a:r>
                  <a:endParaRPr b="0" i="0" sz="1000" u="none" cap="none" strike="noStrike">
                    <a:solidFill>
                      <a:schemeClr val="dk1"/>
                    </a:solidFill>
                    <a:latin typeface="Arial"/>
                    <a:ea typeface="Arial"/>
                    <a:cs typeface="Arial"/>
                    <a:sym typeface="Arial"/>
                  </a:endParaRPr>
                </a:p>
              </p:txBody>
            </p:sp>
            <p:sp>
              <p:nvSpPr>
                <p:cNvPr id="354" name="Google Shape;354;p16"/>
                <p:cNvSpPr/>
                <p:nvPr/>
              </p:nvSpPr>
              <p:spPr>
                <a:xfrm>
                  <a:off x="2427288" y="1790700"/>
                  <a:ext cx="2053447" cy="24622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Histone H3.2  200 nM</a:t>
                  </a:r>
                  <a:endParaRPr b="0" i="0" sz="1600" u="none" cap="none" strike="noStrike">
                    <a:solidFill>
                      <a:schemeClr val="dk1"/>
                    </a:solidFill>
                    <a:latin typeface="Arial"/>
                    <a:ea typeface="Arial"/>
                    <a:cs typeface="Arial"/>
                    <a:sym typeface="Arial"/>
                  </a:endParaRPr>
                </a:p>
              </p:txBody>
            </p:sp>
            <p:sp>
              <p:nvSpPr>
                <p:cNvPr id="355" name="Google Shape;355;p16"/>
                <p:cNvSpPr/>
                <p:nvPr/>
              </p:nvSpPr>
              <p:spPr>
                <a:xfrm rot="-5400000">
                  <a:off x="-190940" y="3056816"/>
                  <a:ext cx="918521"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Response (RU)</a:t>
                  </a:r>
                  <a:endParaRPr b="0" i="0" sz="1000" u="none" cap="none" strike="noStrike">
                    <a:solidFill>
                      <a:schemeClr val="dk1"/>
                    </a:solidFill>
                    <a:latin typeface="Arial"/>
                    <a:ea typeface="Arial"/>
                    <a:cs typeface="Arial"/>
                    <a:sym typeface="Arial"/>
                  </a:endParaRPr>
                </a:p>
              </p:txBody>
            </p:sp>
            <p:sp>
              <p:nvSpPr>
                <p:cNvPr id="356" name="Google Shape;356;p16"/>
                <p:cNvSpPr/>
                <p:nvPr/>
              </p:nvSpPr>
              <p:spPr>
                <a:xfrm>
                  <a:off x="2858523" y="4562448"/>
                  <a:ext cx="49051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Time (s)</a:t>
                  </a:r>
                  <a:endParaRPr b="0" i="0" sz="1000" u="none" cap="none" strike="noStrike">
                    <a:solidFill>
                      <a:schemeClr val="dk1"/>
                    </a:solidFill>
                    <a:latin typeface="Arial"/>
                    <a:ea typeface="Arial"/>
                    <a:cs typeface="Arial"/>
                    <a:sym typeface="Arial"/>
                  </a:endParaRPr>
                </a:p>
              </p:txBody>
            </p:sp>
            <p:sp>
              <p:nvSpPr>
                <p:cNvPr id="357" name="Google Shape;357;p16"/>
                <p:cNvSpPr/>
                <p:nvPr/>
              </p:nvSpPr>
              <p:spPr>
                <a:xfrm flipH="1" rot="10800000">
                  <a:off x="1201738" y="3098800"/>
                  <a:ext cx="3192463" cy="1057275"/>
                </a:xfrm>
                <a:custGeom>
                  <a:rect b="b" l="l" r="r" t="t"/>
                  <a:pathLst>
                    <a:path extrusionOk="0" h="715" w="2161">
                      <a:moveTo>
                        <a:pt x="0" y="0"/>
                      </a:moveTo>
                      <a:lnTo>
                        <a:pt x="1" y="0"/>
                      </a:lnTo>
                      <a:lnTo>
                        <a:pt x="3" y="0"/>
                      </a:lnTo>
                      <a:lnTo>
                        <a:pt x="4" y="0"/>
                      </a:lnTo>
                      <a:lnTo>
                        <a:pt x="6" y="0"/>
                      </a:lnTo>
                      <a:lnTo>
                        <a:pt x="7" y="0"/>
                      </a:lnTo>
                      <a:lnTo>
                        <a:pt x="8" y="0"/>
                      </a:lnTo>
                      <a:lnTo>
                        <a:pt x="10" y="0"/>
                      </a:lnTo>
                      <a:lnTo>
                        <a:pt x="11" y="0"/>
                      </a:lnTo>
                      <a:lnTo>
                        <a:pt x="13" y="0"/>
                      </a:lnTo>
                      <a:lnTo>
                        <a:pt x="14" y="0"/>
                      </a:lnTo>
                      <a:lnTo>
                        <a:pt x="15" y="0"/>
                      </a:lnTo>
                      <a:lnTo>
                        <a:pt x="17" y="0"/>
                      </a:lnTo>
                      <a:lnTo>
                        <a:pt x="18" y="0"/>
                      </a:lnTo>
                      <a:lnTo>
                        <a:pt x="20" y="0"/>
                      </a:lnTo>
                      <a:lnTo>
                        <a:pt x="21" y="0"/>
                      </a:lnTo>
                      <a:lnTo>
                        <a:pt x="22" y="0"/>
                      </a:lnTo>
                      <a:lnTo>
                        <a:pt x="24" y="1"/>
                      </a:lnTo>
                      <a:lnTo>
                        <a:pt x="25" y="1"/>
                      </a:lnTo>
                      <a:lnTo>
                        <a:pt x="27" y="1"/>
                      </a:lnTo>
                      <a:lnTo>
                        <a:pt x="28" y="0"/>
                      </a:lnTo>
                      <a:lnTo>
                        <a:pt x="30" y="0"/>
                      </a:lnTo>
                      <a:lnTo>
                        <a:pt x="31" y="0"/>
                      </a:lnTo>
                      <a:lnTo>
                        <a:pt x="32" y="1"/>
                      </a:lnTo>
                      <a:lnTo>
                        <a:pt x="34" y="1"/>
                      </a:lnTo>
                      <a:lnTo>
                        <a:pt x="35" y="1"/>
                      </a:lnTo>
                      <a:lnTo>
                        <a:pt x="37" y="1"/>
                      </a:lnTo>
                      <a:lnTo>
                        <a:pt x="38" y="1"/>
                      </a:lnTo>
                      <a:lnTo>
                        <a:pt x="39" y="1"/>
                      </a:lnTo>
                      <a:lnTo>
                        <a:pt x="41" y="1"/>
                      </a:lnTo>
                      <a:lnTo>
                        <a:pt x="42" y="1"/>
                      </a:lnTo>
                      <a:lnTo>
                        <a:pt x="44" y="1"/>
                      </a:lnTo>
                      <a:lnTo>
                        <a:pt x="45" y="1"/>
                      </a:lnTo>
                      <a:lnTo>
                        <a:pt x="46" y="1"/>
                      </a:lnTo>
                      <a:lnTo>
                        <a:pt x="48" y="1"/>
                      </a:lnTo>
                      <a:lnTo>
                        <a:pt x="49" y="1"/>
                      </a:lnTo>
                      <a:lnTo>
                        <a:pt x="51" y="1"/>
                      </a:lnTo>
                      <a:lnTo>
                        <a:pt x="52" y="1"/>
                      </a:lnTo>
                      <a:lnTo>
                        <a:pt x="53" y="1"/>
                      </a:lnTo>
                      <a:lnTo>
                        <a:pt x="55" y="1"/>
                      </a:lnTo>
                      <a:lnTo>
                        <a:pt x="56" y="1"/>
                      </a:lnTo>
                      <a:lnTo>
                        <a:pt x="58" y="1"/>
                      </a:lnTo>
                      <a:lnTo>
                        <a:pt x="59" y="1"/>
                      </a:lnTo>
                      <a:lnTo>
                        <a:pt x="60" y="1"/>
                      </a:lnTo>
                      <a:lnTo>
                        <a:pt x="62" y="1"/>
                      </a:lnTo>
                      <a:lnTo>
                        <a:pt x="63" y="1"/>
                      </a:lnTo>
                      <a:lnTo>
                        <a:pt x="65" y="1"/>
                      </a:lnTo>
                      <a:lnTo>
                        <a:pt x="66" y="1"/>
                      </a:lnTo>
                      <a:lnTo>
                        <a:pt x="67" y="1"/>
                      </a:lnTo>
                      <a:lnTo>
                        <a:pt x="69" y="1"/>
                      </a:lnTo>
                      <a:lnTo>
                        <a:pt x="70" y="1"/>
                      </a:lnTo>
                      <a:lnTo>
                        <a:pt x="72" y="1"/>
                      </a:lnTo>
                      <a:lnTo>
                        <a:pt x="73" y="1"/>
                      </a:lnTo>
                      <a:lnTo>
                        <a:pt x="74" y="1"/>
                      </a:lnTo>
                      <a:lnTo>
                        <a:pt x="76" y="1"/>
                      </a:lnTo>
                      <a:lnTo>
                        <a:pt x="77" y="1"/>
                      </a:lnTo>
                      <a:lnTo>
                        <a:pt x="79" y="1"/>
                      </a:lnTo>
                      <a:lnTo>
                        <a:pt x="80" y="1"/>
                      </a:lnTo>
                      <a:lnTo>
                        <a:pt x="81" y="1"/>
                      </a:lnTo>
                      <a:lnTo>
                        <a:pt x="83" y="1"/>
                      </a:lnTo>
                      <a:lnTo>
                        <a:pt x="84" y="1"/>
                      </a:lnTo>
                      <a:lnTo>
                        <a:pt x="86" y="1"/>
                      </a:lnTo>
                      <a:lnTo>
                        <a:pt x="87" y="1"/>
                      </a:lnTo>
                      <a:lnTo>
                        <a:pt x="88" y="1"/>
                      </a:lnTo>
                      <a:lnTo>
                        <a:pt x="90" y="1"/>
                      </a:lnTo>
                      <a:lnTo>
                        <a:pt x="91" y="1"/>
                      </a:lnTo>
                      <a:lnTo>
                        <a:pt x="93" y="1"/>
                      </a:lnTo>
                      <a:lnTo>
                        <a:pt x="94" y="1"/>
                      </a:lnTo>
                      <a:lnTo>
                        <a:pt x="96" y="1"/>
                      </a:lnTo>
                      <a:lnTo>
                        <a:pt x="97" y="1"/>
                      </a:lnTo>
                      <a:lnTo>
                        <a:pt x="98" y="1"/>
                      </a:lnTo>
                      <a:lnTo>
                        <a:pt x="100" y="1"/>
                      </a:lnTo>
                      <a:lnTo>
                        <a:pt x="101" y="1"/>
                      </a:lnTo>
                      <a:lnTo>
                        <a:pt x="103" y="1"/>
                      </a:lnTo>
                      <a:lnTo>
                        <a:pt x="104" y="1"/>
                      </a:lnTo>
                      <a:lnTo>
                        <a:pt x="105" y="1"/>
                      </a:lnTo>
                      <a:lnTo>
                        <a:pt x="107" y="1"/>
                      </a:lnTo>
                      <a:lnTo>
                        <a:pt x="108" y="1"/>
                      </a:lnTo>
                      <a:lnTo>
                        <a:pt x="110" y="1"/>
                      </a:lnTo>
                      <a:lnTo>
                        <a:pt x="111" y="1"/>
                      </a:lnTo>
                      <a:lnTo>
                        <a:pt x="112" y="1"/>
                      </a:lnTo>
                      <a:lnTo>
                        <a:pt x="114" y="1"/>
                      </a:lnTo>
                      <a:lnTo>
                        <a:pt x="115" y="1"/>
                      </a:lnTo>
                      <a:lnTo>
                        <a:pt x="117" y="1"/>
                      </a:lnTo>
                      <a:lnTo>
                        <a:pt x="118" y="1"/>
                      </a:lnTo>
                      <a:lnTo>
                        <a:pt x="119" y="1"/>
                      </a:lnTo>
                      <a:lnTo>
                        <a:pt x="121" y="1"/>
                      </a:lnTo>
                      <a:lnTo>
                        <a:pt x="122" y="1"/>
                      </a:lnTo>
                      <a:lnTo>
                        <a:pt x="124" y="1"/>
                      </a:lnTo>
                      <a:lnTo>
                        <a:pt x="125" y="1"/>
                      </a:lnTo>
                      <a:lnTo>
                        <a:pt x="126" y="1"/>
                      </a:lnTo>
                      <a:lnTo>
                        <a:pt x="128" y="1"/>
                      </a:lnTo>
                      <a:lnTo>
                        <a:pt x="129" y="1"/>
                      </a:lnTo>
                      <a:lnTo>
                        <a:pt x="131" y="1"/>
                      </a:lnTo>
                      <a:lnTo>
                        <a:pt x="132" y="1"/>
                      </a:lnTo>
                      <a:lnTo>
                        <a:pt x="133" y="1"/>
                      </a:lnTo>
                      <a:lnTo>
                        <a:pt x="135" y="1"/>
                      </a:lnTo>
                      <a:lnTo>
                        <a:pt x="136" y="1"/>
                      </a:lnTo>
                      <a:lnTo>
                        <a:pt x="138" y="1"/>
                      </a:lnTo>
                      <a:lnTo>
                        <a:pt x="139" y="1"/>
                      </a:lnTo>
                      <a:lnTo>
                        <a:pt x="140" y="1"/>
                      </a:lnTo>
                      <a:lnTo>
                        <a:pt x="142" y="1"/>
                      </a:lnTo>
                      <a:lnTo>
                        <a:pt x="143" y="1"/>
                      </a:lnTo>
                      <a:lnTo>
                        <a:pt x="145" y="1"/>
                      </a:lnTo>
                      <a:lnTo>
                        <a:pt x="146" y="1"/>
                      </a:lnTo>
                      <a:lnTo>
                        <a:pt x="147" y="1"/>
                      </a:lnTo>
                      <a:lnTo>
                        <a:pt x="149" y="1"/>
                      </a:lnTo>
                      <a:lnTo>
                        <a:pt x="150" y="1"/>
                      </a:lnTo>
                      <a:lnTo>
                        <a:pt x="152" y="1"/>
                      </a:lnTo>
                      <a:lnTo>
                        <a:pt x="153" y="1"/>
                      </a:lnTo>
                      <a:lnTo>
                        <a:pt x="154" y="1"/>
                      </a:lnTo>
                      <a:lnTo>
                        <a:pt x="156" y="1"/>
                      </a:lnTo>
                      <a:lnTo>
                        <a:pt x="157" y="2"/>
                      </a:lnTo>
                      <a:lnTo>
                        <a:pt x="159" y="1"/>
                      </a:lnTo>
                      <a:lnTo>
                        <a:pt x="160" y="1"/>
                      </a:lnTo>
                      <a:lnTo>
                        <a:pt x="162" y="2"/>
                      </a:lnTo>
                      <a:lnTo>
                        <a:pt x="163" y="57"/>
                      </a:lnTo>
                      <a:lnTo>
                        <a:pt x="164" y="71"/>
                      </a:lnTo>
                      <a:lnTo>
                        <a:pt x="166" y="76"/>
                      </a:lnTo>
                      <a:lnTo>
                        <a:pt x="167" y="79"/>
                      </a:lnTo>
                      <a:lnTo>
                        <a:pt x="169" y="82"/>
                      </a:lnTo>
                      <a:lnTo>
                        <a:pt x="170" y="85"/>
                      </a:lnTo>
                      <a:lnTo>
                        <a:pt x="171" y="88"/>
                      </a:lnTo>
                      <a:lnTo>
                        <a:pt x="173" y="91"/>
                      </a:lnTo>
                      <a:lnTo>
                        <a:pt x="174" y="94"/>
                      </a:lnTo>
                      <a:lnTo>
                        <a:pt x="176" y="97"/>
                      </a:lnTo>
                      <a:lnTo>
                        <a:pt x="177" y="100"/>
                      </a:lnTo>
                      <a:lnTo>
                        <a:pt x="178" y="103"/>
                      </a:lnTo>
                      <a:lnTo>
                        <a:pt x="180" y="106"/>
                      </a:lnTo>
                      <a:lnTo>
                        <a:pt x="181" y="109"/>
                      </a:lnTo>
                      <a:lnTo>
                        <a:pt x="183" y="112"/>
                      </a:lnTo>
                      <a:lnTo>
                        <a:pt x="184" y="115"/>
                      </a:lnTo>
                      <a:lnTo>
                        <a:pt x="185" y="118"/>
                      </a:lnTo>
                      <a:lnTo>
                        <a:pt x="187" y="121"/>
                      </a:lnTo>
                      <a:lnTo>
                        <a:pt x="188" y="124"/>
                      </a:lnTo>
                      <a:lnTo>
                        <a:pt x="190" y="127"/>
                      </a:lnTo>
                      <a:lnTo>
                        <a:pt x="191" y="130"/>
                      </a:lnTo>
                      <a:lnTo>
                        <a:pt x="192" y="134"/>
                      </a:lnTo>
                      <a:lnTo>
                        <a:pt x="194" y="137"/>
                      </a:lnTo>
                      <a:lnTo>
                        <a:pt x="195" y="140"/>
                      </a:lnTo>
                      <a:lnTo>
                        <a:pt x="197" y="143"/>
                      </a:lnTo>
                      <a:lnTo>
                        <a:pt x="198" y="146"/>
                      </a:lnTo>
                      <a:lnTo>
                        <a:pt x="199" y="149"/>
                      </a:lnTo>
                      <a:lnTo>
                        <a:pt x="201" y="152"/>
                      </a:lnTo>
                      <a:lnTo>
                        <a:pt x="202" y="155"/>
                      </a:lnTo>
                      <a:lnTo>
                        <a:pt x="204" y="158"/>
                      </a:lnTo>
                      <a:lnTo>
                        <a:pt x="205" y="161"/>
                      </a:lnTo>
                      <a:lnTo>
                        <a:pt x="206" y="164"/>
                      </a:lnTo>
                      <a:lnTo>
                        <a:pt x="208" y="167"/>
                      </a:lnTo>
                      <a:lnTo>
                        <a:pt x="209" y="170"/>
                      </a:lnTo>
                      <a:lnTo>
                        <a:pt x="211" y="173"/>
                      </a:lnTo>
                      <a:lnTo>
                        <a:pt x="212" y="176"/>
                      </a:lnTo>
                      <a:lnTo>
                        <a:pt x="213" y="179"/>
                      </a:lnTo>
                      <a:lnTo>
                        <a:pt x="215" y="182"/>
                      </a:lnTo>
                      <a:lnTo>
                        <a:pt x="216" y="185"/>
                      </a:lnTo>
                      <a:lnTo>
                        <a:pt x="218" y="188"/>
                      </a:lnTo>
                      <a:lnTo>
                        <a:pt x="219" y="191"/>
                      </a:lnTo>
                      <a:lnTo>
                        <a:pt x="221" y="194"/>
                      </a:lnTo>
                      <a:lnTo>
                        <a:pt x="222" y="197"/>
                      </a:lnTo>
                      <a:lnTo>
                        <a:pt x="223" y="200"/>
                      </a:lnTo>
                      <a:lnTo>
                        <a:pt x="225" y="203"/>
                      </a:lnTo>
                      <a:lnTo>
                        <a:pt x="226" y="206"/>
                      </a:lnTo>
                      <a:lnTo>
                        <a:pt x="228" y="209"/>
                      </a:lnTo>
                      <a:lnTo>
                        <a:pt x="229" y="212"/>
                      </a:lnTo>
                      <a:lnTo>
                        <a:pt x="230" y="215"/>
                      </a:lnTo>
                      <a:lnTo>
                        <a:pt x="232" y="218"/>
                      </a:lnTo>
                      <a:lnTo>
                        <a:pt x="233" y="220"/>
                      </a:lnTo>
                      <a:lnTo>
                        <a:pt x="235" y="223"/>
                      </a:lnTo>
                      <a:lnTo>
                        <a:pt x="236" y="226"/>
                      </a:lnTo>
                      <a:lnTo>
                        <a:pt x="237" y="229"/>
                      </a:lnTo>
                      <a:lnTo>
                        <a:pt x="239" y="232"/>
                      </a:lnTo>
                      <a:lnTo>
                        <a:pt x="240" y="235"/>
                      </a:lnTo>
                      <a:lnTo>
                        <a:pt x="242" y="238"/>
                      </a:lnTo>
                      <a:lnTo>
                        <a:pt x="243" y="241"/>
                      </a:lnTo>
                      <a:lnTo>
                        <a:pt x="244" y="244"/>
                      </a:lnTo>
                      <a:lnTo>
                        <a:pt x="246" y="247"/>
                      </a:lnTo>
                      <a:lnTo>
                        <a:pt x="247" y="250"/>
                      </a:lnTo>
                      <a:lnTo>
                        <a:pt x="249" y="253"/>
                      </a:lnTo>
                      <a:lnTo>
                        <a:pt x="250" y="256"/>
                      </a:lnTo>
                      <a:lnTo>
                        <a:pt x="251" y="258"/>
                      </a:lnTo>
                      <a:lnTo>
                        <a:pt x="253" y="261"/>
                      </a:lnTo>
                      <a:lnTo>
                        <a:pt x="254" y="264"/>
                      </a:lnTo>
                      <a:lnTo>
                        <a:pt x="256" y="267"/>
                      </a:lnTo>
                      <a:lnTo>
                        <a:pt x="257" y="270"/>
                      </a:lnTo>
                      <a:lnTo>
                        <a:pt x="258" y="273"/>
                      </a:lnTo>
                      <a:lnTo>
                        <a:pt x="260" y="276"/>
                      </a:lnTo>
                      <a:lnTo>
                        <a:pt x="261" y="279"/>
                      </a:lnTo>
                      <a:lnTo>
                        <a:pt x="263" y="282"/>
                      </a:lnTo>
                      <a:lnTo>
                        <a:pt x="264" y="285"/>
                      </a:lnTo>
                      <a:lnTo>
                        <a:pt x="265" y="287"/>
                      </a:lnTo>
                      <a:lnTo>
                        <a:pt x="267" y="290"/>
                      </a:lnTo>
                      <a:lnTo>
                        <a:pt x="268" y="293"/>
                      </a:lnTo>
                      <a:lnTo>
                        <a:pt x="270" y="296"/>
                      </a:lnTo>
                      <a:lnTo>
                        <a:pt x="271" y="299"/>
                      </a:lnTo>
                      <a:lnTo>
                        <a:pt x="272" y="302"/>
                      </a:lnTo>
                      <a:lnTo>
                        <a:pt x="274" y="305"/>
                      </a:lnTo>
                      <a:lnTo>
                        <a:pt x="275" y="308"/>
                      </a:lnTo>
                      <a:lnTo>
                        <a:pt x="277" y="310"/>
                      </a:lnTo>
                      <a:lnTo>
                        <a:pt x="278" y="313"/>
                      </a:lnTo>
                      <a:lnTo>
                        <a:pt x="279" y="316"/>
                      </a:lnTo>
                      <a:lnTo>
                        <a:pt x="281" y="319"/>
                      </a:lnTo>
                      <a:lnTo>
                        <a:pt x="282" y="322"/>
                      </a:lnTo>
                      <a:lnTo>
                        <a:pt x="284" y="324"/>
                      </a:lnTo>
                      <a:lnTo>
                        <a:pt x="285" y="327"/>
                      </a:lnTo>
                      <a:lnTo>
                        <a:pt x="287" y="330"/>
                      </a:lnTo>
                      <a:lnTo>
                        <a:pt x="288" y="333"/>
                      </a:lnTo>
                      <a:lnTo>
                        <a:pt x="289" y="336"/>
                      </a:lnTo>
                      <a:lnTo>
                        <a:pt x="291" y="338"/>
                      </a:lnTo>
                      <a:lnTo>
                        <a:pt x="292" y="341"/>
                      </a:lnTo>
                      <a:lnTo>
                        <a:pt x="294" y="344"/>
                      </a:lnTo>
                      <a:lnTo>
                        <a:pt x="295" y="347"/>
                      </a:lnTo>
                      <a:lnTo>
                        <a:pt x="296" y="349"/>
                      </a:lnTo>
                      <a:lnTo>
                        <a:pt x="298" y="352"/>
                      </a:lnTo>
                      <a:lnTo>
                        <a:pt x="299" y="355"/>
                      </a:lnTo>
                      <a:lnTo>
                        <a:pt x="301" y="358"/>
                      </a:lnTo>
                      <a:lnTo>
                        <a:pt x="302" y="360"/>
                      </a:lnTo>
                      <a:lnTo>
                        <a:pt x="303" y="363"/>
                      </a:lnTo>
                      <a:lnTo>
                        <a:pt x="305" y="366"/>
                      </a:lnTo>
                      <a:lnTo>
                        <a:pt x="306" y="368"/>
                      </a:lnTo>
                      <a:lnTo>
                        <a:pt x="308" y="371"/>
                      </a:lnTo>
                      <a:lnTo>
                        <a:pt x="309" y="374"/>
                      </a:lnTo>
                      <a:lnTo>
                        <a:pt x="310" y="376"/>
                      </a:lnTo>
                      <a:lnTo>
                        <a:pt x="312" y="379"/>
                      </a:lnTo>
                      <a:lnTo>
                        <a:pt x="313" y="382"/>
                      </a:lnTo>
                      <a:lnTo>
                        <a:pt x="315" y="384"/>
                      </a:lnTo>
                      <a:lnTo>
                        <a:pt x="316" y="387"/>
                      </a:lnTo>
                      <a:lnTo>
                        <a:pt x="317" y="390"/>
                      </a:lnTo>
                      <a:lnTo>
                        <a:pt x="319" y="392"/>
                      </a:lnTo>
                      <a:lnTo>
                        <a:pt x="320" y="395"/>
                      </a:lnTo>
                      <a:lnTo>
                        <a:pt x="322" y="397"/>
                      </a:lnTo>
                      <a:lnTo>
                        <a:pt x="323" y="400"/>
                      </a:lnTo>
                      <a:lnTo>
                        <a:pt x="324" y="402"/>
                      </a:lnTo>
                      <a:lnTo>
                        <a:pt x="326" y="405"/>
                      </a:lnTo>
                      <a:lnTo>
                        <a:pt x="327" y="408"/>
                      </a:lnTo>
                      <a:lnTo>
                        <a:pt x="329" y="410"/>
                      </a:lnTo>
                      <a:lnTo>
                        <a:pt x="330" y="413"/>
                      </a:lnTo>
                      <a:lnTo>
                        <a:pt x="331" y="415"/>
                      </a:lnTo>
                      <a:lnTo>
                        <a:pt x="333" y="417"/>
                      </a:lnTo>
                      <a:lnTo>
                        <a:pt x="334" y="420"/>
                      </a:lnTo>
                      <a:lnTo>
                        <a:pt x="336" y="422"/>
                      </a:lnTo>
                      <a:lnTo>
                        <a:pt x="337" y="425"/>
                      </a:lnTo>
                      <a:lnTo>
                        <a:pt x="338" y="427"/>
                      </a:lnTo>
                      <a:lnTo>
                        <a:pt x="340" y="429"/>
                      </a:lnTo>
                      <a:lnTo>
                        <a:pt x="341" y="432"/>
                      </a:lnTo>
                      <a:lnTo>
                        <a:pt x="343" y="434"/>
                      </a:lnTo>
                      <a:lnTo>
                        <a:pt x="344" y="437"/>
                      </a:lnTo>
                      <a:lnTo>
                        <a:pt x="345" y="439"/>
                      </a:lnTo>
                      <a:lnTo>
                        <a:pt x="347" y="441"/>
                      </a:lnTo>
                      <a:lnTo>
                        <a:pt x="348" y="444"/>
                      </a:lnTo>
                      <a:lnTo>
                        <a:pt x="350" y="446"/>
                      </a:lnTo>
                      <a:lnTo>
                        <a:pt x="351" y="448"/>
                      </a:lnTo>
                      <a:lnTo>
                        <a:pt x="353" y="451"/>
                      </a:lnTo>
                      <a:lnTo>
                        <a:pt x="354" y="453"/>
                      </a:lnTo>
                      <a:lnTo>
                        <a:pt x="355" y="455"/>
                      </a:lnTo>
                      <a:lnTo>
                        <a:pt x="357" y="457"/>
                      </a:lnTo>
                      <a:lnTo>
                        <a:pt x="358" y="460"/>
                      </a:lnTo>
                      <a:lnTo>
                        <a:pt x="360" y="462"/>
                      </a:lnTo>
                      <a:lnTo>
                        <a:pt x="361" y="464"/>
                      </a:lnTo>
                      <a:lnTo>
                        <a:pt x="362" y="466"/>
                      </a:lnTo>
                      <a:lnTo>
                        <a:pt x="364" y="468"/>
                      </a:lnTo>
                      <a:lnTo>
                        <a:pt x="365" y="471"/>
                      </a:lnTo>
                      <a:lnTo>
                        <a:pt x="367" y="473"/>
                      </a:lnTo>
                      <a:lnTo>
                        <a:pt x="368" y="475"/>
                      </a:lnTo>
                      <a:lnTo>
                        <a:pt x="369" y="477"/>
                      </a:lnTo>
                      <a:lnTo>
                        <a:pt x="371" y="479"/>
                      </a:lnTo>
                      <a:lnTo>
                        <a:pt x="372" y="481"/>
                      </a:lnTo>
                      <a:lnTo>
                        <a:pt x="374" y="483"/>
                      </a:lnTo>
                      <a:lnTo>
                        <a:pt x="375" y="485"/>
                      </a:lnTo>
                      <a:lnTo>
                        <a:pt x="376" y="488"/>
                      </a:lnTo>
                      <a:lnTo>
                        <a:pt x="378" y="490"/>
                      </a:lnTo>
                      <a:lnTo>
                        <a:pt x="379" y="492"/>
                      </a:lnTo>
                      <a:lnTo>
                        <a:pt x="381" y="494"/>
                      </a:lnTo>
                      <a:lnTo>
                        <a:pt x="382" y="496"/>
                      </a:lnTo>
                      <a:lnTo>
                        <a:pt x="383" y="498"/>
                      </a:lnTo>
                      <a:lnTo>
                        <a:pt x="385" y="500"/>
                      </a:lnTo>
                      <a:lnTo>
                        <a:pt x="386" y="502"/>
                      </a:lnTo>
                      <a:lnTo>
                        <a:pt x="388" y="504"/>
                      </a:lnTo>
                      <a:lnTo>
                        <a:pt x="389" y="505"/>
                      </a:lnTo>
                      <a:lnTo>
                        <a:pt x="390" y="507"/>
                      </a:lnTo>
                      <a:lnTo>
                        <a:pt x="392" y="509"/>
                      </a:lnTo>
                      <a:lnTo>
                        <a:pt x="393" y="511"/>
                      </a:lnTo>
                      <a:lnTo>
                        <a:pt x="395" y="513"/>
                      </a:lnTo>
                      <a:lnTo>
                        <a:pt x="396" y="515"/>
                      </a:lnTo>
                      <a:lnTo>
                        <a:pt x="397" y="517"/>
                      </a:lnTo>
                      <a:lnTo>
                        <a:pt x="399" y="519"/>
                      </a:lnTo>
                      <a:lnTo>
                        <a:pt x="400" y="521"/>
                      </a:lnTo>
                      <a:lnTo>
                        <a:pt x="402" y="523"/>
                      </a:lnTo>
                      <a:lnTo>
                        <a:pt x="403" y="525"/>
                      </a:lnTo>
                      <a:lnTo>
                        <a:pt x="404" y="527"/>
                      </a:lnTo>
                      <a:lnTo>
                        <a:pt x="406" y="528"/>
                      </a:lnTo>
                      <a:lnTo>
                        <a:pt x="407" y="530"/>
                      </a:lnTo>
                      <a:lnTo>
                        <a:pt x="409" y="532"/>
                      </a:lnTo>
                      <a:lnTo>
                        <a:pt x="410" y="534"/>
                      </a:lnTo>
                      <a:lnTo>
                        <a:pt x="412" y="536"/>
                      </a:lnTo>
                      <a:lnTo>
                        <a:pt x="413" y="538"/>
                      </a:lnTo>
                      <a:lnTo>
                        <a:pt x="414" y="539"/>
                      </a:lnTo>
                      <a:lnTo>
                        <a:pt x="416" y="541"/>
                      </a:lnTo>
                      <a:lnTo>
                        <a:pt x="417" y="543"/>
                      </a:lnTo>
                      <a:lnTo>
                        <a:pt x="419" y="545"/>
                      </a:lnTo>
                      <a:lnTo>
                        <a:pt x="420" y="546"/>
                      </a:lnTo>
                      <a:lnTo>
                        <a:pt x="421" y="548"/>
                      </a:lnTo>
                      <a:lnTo>
                        <a:pt x="423" y="550"/>
                      </a:lnTo>
                      <a:lnTo>
                        <a:pt x="424" y="552"/>
                      </a:lnTo>
                      <a:lnTo>
                        <a:pt x="426" y="553"/>
                      </a:lnTo>
                      <a:lnTo>
                        <a:pt x="427" y="555"/>
                      </a:lnTo>
                      <a:lnTo>
                        <a:pt x="428" y="557"/>
                      </a:lnTo>
                      <a:lnTo>
                        <a:pt x="430" y="559"/>
                      </a:lnTo>
                      <a:lnTo>
                        <a:pt x="431" y="560"/>
                      </a:lnTo>
                      <a:lnTo>
                        <a:pt x="433" y="562"/>
                      </a:lnTo>
                      <a:lnTo>
                        <a:pt x="434" y="564"/>
                      </a:lnTo>
                      <a:lnTo>
                        <a:pt x="435" y="565"/>
                      </a:lnTo>
                      <a:lnTo>
                        <a:pt x="437" y="567"/>
                      </a:lnTo>
                      <a:lnTo>
                        <a:pt x="438" y="569"/>
                      </a:lnTo>
                      <a:lnTo>
                        <a:pt x="440" y="570"/>
                      </a:lnTo>
                      <a:lnTo>
                        <a:pt x="441" y="572"/>
                      </a:lnTo>
                      <a:lnTo>
                        <a:pt x="442" y="574"/>
                      </a:lnTo>
                      <a:lnTo>
                        <a:pt x="444" y="575"/>
                      </a:lnTo>
                      <a:lnTo>
                        <a:pt x="445" y="577"/>
                      </a:lnTo>
                      <a:lnTo>
                        <a:pt x="447" y="579"/>
                      </a:lnTo>
                      <a:lnTo>
                        <a:pt x="448" y="580"/>
                      </a:lnTo>
                      <a:lnTo>
                        <a:pt x="449" y="582"/>
                      </a:lnTo>
                      <a:lnTo>
                        <a:pt x="451" y="583"/>
                      </a:lnTo>
                      <a:lnTo>
                        <a:pt x="452" y="585"/>
                      </a:lnTo>
                      <a:lnTo>
                        <a:pt x="454" y="587"/>
                      </a:lnTo>
                      <a:lnTo>
                        <a:pt x="455" y="588"/>
                      </a:lnTo>
                      <a:lnTo>
                        <a:pt x="456" y="590"/>
                      </a:lnTo>
                      <a:lnTo>
                        <a:pt x="458" y="592"/>
                      </a:lnTo>
                      <a:lnTo>
                        <a:pt x="459" y="593"/>
                      </a:lnTo>
                      <a:lnTo>
                        <a:pt x="461" y="595"/>
                      </a:lnTo>
                      <a:lnTo>
                        <a:pt x="462" y="596"/>
                      </a:lnTo>
                      <a:lnTo>
                        <a:pt x="463" y="598"/>
                      </a:lnTo>
                      <a:lnTo>
                        <a:pt x="465" y="600"/>
                      </a:lnTo>
                      <a:lnTo>
                        <a:pt x="466" y="601"/>
                      </a:lnTo>
                      <a:lnTo>
                        <a:pt x="468" y="603"/>
                      </a:lnTo>
                      <a:lnTo>
                        <a:pt x="469" y="604"/>
                      </a:lnTo>
                      <a:lnTo>
                        <a:pt x="470" y="606"/>
                      </a:lnTo>
                      <a:lnTo>
                        <a:pt x="472" y="608"/>
                      </a:lnTo>
                      <a:lnTo>
                        <a:pt x="473" y="609"/>
                      </a:lnTo>
                      <a:lnTo>
                        <a:pt x="475" y="611"/>
                      </a:lnTo>
                      <a:lnTo>
                        <a:pt x="476" y="612"/>
                      </a:lnTo>
                      <a:lnTo>
                        <a:pt x="478" y="614"/>
                      </a:lnTo>
                      <a:lnTo>
                        <a:pt x="479" y="615"/>
                      </a:lnTo>
                      <a:lnTo>
                        <a:pt x="480" y="617"/>
                      </a:lnTo>
                      <a:lnTo>
                        <a:pt x="482" y="618"/>
                      </a:lnTo>
                      <a:lnTo>
                        <a:pt x="483" y="620"/>
                      </a:lnTo>
                      <a:lnTo>
                        <a:pt x="485" y="621"/>
                      </a:lnTo>
                      <a:lnTo>
                        <a:pt x="486" y="623"/>
                      </a:lnTo>
                      <a:lnTo>
                        <a:pt x="487" y="624"/>
                      </a:lnTo>
                      <a:lnTo>
                        <a:pt x="489" y="626"/>
                      </a:lnTo>
                      <a:lnTo>
                        <a:pt x="490" y="627"/>
                      </a:lnTo>
                      <a:lnTo>
                        <a:pt x="492" y="629"/>
                      </a:lnTo>
                      <a:lnTo>
                        <a:pt x="493" y="630"/>
                      </a:lnTo>
                      <a:lnTo>
                        <a:pt x="494" y="632"/>
                      </a:lnTo>
                      <a:lnTo>
                        <a:pt x="496" y="633"/>
                      </a:lnTo>
                      <a:lnTo>
                        <a:pt x="497" y="635"/>
                      </a:lnTo>
                      <a:lnTo>
                        <a:pt x="499" y="636"/>
                      </a:lnTo>
                      <a:lnTo>
                        <a:pt x="500" y="638"/>
                      </a:lnTo>
                      <a:lnTo>
                        <a:pt x="501" y="639"/>
                      </a:lnTo>
                      <a:lnTo>
                        <a:pt x="503" y="641"/>
                      </a:lnTo>
                      <a:lnTo>
                        <a:pt x="504" y="642"/>
                      </a:lnTo>
                      <a:lnTo>
                        <a:pt x="506" y="643"/>
                      </a:lnTo>
                      <a:lnTo>
                        <a:pt x="507" y="645"/>
                      </a:lnTo>
                      <a:lnTo>
                        <a:pt x="508" y="646"/>
                      </a:lnTo>
                      <a:lnTo>
                        <a:pt x="510" y="648"/>
                      </a:lnTo>
                      <a:lnTo>
                        <a:pt x="511" y="649"/>
                      </a:lnTo>
                      <a:lnTo>
                        <a:pt x="513" y="651"/>
                      </a:lnTo>
                      <a:lnTo>
                        <a:pt x="514" y="652"/>
                      </a:lnTo>
                      <a:lnTo>
                        <a:pt x="515" y="653"/>
                      </a:lnTo>
                      <a:lnTo>
                        <a:pt x="517" y="655"/>
                      </a:lnTo>
                      <a:lnTo>
                        <a:pt x="518" y="656"/>
                      </a:lnTo>
                      <a:lnTo>
                        <a:pt x="520" y="658"/>
                      </a:lnTo>
                      <a:lnTo>
                        <a:pt x="521" y="659"/>
                      </a:lnTo>
                      <a:lnTo>
                        <a:pt x="522" y="660"/>
                      </a:lnTo>
                      <a:lnTo>
                        <a:pt x="524" y="662"/>
                      </a:lnTo>
                      <a:lnTo>
                        <a:pt x="525" y="663"/>
                      </a:lnTo>
                      <a:lnTo>
                        <a:pt x="527" y="664"/>
                      </a:lnTo>
                      <a:lnTo>
                        <a:pt x="528" y="666"/>
                      </a:lnTo>
                      <a:lnTo>
                        <a:pt x="529" y="667"/>
                      </a:lnTo>
                      <a:lnTo>
                        <a:pt x="531" y="669"/>
                      </a:lnTo>
                      <a:lnTo>
                        <a:pt x="532" y="670"/>
                      </a:lnTo>
                      <a:lnTo>
                        <a:pt x="534" y="671"/>
                      </a:lnTo>
                      <a:lnTo>
                        <a:pt x="535" y="673"/>
                      </a:lnTo>
                      <a:lnTo>
                        <a:pt x="537" y="674"/>
                      </a:lnTo>
                      <a:lnTo>
                        <a:pt x="538" y="675"/>
                      </a:lnTo>
                      <a:lnTo>
                        <a:pt x="539" y="677"/>
                      </a:lnTo>
                      <a:lnTo>
                        <a:pt x="541" y="678"/>
                      </a:lnTo>
                      <a:lnTo>
                        <a:pt x="542" y="679"/>
                      </a:lnTo>
                      <a:lnTo>
                        <a:pt x="544" y="681"/>
                      </a:lnTo>
                      <a:lnTo>
                        <a:pt x="545" y="682"/>
                      </a:lnTo>
                      <a:lnTo>
                        <a:pt x="546" y="683"/>
                      </a:lnTo>
                      <a:lnTo>
                        <a:pt x="548" y="685"/>
                      </a:lnTo>
                      <a:lnTo>
                        <a:pt x="549" y="686"/>
                      </a:lnTo>
                      <a:lnTo>
                        <a:pt x="551" y="687"/>
                      </a:lnTo>
                      <a:lnTo>
                        <a:pt x="552" y="689"/>
                      </a:lnTo>
                      <a:lnTo>
                        <a:pt x="553" y="690"/>
                      </a:lnTo>
                      <a:lnTo>
                        <a:pt x="555" y="691"/>
                      </a:lnTo>
                      <a:lnTo>
                        <a:pt x="556" y="693"/>
                      </a:lnTo>
                      <a:lnTo>
                        <a:pt x="558" y="694"/>
                      </a:lnTo>
                      <a:lnTo>
                        <a:pt x="559" y="695"/>
                      </a:lnTo>
                      <a:lnTo>
                        <a:pt x="560" y="696"/>
                      </a:lnTo>
                      <a:lnTo>
                        <a:pt x="562" y="698"/>
                      </a:lnTo>
                      <a:lnTo>
                        <a:pt x="563" y="699"/>
                      </a:lnTo>
                      <a:lnTo>
                        <a:pt x="565" y="700"/>
                      </a:lnTo>
                      <a:lnTo>
                        <a:pt x="566" y="702"/>
                      </a:lnTo>
                      <a:lnTo>
                        <a:pt x="567" y="703"/>
                      </a:lnTo>
                      <a:lnTo>
                        <a:pt x="569" y="704"/>
                      </a:lnTo>
                      <a:lnTo>
                        <a:pt x="570" y="705"/>
                      </a:lnTo>
                      <a:lnTo>
                        <a:pt x="572" y="707"/>
                      </a:lnTo>
                      <a:lnTo>
                        <a:pt x="573" y="708"/>
                      </a:lnTo>
                      <a:lnTo>
                        <a:pt x="574" y="709"/>
                      </a:lnTo>
                      <a:lnTo>
                        <a:pt x="576" y="710"/>
                      </a:lnTo>
                      <a:lnTo>
                        <a:pt x="577" y="712"/>
                      </a:lnTo>
                      <a:lnTo>
                        <a:pt x="579" y="713"/>
                      </a:lnTo>
                      <a:lnTo>
                        <a:pt x="580" y="714"/>
                      </a:lnTo>
                      <a:lnTo>
                        <a:pt x="581" y="715"/>
                      </a:lnTo>
                      <a:lnTo>
                        <a:pt x="583" y="673"/>
                      </a:lnTo>
                      <a:lnTo>
                        <a:pt x="584" y="650"/>
                      </a:lnTo>
                      <a:lnTo>
                        <a:pt x="586" y="649"/>
                      </a:lnTo>
                      <a:lnTo>
                        <a:pt x="587" y="649"/>
                      </a:lnTo>
                      <a:lnTo>
                        <a:pt x="588" y="649"/>
                      </a:lnTo>
                      <a:lnTo>
                        <a:pt x="590" y="649"/>
                      </a:lnTo>
                      <a:lnTo>
                        <a:pt x="591" y="648"/>
                      </a:lnTo>
                      <a:lnTo>
                        <a:pt x="593" y="648"/>
                      </a:lnTo>
                      <a:lnTo>
                        <a:pt x="594" y="648"/>
                      </a:lnTo>
                      <a:lnTo>
                        <a:pt x="595" y="648"/>
                      </a:lnTo>
                      <a:lnTo>
                        <a:pt x="597" y="648"/>
                      </a:lnTo>
                      <a:lnTo>
                        <a:pt x="598" y="648"/>
                      </a:lnTo>
                      <a:lnTo>
                        <a:pt x="600" y="648"/>
                      </a:lnTo>
                      <a:lnTo>
                        <a:pt x="601" y="647"/>
                      </a:lnTo>
                      <a:lnTo>
                        <a:pt x="603" y="647"/>
                      </a:lnTo>
                      <a:lnTo>
                        <a:pt x="604" y="647"/>
                      </a:lnTo>
                      <a:lnTo>
                        <a:pt x="605" y="647"/>
                      </a:lnTo>
                      <a:lnTo>
                        <a:pt x="607" y="647"/>
                      </a:lnTo>
                      <a:lnTo>
                        <a:pt x="608" y="647"/>
                      </a:lnTo>
                      <a:lnTo>
                        <a:pt x="610" y="647"/>
                      </a:lnTo>
                      <a:lnTo>
                        <a:pt x="611" y="647"/>
                      </a:lnTo>
                      <a:lnTo>
                        <a:pt x="612" y="646"/>
                      </a:lnTo>
                      <a:lnTo>
                        <a:pt x="614" y="646"/>
                      </a:lnTo>
                      <a:lnTo>
                        <a:pt x="615" y="646"/>
                      </a:lnTo>
                      <a:lnTo>
                        <a:pt x="617" y="646"/>
                      </a:lnTo>
                      <a:lnTo>
                        <a:pt x="618" y="646"/>
                      </a:lnTo>
                      <a:lnTo>
                        <a:pt x="619" y="646"/>
                      </a:lnTo>
                      <a:lnTo>
                        <a:pt x="621" y="646"/>
                      </a:lnTo>
                      <a:lnTo>
                        <a:pt x="622" y="646"/>
                      </a:lnTo>
                      <a:lnTo>
                        <a:pt x="624" y="646"/>
                      </a:lnTo>
                      <a:lnTo>
                        <a:pt x="625" y="646"/>
                      </a:lnTo>
                      <a:lnTo>
                        <a:pt x="626" y="646"/>
                      </a:lnTo>
                      <a:lnTo>
                        <a:pt x="628" y="645"/>
                      </a:lnTo>
                      <a:lnTo>
                        <a:pt x="629" y="645"/>
                      </a:lnTo>
                      <a:lnTo>
                        <a:pt x="631" y="645"/>
                      </a:lnTo>
                      <a:lnTo>
                        <a:pt x="632" y="645"/>
                      </a:lnTo>
                      <a:lnTo>
                        <a:pt x="633" y="645"/>
                      </a:lnTo>
                      <a:lnTo>
                        <a:pt x="635" y="645"/>
                      </a:lnTo>
                      <a:lnTo>
                        <a:pt x="636" y="645"/>
                      </a:lnTo>
                      <a:lnTo>
                        <a:pt x="638" y="645"/>
                      </a:lnTo>
                      <a:lnTo>
                        <a:pt x="639" y="645"/>
                      </a:lnTo>
                      <a:lnTo>
                        <a:pt x="640" y="645"/>
                      </a:lnTo>
                      <a:lnTo>
                        <a:pt x="642" y="645"/>
                      </a:lnTo>
                      <a:lnTo>
                        <a:pt x="643" y="645"/>
                      </a:lnTo>
                      <a:lnTo>
                        <a:pt x="645" y="645"/>
                      </a:lnTo>
                      <a:lnTo>
                        <a:pt x="646" y="645"/>
                      </a:lnTo>
                      <a:lnTo>
                        <a:pt x="647" y="645"/>
                      </a:lnTo>
                      <a:lnTo>
                        <a:pt x="649" y="644"/>
                      </a:lnTo>
                      <a:lnTo>
                        <a:pt x="650" y="644"/>
                      </a:lnTo>
                      <a:lnTo>
                        <a:pt x="652" y="644"/>
                      </a:lnTo>
                      <a:lnTo>
                        <a:pt x="653" y="644"/>
                      </a:lnTo>
                      <a:lnTo>
                        <a:pt x="654" y="644"/>
                      </a:lnTo>
                      <a:lnTo>
                        <a:pt x="656" y="644"/>
                      </a:lnTo>
                      <a:lnTo>
                        <a:pt x="657" y="644"/>
                      </a:lnTo>
                      <a:lnTo>
                        <a:pt x="659" y="644"/>
                      </a:lnTo>
                      <a:lnTo>
                        <a:pt x="660" y="644"/>
                      </a:lnTo>
                      <a:lnTo>
                        <a:pt x="661" y="644"/>
                      </a:lnTo>
                      <a:lnTo>
                        <a:pt x="663" y="644"/>
                      </a:lnTo>
                      <a:lnTo>
                        <a:pt x="664" y="644"/>
                      </a:lnTo>
                      <a:lnTo>
                        <a:pt x="666" y="644"/>
                      </a:lnTo>
                      <a:lnTo>
                        <a:pt x="667" y="644"/>
                      </a:lnTo>
                      <a:lnTo>
                        <a:pt x="669" y="644"/>
                      </a:lnTo>
                      <a:lnTo>
                        <a:pt x="670" y="644"/>
                      </a:lnTo>
                      <a:lnTo>
                        <a:pt x="671" y="644"/>
                      </a:lnTo>
                      <a:lnTo>
                        <a:pt x="673" y="644"/>
                      </a:lnTo>
                      <a:lnTo>
                        <a:pt x="674" y="644"/>
                      </a:lnTo>
                      <a:lnTo>
                        <a:pt x="676" y="644"/>
                      </a:lnTo>
                      <a:lnTo>
                        <a:pt x="677" y="644"/>
                      </a:lnTo>
                      <a:lnTo>
                        <a:pt x="678" y="644"/>
                      </a:lnTo>
                      <a:lnTo>
                        <a:pt x="680" y="644"/>
                      </a:lnTo>
                      <a:lnTo>
                        <a:pt x="681" y="644"/>
                      </a:lnTo>
                      <a:lnTo>
                        <a:pt x="683" y="644"/>
                      </a:lnTo>
                      <a:lnTo>
                        <a:pt x="684" y="644"/>
                      </a:lnTo>
                      <a:lnTo>
                        <a:pt x="685" y="643"/>
                      </a:lnTo>
                      <a:lnTo>
                        <a:pt x="687" y="643"/>
                      </a:lnTo>
                      <a:lnTo>
                        <a:pt x="688" y="643"/>
                      </a:lnTo>
                      <a:lnTo>
                        <a:pt x="690" y="643"/>
                      </a:lnTo>
                      <a:lnTo>
                        <a:pt x="691" y="643"/>
                      </a:lnTo>
                      <a:lnTo>
                        <a:pt x="692" y="643"/>
                      </a:lnTo>
                      <a:lnTo>
                        <a:pt x="694" y="643"/>
                      </a:lnTo>
                      <a:lnTo>
                        <a:pt x="695" y="643"/>
                      </a:lnTo>
                      <a:lnTo>
                        <a:pt x="697" y="643"/>
                      </a:lnTo>
                      <a:lnTo>
                        <a:pt x="698" y="643"/>
                      </a:lnTo>
                      <a:lnTo>
                        <a:pt x="699" y="643"/>
                      </a:lnTo>
                      <a:lnTo>
                        <a:pt x="701" y="643"/>
                      </a:lnTo>
                      <a:lnTo>
                        <a:pt x="702" y="643"/>
                      </a:lnTo>
                      <a:lnTo>
                        <a:pt x="704" y="643"/>
                      </a:lnTo>
                      <a:lnTo>
                        <a:pt x="705" y="643"/>
                      </a:lnTo>
                      <a:lnTo>
                        <a:pt x="706" y="643"/>
                      </a:lnTo>
                      <a:lnTo>
                        <a:pt x="708" y="643"/>
                      </a:lnTo>
                      <a:lnTo>
                        <a:pt x="709" y="643"/>
                      </a:lnTo>
                      <a:lnTo>
                        <a:pt x="711" y="643"/>
                      </a:lnTo>
                      <a:lnTo>
                        <a:pt x="712" y="643"/>
                      </a:lnTo>
                      <a:lnTo>
                        <a:pt x="713" y="643"/>
                      </a:lnTo>
                      <a:lnTo>
                        <a:pt x="715" y="643"/>
                      </a:lnTo>
                      <a:lnTo>
                        <a:pt x="716" y="643"/>
                      </a:lnTo>
                      <a:lnTo>
                        <a:pt x="718" y="643"/>
                      </a:lnTo>
                      <a:lnTo>
                        <a:pt x="719" y="643"/>
                      </a:lnTo>
                      <a:lnTo>
                        <a:pt x="720" y="643"/>
                      </a:lnTo>
                      <a:lnTo>
                        <a:pt x="722" y="643"/>
                      </a:lnTo>
                      <a:lnTo>
                        <a:pt x="723" y="643"/>
                      </a:lnTo>
                      <a:lnTo>
                        <a:pt x="725" y="643"/>
                      </a:lnTo>
                      <a:lnTo>
                        <a:pt x="726" y="643"/>
                      </a:lnTo>
                      <a:lnTo>
                        <a:pt x="728" y="643"/>
                      </a:lnTo>
                      <a:lnTo>
                        <a:pt x="729" y="643"/>
                      </a:lnTo>
                      <a:lnTo>
                        <a:pt x="730" y="643"/>
                      </a:lnTo>
                      <a:lnTo>
                        <a:pt x="732" y="643"/>
                      </a:lnTo>
                      <a:lnTo>
                        <a:pt x="733" y="643"/>
                      </a:lnTo>
                      <a:lnTo>
                        <a:pt x="735" y="643"/>
                      </a:lnTo>
                      <a:lnTo>
                        <a:pt x="736" y="643"/>
                      </a:lnTo>
                      <a:lnTo>
                        <a:pt x="737" y="643"/>
                      </a:lnTo>
                      <a:lnTo>
                        <a:pt x="739" y="643"/>
                      </a:lnTo>
                      <a:lnTo>
                        <a:pt x="740" y="643"/>
                      </a:lnTo>
                      <a:lnTo>
                        <a:pt x="742" y="643"/>
                      </a:lnTo>
                      <a:lnTo>
                        <a:pt x="743" y="643"/>
                      </a:lnTo>
                      <a:lnTo>
                        <a:pt x="744" y="643"/>
                      </a:lnTo>
                      <a:lnTo>
                        <a:pt x="746" y="643"/>
                      </a:lnTo>
                      <a:lnTo>
                        <a:pt x="747" y="643"/>
                      </a:lnTo>
                      <a:lnTo>
                        <a:pt x="749" y="643"/>
                      </a:lnTo>
                      <a:lnTo>
                        <a:pt x="750" y="643"/>
                      </a:lnTo>
                      <a:lnTo>
                        <a:pt x="751" y="643"/>
                      </a:lnTo>
                      <a:lnTo>
                        <a:pt x="753" y="643"/>
                      </a:lnTo>
                      <a:lnTo>
                        <a:pt x="754" y="643"/>
                      </a:lnTo>
                      <a:lnTo>
                        <a:pt x="756" y="643"/>
                      </a:lnTo>
                      <a:lnTo>
                        <a:pt x="757" y="643"/>
                      </a:lnTo>
                      <a:lnTo>
                        <a:pt x="758" y="643"/>
                      </a:lnTo>
                      <a:lnTo>
                        <a:pt x="760" y="643"/>
                      </a:lnTo>
                      <a:lnTo>
                        <a:pt x="761" y="643"/>
                      </a:lnTo>
                      <a:lnTo>
                        <a:pt x="763" y="643"/>
                      </a:lnTo>
                      <a:lnTo>
                        <a:pt x="764" y="643"/>
                      </a:lnTo>
                      <a:lnTo>
                        <a:pt x="765" y="643"/>
                      </a:lnTo>
                      <a:lnTo>
                        <a:pt x="767" y="643"/>
                      </a:lnTo>
                      <a:lnTo>
                        <a:pt x="768" y="643"/>
                      </a:lnTo>
                      <a:lnTo>
                        <a:pt x="770" y="643"/>
                      </a:lnTo>
                      <a:lnTo>
                        <a:pt x="771" y="643"/>
                      </a:lnTo>
                      <a:lnTo>
                        <a:pt x="772" y="643"/>
                      </a:lnTo>
                      <a:lnTo>
                        <a:pt x="774" y="643"/>
                      </a:lnTo>
                      <a:lnTo>
                        <a:pt x="775" y="643"/>
                      </a:lnTo>
                      <a:lnTo>
                        <a:pt x="777" y="643"/>
                      </a:lnTo>
                      <a:lnTo>
                        <a:pt x="778" y="643"/>
                      </a:lnTo>
                      <a:lnTo>
                        <a:pt x="779" y="643"/>
                      </a:lnTo>
                      <a:lnTo>
                        <a:pt x="781" y="643"/>
                      </a:lnTo>
                      <a:lnTo>
                        <a:pt x="782" y="643"/>
                      </a:lnTo>
                      <a:lnTo>
                        <a:pt x="784" y="643"/>
                      </a:lnTo>
                      <a:lnTo>
                        <a:pt x="785" y="643"/>
                      </a:lnTo>
                      <a:lnTo>
                        <a:pt x="786" y="643"/>
                      </a:lnTo>
                      <a:lnTo>
                        <a:pt x="788" y="643"/>
                      </a:lnTo>
                      <a:lnTo>
                        <a:pt x="789" y="643"/>
                      </a:lnTo>
                      <a:lnTo>
                        <a:pt x="791" y="643"/>
                      </a:lnTo>
                      <a:lnTo>
                        <a:pt x="792" y="643"/>
                      </a:lnTo>
                      <a:lnTo>
                        <a:pt x="794" y="643"/>
                      </a:lnTo>
                      <a:lnTo>
                        <a:pt x="795" y="643"/>
                      </a:lnTo>
                      <a:lnTo>
                        <a:pt x="796" y="643"/>
                      </a:lnTo>
                      <a:lnTo>
                        <a:pt x="798" y="643"/>
                      </a:lnTo>
                      <a:lnTo>
                        <a:pt x="799" y="643"/>
                      </a:lnTo>
                      <a:lnTo>
                        <a:pt x="801" y="643"/>
                      </a:lnTo>
                      <a:lnTo>
                        <a:pt x="802" y="643"/>
                      </a:lnTo>
                      <a:lnTo>
                        <a:pt x="803" y="643"/>
                      </a:lnTo>
                      <a:lnTo>
                        <a:pt x="805" y="643"/>
                      </a:lnTo>
                      <a:lnTo>
                        <a:pt x="806" y="643"/>
                      </a:lnTo>
                      <a:lnTo>
                        <a:pt x="808" y="643"/>
                      </a:lnTo>
                      <a:lnTo>
                        <a:pt x="809" y="643"/>
                      </a:lnTo>
                      <a:lnTo>
                        <a:pt x="810" y="643"/>
                      </a:lnTo>
                      <a:lnTo>
                        <a:pt x="812" y="643"/>
                      </a:lnTo>
                      <a:lnTo>
                        <a:pt x="813" y="643"/>
                      </a:lnTo>
                      <a:lnTo>
                        <a:pt x="815" y="643"/>
                      </a:lnTo>
                      <a:lnTo>
                        <a:pt x="816" y="643"/>
                      </a:lnTo>
                      <a:lnTo>
                        <a:pt x="817" y="643"/>
                      </a:lnTo>
                      <a:lnTo>
                        <a:pt x="819" y="643"/>
                      </a:lnTo>
                      <a:lnTo>
                        <a:pt x="820" y="643"/>
                      </a:lnTo>
                      <a:lnTo>
                        <a:pt x="822" y="643"/>
                      </a:lnTo>
                      <a:lnTo>
                        <a:pt x="823" y="643"/>
                      </a:lnTo>
                      <a:lnTo>
                        <a:pt x="824" y="643"/>
                      </a:lnTo>
                      <a:lnTo>
                        <a:pt x="826" y="643"/>
                      </a:lnTo>
                      <a:lnTo>
                        <a:pt x="827" y="643"/>
                      </a:lnTo>
                      <a:lnTo>
                        <a:pt x="829" y="643"/>
                      </a:lnTo>
                      <a:lnTo>
                        <a:pt x="830" y="643"/>
                      </a:lnTo>
                      <a:lnTo>
                        <a:pt x="831" y="643"/>
                      </a:lnTo>
                      <a:lnTo>
                        <a:pt x="833" y="643"/>
                      </a:lnTo>
                      <a:lnTo>
                        <a:pt x="834" y="643"/>
                      </a:lnTo>
                      <a:lnTo>
                        <a:pt x="836" y="643"/>
                      </a:lnTo>
                      <a:lnTo>
                        <a:pt x="837" y="643"/>
                      </a:lnTo>
                      <a:lnTo>
                        <a:pt x="838" y="643"/>
                      </a:lnTo>
                      <a:lnTo>
                        <a:pt x="840" y="643"/>
                      </a:lnTo>
                      <a:lnTo>
                        <a:pt x="841" y="643"/>
                      </a:lnTo>
                      <a:lnTo>
                        <a:pt x="843" y="643"/>
                      </a:lnTo>
                      <a:lnTo>
                        <a:pt x="844" y="643"/>
                      </a:lnTo>
                      <a:lnTo>
                        <a:pt x="845" y="643"/>
                      </a:lnTo>
                      <a:lnTo>
                        <a:pt x="847" y="644"/>
                      </a:lnTo>
                      <a:lnTo>
                        <a:pt x="848" y="644"/>
                      </a:lnTo>
                      <a:lnTo>
                        <a:pt x="850" y="644"/>
                      </a:lnTo>
                      <a:lnTo>
                        <a:pt x="851" y="644"/>
                      </a:lnTo>
                      <a:lnTo>
                        <a:pt x="852" y="644"/>
                      </a:lnTo>
                      <a:lnTo>
                        <a:pt x="854" y="644"/>
                      </a:lnTo>
                      <a:lnTo>
                        <a:pt x="855" y="644"/>
                      </a:lnTo>
                      <a:lnTo>
                        <a:pt x="857" y="644"/>
                      </a:lnTo>
                      <a:lnTo>
                        <a:pt x="858" y="644"/>
                      </a:lnTo>
                      <a:lnTo>
                        <a:pt x="860" y="644"/>
                      </a:lnTo>
                      <a:lnTo>
                        <a:pt x="861" y="644"/>
                      </a:lnTo>
                      <a:lnTo>
                        <a:pt x="862" y="644"/>
                      </a:lnTo>
                      <a:lnTo>
                        <a:pt x="864" y="644"/>
                      </a:lnTo>
                      <a:lnTo>
                        <a:pt x="865" y="644"/>
                      </a:lnTo>
                      <a:lnTo>
                        <a:pt x="867" y="644"/>
                      </a:lnTo>
                      <a:lnTo>
                        <a:pt x="868" y="644"/>
                      </a:lnTo>
                      <a:lnTo>
                        <a:pt x="869" y="644"/>
                      </a:lnTo>
                      <a:lnTo>
                        <a:pt x="871" y="644"/>
                      </a:lnTo>
                      <a:lnTo>
                        <a:pt x="872" y="644"/>
                      </a:lnTo>
                      <a:lnTo>
                        <a:pt x="874" y="644"/>
                      </a:lnTo>
                      <a:lnTo>
                        <a:pt x="875" y="644"/>
                      </a:lnTo>
                      <a:lnTo>
                        <a:pt x="876" y="644"/>
                      </a:lnTo>
                      <a:lnTo>
                        <a:pt x="878" y="644"/>
                      </a:lnTo>
                      <a:lnTo>
                        <a:pt x="879" y="644"/>
                      </a:lnTo>
                      <a:lnTo>
                        <a:pt x="881" y="644"/>
                      </a:lnTo>
                      <a:lnTo>
                        <a:pt x="882" y="644"/>
                      </a:lnTo>
                      <a:lnTo>
                        <a:pt x="883" y="644"/>
                      </a:lnTo>
                      <a:lnTo>
                        <a:pt x="885" y="644"/>
                      </a:lnTo>
                      <a:lnTo>
                        <a:pt x="886" y="644"/>
                      </a:lnTo>
                      <a:lnTo>
                        <a:pt x="888" y="644"/>
                      </a:lnTo>
                      <a:lnTo>
                        <a:pt x="889" y="644"/>
                      </a:lnTo>
                      <a:lnTo>
                        <a:pt x="890" y="644"/>
                      </a:lnTo>
                      <a:lnTo>
                        <a:pt x="892" y="644"/>
                      </a:lnTo>
                      <a:lnTo>
                        <a:pt x="893" y="644"/>
                      </a:lnTo>
                      <a:lnTo>
                        <a:pt x="895" y="644"/>
                      </a:lnTo>
                      <a:lnTo>
                        <a:pt x="896" y="644"/>
                      </a:lnTo>
                      <a:lnTo>
                        <a:pt x="897" y="644"/>
                      </a:lnTo>
                      <a:lnTo>
                        <a:pt x="899" y="644"/>
                      </a:lnTo>
                      <a:lnTo>
                        <a:pt x="900" y="644"/>
                      </a:lnTo>
                      <a:lnTo>
                        <a:pt x="902" y="644"/>
                      </a:lnTo>
                      <a:lnTo>
                        <a:pt x="903" y="644"/>
                      </a:lnTo>
                      <a:lnTo>
                        <a:pt x="904" y="644"/>
                      </a:lnTo>
                      <a:lnTo>
                        <a:pt x="906" y="644"/>
                      </a:lnTo>
                      <a:lnTo>
                        <a:pt x="907" y="644"/>
                      </a:lnTo>
                      <a:lnTo>
                        <a:pt x="909" y="644"/>
                      </a:lnTo>
                      <a:lnTo>
                        <a:pt x="910" y="644"/>
                      </a:lnTo>
                      <a:lnTo>
                        <a:pt x="911" y="644"/>
                      </a:lnTo>
                      <a:lnTo>
                        <a:pt x="913" y="644"/>
                      </a:lnTo>
                      <a:lnTo>
                        <a:pt x="914" y="644"/>
                      </a:lnTo>
                      <a:lnTo>
                        <a:pt x="916" y="644"/>
                      </a:lnTo>
                      <a:lnTo>
                        <a:pt x="917" y="644"/>
                      </a:lnTo>
                      <a:lnTo>
                        <a:pt x="919" y="645"/>
                      </a:lnTo>
                      <a:lnTo>
                        <a:pt x="920" y="645"/>
                      </a:lnTo>
                      <a:lnTo>
                        <a:pt x="921" y="645"/>
                      </a:lnTo>
                      <a:lnTo>
                        <a:pt x="923" y="645"/>
                      </a:lnTo>
                      <a:lnTo>
                        <a:pt x="924" y="645"/>
                      </a:lnTo>
                      <a:lnTo>
                        <a:pt x="926" y="645"/>
                      </a:lnTo>
                      <a:lnTo>
                        <a:pt x="927" y="645"/>
                      </a:lnTo>
                      <a:lnTo>
                        <a:pt x="928" y="645"/>
                      </a:lnTo>
                      <a:lnTo>
                        <a:pt x="930" y="645"/>
                      </a:lnTo>
                      <a:lnTo>
                        <a:pt x="931" y="645"/>
                      </a:lnTo>
                      <a:lnTo>
                        <a:pt x="933" y="645"/>
                      </a:lnTo>
                      <a:lnTo>
                        <a:pt x="934" y="645"/>
                      </a:lnTo>
                      <a:lnTo>
                        <a:pt x="935" y="645"/>
                      </a:lnTo>
                      <a:lnTo>
                        <a:pt x="937" y="645"/>
                      </a:lnTo>
                      <a:lnTo>
                        <a:pt x="938" y="645"/>
                      </a:lnTo>
                      <a:lnTo>
                        <a:pt x="940" y="645"/>
                      </a:lnTo>
                      <a:lnTo>
                        <a:pt x="941" y="645"/>
                      </a:lnTo>
                      <a:lnTo>
                        <a:pt x="942" y="645"/>
                      </a:lnTo>
                      <a:lnTo>
                        <a:pt x="944" y="645"/>
                      </a:lnTo>
                      <a:lnTo>
                        <a:pt x="945" y="645"/>
                      </a:lnTo>
                      <a:lnTo>
                        <a:pt x="947" y="645"/>
                      </a:lnTo>
                      <a:lnTo>
                        <a:pt x="948" y="645"/>
                      </a:lnTo>
                      <a:lnTo>
                        <a:pt x="949" y="645"/>
                      </a:lnTo>
                      <a:lnTo>
                        <a:pt x="951" y="645"/>
                      </a:lnTo>
                      <a:lnTo>
                        <a:pt x="952" y="645"/>
                      </a:lnTo>
                      <a:lnTo>
                        <a:pt x="954" y="645"/>
                      </a:lnTo>
                      <a:lnTo>
                        <a:pt x="955" y="645"/>
                      </a:lnTo>
                      <a:lnTo>
                        <a:pt x="956" y="645"/>
                      </a:lnTo>
                      <a:lnTo>
                        <a:pt x="958" y="645"/>
                      </a:lnTo>
                      <a:lnTo>
                        <a:pt x="959" y="645"/>
                      </a:lnTo>
                      <a:lnTo>
                        <a:pt x="961" y="645"/>
                      </a:lnTo>
                      <a:lnTo>
                        <a:pt x="962" y="645"/>
                      </a:lnTo>
                      <a:lnTo>
                        <a:pt x="963" y="645"/>
                      </a:lnTo>
                      <a:lnTo>
                        <a:pt x="965" y="645"/>
                      </a:lnTo>
                      <a:lnTo>
                        <a:pt x="966" y="645"/>
                      </a:lnTo>
                      <a:lnTo>
                        <a:pt x="968" y="645"/>
                      </a:lnTo>
                      <a:lnTo>
                        <a:pt x="969" y="645"/>
                      </a:lnTo>
                      <a:lnTo>
                        <a:pt x="970" y="645"/>
                      </a:lnTo>
                      <a:lnTo>
                        <a:pt x="972" y="645"/>
                      </a:lnTo>
                      <a:lnTo>
                        <a:pt x="973" y="645"/>
                      </a:lnTo>
                      <a:lnTo>
                        <a:pt x="975" y="645"/>
                      </a:lnTo>
                      <a:lnTo>
                        <a:pt x="976" y="645"/>
                      </a:lnTo>
                      <a:lnTo>
                        <a:pt x="977" y="646"/>
                      </a:lnTo>
                      <a:lnTo>
                        <a:pt x="979" y="646"/>
                      </a:lnTo>
                      <a:lnTo>
                        <a:pt x="980" y="646"/>
                      </a:lnTo>
                      <a:lnTo>
                        <a:pt x="982" y="646"/>
                      </a:lnTo>
                      <a:lnTo>
                        <a:pt x="983" y="646"/>
                      </a:lnTo>
                      <a:lnTo>
                        <a:pt x="985" y="646"/>
                      </a:lnTo>
                      <a:lnTo>
                        <a:pt x="986" y="646"/>
                      </a:lnTo>
                      <a:lnTo>
                        <a:pt x="987" y="646"/>
                      </a:lnTo>
                      <a:lnTo>
                        <a:pt x="989" y="646"/>
                      </a:lnTo>
                      <a:lnTo>
                        <a:pt x="990" y="646"/>
                      </a:lnTo>
                      <a:lnTo>
                        <a:pt x="992" y="646"/>
                      </a:lnTo>
                      <a:lnTo>
                        <a:pt x="993" y="646"/>
                      </a:lnTo>
                      <a:lnTo>
                        <a:pt x="994" y="646"/>
                      </a:lnTo>
                      <a:lnTo>
                        <a:pt x="996" y="646"/>
                      </a:lnTo>
                      <a:lnTo>
                        <a:pt x="997" y="646"/>
                      </a:lnTo>
                      <a:lnTo>
                        <a:pt x="999" y="646"/>
                      </a:lnTo>
                      <a:lnTo>
                        <a:pt x="1000" y="646"/>
                      </a:lnTo>
                      <a:lnTo>
                        <a:pt x="1001" y="646"/>
                      </a:lnTo>
                      <a:lnTo>
                        <a:pt x="1003" y="646"/>
                      </a:lnTo>
                      <a:lnTo>
                        <a:pt x="1004" y="646"/>
                      </a:lnTo>
                      <a:lnTo>
                        <a:pt x="1006" y="646"/>
                      </a:lnTo>
                      <a:lnTo>
                        <a:pt x="1007" y="646"/>
                      </a:lnTo>
                      <a:lnTo>
                        <a:pt x="1008" y="646"/>
                      </a:lnTo>
                      <a:lnTo>
                        <a:pt x="1010" y="646"/>
                      </a:lnTo>
                      <a:lnTo>
                        <a:pt x="1011" y="646"/>
                      </a:lnTo>
                      <a:lnTo>
                        <a:pt x="1013" y="646"/>
                      </a:lnTo>
                      <a:lnTo>
                        <a:pt x="1014" y="646"/>
                      </a:lnTo>
                      <a:lnTo>
                        <a:pt x="1015" y="646"/>
                      </a:lnTo>
                      <a:lnTo>
                        <a:pt x="1017" y="646"/>
                      </a:lnTo>
                      <a:lnTo>
                        <a:pt x="1018" y="646"/>
                      </a:lnTo>
                      <a:lnTo>
                        <a:pt x="1020" y="646"/>
                      </a:lnTo>
                      <a:lnTo>
                        <a:pt x="1021" y="646"/>
                      </a:lnTo>
                      <a:lnTo>
                        <a:pt x="1022" y="646"/>
                      </a:lnTo>
                      <a:lnTo>
                        <a:pt x="1024" y="646"/>
                      </a:lnTo>
                      <a:lnTo>
                        <a:pt x="1025" y="646"/>
                      </a:lnTo>
                      <a:lnTo>
                        <a:pt x="1027" y="646"/>
                      </a:lnTo>
                      <a:lnTo>
                        <a:pt x="1028" y="646"/>
                      </a:lnTo>
                      <a:lnTo>
                        <a:pt x="1029" y="646"/>
                      </a:lnTo>
                      <a:lnTo>
                        <a:pt x="1031" y="646"/>
                      </a:lnTo>
                      <a:lnTo>
                        <a:pt x="1032" y="646"/>
                      </a:lnTo>
                      <a:lnTo>
                        <a:pt x="1034" y="646"/>
                      </a:lnTo>
                      <a:lnTo>
                        <a:pt x="1035" y="646"/>
                      </a:lnTo>
                      <a:lnTo>
                        <a:pt x="1036" y="647"/>
                      </a:lnTo>
                      <a:lnTo>
                        <a:pt x="1038" y="647"/>
                      </a:lnTo>
                      <a:lnTo>
                        <a:pt x="1039" y="647"/>
                      </a:lnTo>
                      <a:lnTo>
                        <a:pt x="1041" y="647"/>
                      </a:lnTo>
                      <a:lnTo>
                        <a:pt x="1042" y="647"/>
                      </a:lnTo>
                      <a:lnTo>
                        <a:pt x="1043" y="647"/>
                      </a:lnTo>
                      <a:lnTo>
                        <a:pt x="1045" y="647"/>
                      </a:lnTo>
                      <a:lnTo>
                        <a:pt x="1046" y="647"/>
                      </a:lnTo>
                      <a:lnTo>
                        <a:pt x="1048" y="647"/>
                      </a:lnTo>
                      <a:lnTo>
                        <a:pt x="1049" y="647"/>
                      </a:lnTo>
                      <a:lnTo>
                        <a:pt x="1051" y="647"/>
                      </a:lnTo>
                      <a:lnTo>
                        <a:pt x="1052" y="647"/>
                      </a:lnTo>
                      <a:lnTo>
                        <a:pt x="1053" y="647"/>
                      </a:lnTo>
                      <a:lnTo>
                        <a:pt x="1055" y="647"/>
                      </a:lnTo>
                      <a:lnTo>
                        <a:pt x="1056" y="647"/>
                      </a:lnTo>
                      <a:lnTo>
                        <a:pt x="1058" y="647"/>
                      </a:lnTo>
                      <a:lnTo>
                        <a:pt x="1059" y="647"/>
                      </a:lnTo>
                      <a:lnTo>
                        <a:pt x="1060" y="647"/>
                      </a:lnTo>
                      <a:lnTo>
                        <a:pt x="1062" y="647"/>
                      </a:lnTo>
                      <a:lnTo>
                        <a:pt x="1063" y="647"/>
                      </a:lnTo>
                      <a:lnTo>
                        <a:pt x="1065" y="647"/>
                      </a:lnTo>
                      <a:lnTo>
                        <a:pt x="1066" y="647"/>
                      </a:lnTo>
                      <a:lnTo>
                        <a:pt x="1067" y="647"/>
                      </a:lnTo>
                      <a:lnTo>
                        <a:pt x="1069" y="647"/>
                      </a:lnTo>
                      <a:lnTo>
                        <a:pt x="1070" y="647"/>
                      </a:lnTo>
                      <a:lnTo>
                        <a:pt x="1072" y="647"/>
                      </a:lnTo>
                      <a:lnTo>
                        <a:pt x="1073" y="647"/>
                      </a:lnTo>
                      <a:lnTo>
                        <a:pt x="1074" y="647"/>
                      </a:lnTo>
                      <a:lnTo>
                        <a:pt x="1076" y="647"/>
                      </a:lnTo>
                      <a:lnTo>
                        <a:pt x="1077" y="647"/>
                      </a:lnTo>
                      <a:lnTo>
                        <a:pt x="1079" y="647"/>
                      </a:lnTo>
                      <a:lnTo>
                        <a:pt x="1080" y="647"/>
                      </a:lnTo>
                      <a:lnTo>
                        <a:pt x="1081" y="647"/>
                      </a:lnTo>
                      <a:lnTo>
                        <a:pt x="1083" y="647"/>
                      </a:lnTo>
                      <a:lnTo>
                        <a:pt x="1084" y="647"/>
                      </a:lnTo>
                      <a:lnTo>
                        <a:pt x="1086" y="647"/>
                      </a:lnTo>
                      <a:lnTo>
                        <a:pt x="1087" y="647"/>
                      </a:lnTo>
                      <a:lnTo>
                        <a:pt x="1088" y="647"/>
                      </a:lnTo>
                      <a:lnTo>
                        <a:pt x="1090" y="647"/>
                      </a:lnTo>
                      <a:lnTo>
                        <a:pt x="1091" y="648"/>
                      </a:lnTo>
                      <a:lnTo>
                        <a:pt x="1093" y="648"/>
                      </a:lnTo>
                      <a:lnTo>
                        <a:pt x="1094" y="648"/>
                      </a:lnTo>
                      <a:lnTo>
                        <a:pt x="1095" y="648"/>
                      </a:lnTo>
                      <a:lnTo>
                        <a:pt x="1097" y="648"/>
                      </a:lnTo>
                      <a:lnTo>
                        <a:pt x="1098" y="648"/>
                      </a:lnTo>
                      <a:lnTo>
                        <a:pt x="1100" y="648"/>
                      </a:lnTo>
                      <a:lnTo>
                        <a:pt x="1101" y="648"/>
                      </a:lnTo>
                      <a:lnTo>
                        <a:pt x="1102" y="648"/>
                      </a:lnTo>
                      <a:lnTo>
                        <a:pt x="1104" y="648"/>
                      </a:lnTo>
                      <a:lnTo>
                        <a:pt x="1105" y="648"/>
                      </a:lnTo>
                      <a:lnTo>
                        <a:pt x="1107" y="648"/>
                      </a:lnTo>
                      <a:lnTo>
                        <a:pt x="1108" y="648"/>
                      </a:lnTo>
                      <a:lnTo>
                        <a:pt x="1110" y="648"/>
                      </a:lnTo>
                      <a:lnTo>
                        <a:pt x="1111" y="648"/>
                      </a:lnTo>
                      <a:lnTo>
                        <a:pt x="1112" y="648"/>
                      </a:lnTo>
                      <a:lnTo>
                        <a:pt x="1114" y="648"/>
                      </a:lnTo>
                      <a:lnTo>
                        <a:pt x="1115" y="648"/>
                      </a:lnTo>
                      <a:lnTo>
                        <a:pt x="1117" y="648"/>
                      </a:lnTo>
                      <a:lnTo>
                        <a:pt x="1118" y="648"/>
                      </a:lnTo>
                      <a:lnTo>
                        <a:pt x="1119" y="648"/>
                      </a:lnTo>
                      <a:lnTo>
                        <a:pt x="1121" y="648"/>
                      </a:lnTo>
                      <a:lnTo>
                        <a:pt x="1122" y="648"/>
                      </a:lnTo>
                      <a:lnTo>
                        <a:pt x="1124" y="648"/>
                      </a:lnTo>
                      <a:lnTo>
                        <a:pt x="1125" y="648"/>
                      </a:lnTo>
                      <a:lnTo>
                        <a:pt x="1126" y="648"/>
                      </a:lnTo>
                      <a:lnTo>
                        <a:pt x="1128" y="648"/>
                      </a:lnTo>
                      <a:lnTo>
                        <a:pt x="1129" y="648"/>
                      </a:lnTo>
                      <a:lnTo>
                        <a:pt x="1131" y="648"/>
                      </a:lnTo>
                      <a:lnTo>
                        <a:pt x="1132" y="648"/>
                      </a:lnTo>
                      <a:lnTo>
                        <a:pt x="1133" y="648"/>
                      </a:lnTo>
                      <a:lnTo>
                        <a:pt x="1135" y="648"/>
                      </a:lnTo>
                      <a:lnTo>
                        <a:pt x="1136" y="648"/>
                      </a:lnTo>
                      <a:lnTo>
                        <a:pt x="1138" y="648"/>
                      </a:lnTo>
                      <a:lnTo>
                        <a:pt x="1139" y="648"/>
                      </a:lnTo>
                      <a:lnTo>
                        <a:pt x="1140" y="648"/>
                      </a:lnTo>
                      <a:lnTo>
                        <a:pt x="1142" y="648"/>
                      </a:lnTo>
                      <a:lnTo>
                        <a:pt x="1143" y="648"/>
                      </a:lnTo>
                      <a:lnTo>
                        <a:pt x="1145" y="648"/>
                      </a:lnTo>
                      <a:lnTo>
                        <a:pt x="1146" y="648"/>
                      </a:lnTo>
                      <a:lnTo>
                        <a:pt x="1147" y="649"/>
                      </a:lnTo>
                      <a:lnTo>
                        <a:pt x="1149" y="649"/>
                      </a:lnTo>
                      <a:lnTo>
                        <a:pt x="1150" y="649"/>
                      </a:lnTo>
                      <a:lnTo>
                        <a:pt x="1152" y="649"/>
                      </a:lnTo>
                      <a:lnTo>
                        <a:pt x="1153" y="649"/>
                      </a:lnTo>
                      <a:lnTo>
                        <a:pt x="1154" y="649"/>
                      </a:lnTo>
                      <a:lnTo>
                        <a:pt x="1156" y="649"/>
                      </a:lnTo>
                      <a:lnTo>
                        <a:pt x="1157" y="649"/>
                      </a:lnTo>
                      <a:lnTo>
                        <a:pt x="1159" y="649"/>
                      </a:lnTo>
                      <a:lnTo>
                        <a:pt x="1160" y="649"/>
                      </a:lnTo>
                      <a:lnTo>
                        <a:pt x="1161" y="649"/>
                      </a:lnTo>
                      <a:lnTo>
                        <a:pt x="1163" y="649"/>
                      </a:lnTo>
                      <a:lnTo>
                        <a:pt x="1164" y="649"/>
                      </a:lnTo>
                      <a:lnTo>
                        <a:pt x="1166" y="649"/>
                      </a:lnTo>
                      <a:lnTo>
                        <a:pt x="1167" y="649"/>
                      </a:lnTo>
                      <a:lnTo>
                        <a:pt x="1168" y="649"/>
                      </a:lnTo>
                      <a:lnTo>
                        <a:pt x="1170" y="649"/>
                      </a:lnTo>
                      <a:lnTo>
                        <a:pt x="1171" y="649"/>
                      </a:lnTo>
                      <a:lnTo>
                        <a:pt x="1173" y="649"/>
                      </a:lnTo>
                      <a:lnTo>
                        <a:pt x="1174" y="649"/>
                      </a:lnTo>
                      <a:lnTo>
                        <a:pt x="1176" y="649"/>
                      </a:lnTo>
                      <a:lnTo>
                        <a:pt x="1177" y="649"/>
                      </a:lnTo>
                      <a:lnTo>
                        <a:pt x="1178" y="649"/>
                      </a:lnTo>
                      <a:lnTo>
                        <a:pt x="1180" y="649"/>
                      </a:lnTo>
                      <a:lnTo>
                        <a:pt x="1181" y="649"/>
                      </a:lnTo>
                      <a:lnTo>
                        <a:pt x="1183" y="649"/>
                      </a:lnTo>
                      <a:lnTo>
                        <a:pt x="1184" y="649"/>
                      </a:lnTo>
                      <a:lnTo>
                        <a:pt x="1185" y="649"/>
                      </a:lnTo>
                      <a:lnTo>
                        <a:pt x="1187" y="649"/>
                      </a:lnTo>
                      <a:lnTo>
                        <a:pt x="1188" y="649"/>
                      </a:lnTo>
                      <a:lnTo>
                        <a:pt x="1190" y="649"/>
                      </a:lnTo>
                      <a:lnTo>
                        <a:pt x="1191" y="649"/>
                      </a:lnTo>
                      <a:lnTo>
                        <a:pt x="1192" y="649"/>
                      </a:lnTo>
                      <a:lnTo>
                        <a:pt x="1194" y="649"/>
                      </a:lnTo>
                      <a:lnTo>
                        <a:pt x="1195" y="649"/>
                      </a:lnTo>
                      <a:lnTo>
                        <a:pt x="1197" y="649"/>
                      </a:lnTo>
                      <a:lnTo>
                        <a:pt x="1198" y="649"/>
                      </a:lnTo>
                      <a:lnTo>
                        <a:pt x="1199" y="649"/>
                      </a:lnTo>
                      <a:lnTo>
                        <a:pt x="1201" y="650"/>
                      </a:lnTo>
                      <a:lnTo>
                        <a:pt x="1202" y="650"/>
                      </a:lnTo>
                      <a:lnTo>
                        <a:pt x="1204" y="650"/>
                      </a:lnTo>
                      <a:lnTo>
                        <a:pt x="1205" y="650"/>
                      </a:lnTo>
                      <a:lnTo>
                        <a:pt x="1206" y="650"/>
                      </a:lnTo>
                      <a:lnTo>
                        <a:pt x="1208" y="650"/>
                      </a:lnTo>
                      <a:lnTo>
                        <a:pt x="1209" y="650"/>
                      </a:lnTo>
                      <a:lnTo>
                        <a:pt x="1211" y="650"/>
                      </a:lnTo>
                      <a:lnTo>
                        <a:pt x="1212" y="650"/>
                      </a:lnTo>
                      <a:lnTo>
                        <a:pt x="1213" y="650"/>
                      </a:lnTo>
                      <a:lnTo>
                        <a:pt x="1215" y="650"/>
                      </a:lnTo>
                      <a:lnTo>
                        <a:pt x="1216" y="650"/>
                      </a:lnTo>
                      <a:lnTo>
                        <a:pt x="1218" y="650"/>
                      </a:lnTo>
                      <a:lnTo>
                        <a:pt x="1219" y="650"/>
                      </a:lnTo>
                      <a:lnTo>
                        <a:pt x="1220" y="650"/>
                      </a:lnTo>
                      <a:lnTo>
                        <a:pt x="1222" y="650"/>
                      </a:lnTo>
                      <a:lnTo>
                        <a:pt x="1223" y="650"/>
                      </a:lnTo>
                      <a:lnTo>
                        <a:pt x="1225" y="650"/>
                      </a:lnTo>
                      <a:lnTo>
                        <a:pt x="1226" y="650"/>
                      </a:lnTo>
                      <a:lnTo>
                        <a:pt x="1227" y="650"/>
                      </a:lnTo>
                      <a:lnTo>
                        <a:pt x="1229" y="650"/>
                      </a:lnTo>
                      <a:lnTo>
                        <a:pt x="1230" y="650"/>
                      </a:lnTo>
                      <a:lnTo>
                        <a:pt x="1232" y="650"/>
                      </a:lnTo>
                      <a:lnTo>
                        <a:pt x="1233" y="650"/>
                      </a:lnTo>
                      <a:lnTo>
                        <a:pt x="1235" y="650"/>
                      </a:lnTo>
                      <a:lnTo>
                        <a:pt x="1236" y="650"/>
                      </a:lnTo>
                      <a:lnTo>
                        <a:pt x="1237" y="650"/>
                      </a:lnTo>
                      <a:lnTo>
                        <a:pt x="1239" y="650"/>
                      </a:lnTo>
                      <a:lnTo>
                        <a:pt x="1240" y="650"/>
                      </a:lnTo>
                      <a:lnTo>
                        <a:pt x="1242" y="650"/>
                      </a:lnTo>
                      <a:lnTo>
                        <a:pt x="1243" y="650"/>
                      </a:lnTo>
                      <a:lnTo>
                        <a:pt x="1244" y="650"/>
                      </a:lnTo>
                      <a:lnTo>
                        <a:pt x="1246" y="650"/>
                      </a:lnTo>
                      <a:lnTo>
                        <a:pt x="1247" y="650"/>
                      </a:lnTo>
                      <a:lnTo>
                        <a:pt x="1249" y="650"/>
                      </a:lnTo>
                      <a:lnTo>
                        <a:pt x="1250" y="650"/>
                      </a:lnTo>
                      <a:lnTo>
                        <a:pt x="1251" y="651"/>
                      </a:lnTo>
                      <a:lnTo>
                        <a:pt x="1253" y="651"/>
                      </a:lnTo>
                      <a:lnTo>
                        <a:pt x="1254" y="651"/>
                      </a:lnTo>
                      <a:lnTo>
                        <a:pt x="1256" y="651"/>
                      </a:lnTo>
                      <a:lnTo>
                        <a:pt x="1257" y="651"/>
                      </a:lnTo>
                      <a:lnTo>
                        <a:pt x="1258" y="651"/>
                      </a:lnTo>
                      <a:lnTo>
                        <a:pt x="1260" y="651"/>
                      </a:lnTo>
                      <a:lnTo>
                        <a:pt x="1261" y="651"/>
                      </a:lnTo>
                      <a:lnTo>
                        <a:pt x="1263" y="651"/>
                      </a:lnTo>
                      <a:lnTo>
                        <a:pt x="1264" y="651"/>
                      </a:lnTo>
                      <a:lnTo>
                        <a:pt x="1265" y="651"/>
                      </a:lnTo>
                      <a:lnTo>
                        <a:pt x="1267" y="651"/>
                      </a:lnTo>
                      <a:lnTo>
                        <a:pt x="1268" y="651"/>
                      </a:lnTo>
                      <a:lnTo>
                        <a:pt x="1270" y="651"/>
                      </a:lnTo>
                      <a:lnTo>
                        <a:pt x="1271" y="651"/>
                      </a:lnTo>
                      <a:lnTo>
                        <a:pt x="1272" y="651"/>
                      </a:lnTo>
                      <a:lnTo>
                        <a:pt x="1274" y="651"/>
                      </a:lnTo>
                      <a:lnTo>
                        <a:pt x="1275" y="651"/>
                      </a:lnTo>
                      <a:lnTo>
                        <a:pt x="1277" y="651"/>
                      </a:lnTo>
                      <a:lnTo>
                        <a:pt x="1278" y="651"/>
                      </a:lnTo>
                      <a:lnTo>
                        <a:pt x="1279" y="651"/>
                      </a:lnTo>
                      <a:lnTo>
                        <a:pt x="1281" y="651"/>
                      </a:lnTo>
                      <a:lnTo>
                        <a:pt x="1282" y="651"/>
                      </a:lnTo>
                      <a:lnTo>
                        <a:pt x="1284" y="651"/>
                      </a:lnTo>
                      <a:lnTo>
                        <a:pt x="1285" y="651"/>
                      </a:lnTo>
                      <a:lnTo>
                        <a:pt x="1286" y="651"/>
                      </a:lnTo>
                      <a:lnTo>
                        <a:pt x="1288" y="651"/>
                      </a:lnTo>
                      <a:lnTo>
                        <a:pt x="1289" y="651"/>
                      </a:lnTo>
                      <a:lnTo>
                        <a:pt x="1291" y="651"/>
                      </a:lnTo>
                      <a:lnTo>
                        <a:pt x="1292" y="651"/>
                      </a:lnTo>
                      <a:lnTo>
                        <a:pt x="1293" y="651"/>
                      </a:lnTo>
                      <a:lnTo>
                        <a:pt x="1295" y="651"/>
                      </a:lnTo>
                      <a:lnTo>
                        <a:pt x="1296" y="651"/>
                      </a:lnTo>
                      <a:lnTo>
                        <a:pt x="1298" y="651"/>
                      </a:lnTo>
                      <a:lnTo>
                        <a:pt x="1299" y="652"/>
                      </a:lnTo>
                      <a:lnTo>
                        <a:pt x="1301" y="652"/>
                      </a:lnTo>
                      <a:lnTo>
                        <a:pt x="1302" y="652"/>
                      </a:lnTo>
                      <a:lnTo>
                        <a:pt x="1303" y="652"/>
                      </a:lnTo>
                      <a:lnTo>
                        <a:pt x="1305" y="652"/>
                      </a:lnTo>
                      <a:lnTo>
                        <a:pt x="1306" y="652"/>
                      </a:lnTo>
                      <a:lnTo>
                        <a:pt x="1308" y="652"/>
                      </a:lnTo>
                      <a:lnTo>
                        <a:pt x="1309" y="652"/>
                      </a:lnTo>
                      <a:lnTo>
                        <a:pt x="1310" y="652"/>
                      </a:lnTo>
                      <a:lnTo>
                        <a:pt x="1312" y="652"/>
                      </a:lnTo>
                      <a:lnTo>
                        <a:pt x="1313" y="652"/>
                      </a:lnTo>
                      <a:lnTo>
                        <a:pt x="1315" y="652"/>
                      </a:lnTo>
                      <a:lnTo>
                        <a:pt x="1316" y="652"/>
                      </a:lnTo>
                      <a:lnTo>
                        <a:pt x="1317" y="652"/>
                      </a:lnTo>
                      <a:lnTo>
                        <a:pt x="1319" y="652"/>
                      </a:lnTo>
                      <a:lnTo>
                        <a:pt x="1320" y="652"/>
                      </a:lnTo>
                      <a:lnTo>
                        <a:pt x="1322" y="652"/>
                      </a:lnTo>
                      <a:lnTo>
                        <a:pt x="1323" y="652"/>
                      </a:lnTo>
                      <a:lnTo>
                        <a:pt x="1324" y="652"/>
                      </a:lnTo>
                      <a:lnTo>
                        <a:pt x="1326" y="652"/>
                      </a:lnTo>
                      <a:lnTo>
                        <a:pt x="1327" y="652"/>
                      </a:lnTo>
                      <a:lnTo>
                        <a:pt x="1329" y="652"/>
                      </a:lnTo>
                      <a:lnTo>
                        <a:pt x="1330" y="652"/>
                      </a:lnTo>
                      <a:lnTo>
                        <a:pt x="1331" y="652"/>
                      </a:lnTo>
                      <a:lnTo>
                        <a:pt x="1333" y="652"/>
                      </a:lnTo>
                      <a:lnTo>
                        <a:pt x="1334" y="652"/>
                      </a:lnTo>
                      <a:lnTo>
                        <a:pt x="1336" y="652"/>
                      </a:lnTo>
                      <a:lnTo>
                        <a:pt x="1337" y="652"/>
                      </a:lnTo>
                      <a:lnTo>
                        <a:pt x="1338" y="652"/>
                      </a:lnTo>
                      <a:lnTo>
                        <a:pt x="1340" y="652"/>
                      </a:lnTo>
                      <a:lnTo>
                        <a:pt x="1341" y="652"/>
                      </a:lnTo>
                      <a:lnTo>
                        <a:pt x="1343" y="652"/>
                      </a:lnTo>
                      <a:lnTo>
                        <a:pt x="1344" y="652"/>
                      </a:lnTo>
                      <a:lnTo>
                        <a:pt x="1345" y="652"/>
                      </a:lnTo>
                      <a:lnTo>
                        <a:pt x="1347" y="652"/>
                      </a:lnTo>
                      <a:lnTo>
                        <a:pt x="1348" y="652"/>
                      </a:lnTo>
                      <a:lnTo>
                        <a:pt x="1350" y="652"/>
                      </a:lnTo>
                      <a:lnTo>
                        <a:pt x="1351" y="652"/>
                      </a:lnTo>
                      <a:lnTo>
                        <a:pt x="1352" y="652"/>
                      </a:lnTo>
                      <a:lnTo>
                        <a:pt x="1354" y="653"/>
                      </a:lnTo>
                      <a:lnTo>
                        <a:pt x="1355" y="653"/>
                      </a:lnTo>
                      <a:lnTo>
                        <a:pt x="1357" y="653"/>
                      </a:lnTo>
                      <a:lnTo>
                        <a:pt x="1358" y="653"/>
                      </a:lnTo>
                      <a:lnTo>
                        <a:pt x="1359" y="653"/>
                      </a:lnTo>
                      <a:lnTo>
                        <a:pt x="1361" y="653"/>
                      </a:lnTo>
                      <a:lnTo>
                        <a:pt x="1362" y="653"/>
                      </a:lnTo>
                      <a:lnTo>
                        <a:pt x="1364" y="653"/>
                      </a:lnTo>
                      <a:lnTo>
                        <a:pt x="1365" y="653"/>
                      </a:lnTo>
                      <a:lnTo>
                        <a:pt x="1367" y="653"/>
                      </a:lnTo>
                      <a:lnTo>
                        <a:pt x="1368" y="653"/>
                      </a:lnTo>
                      <a:lnTo>
                        <a:pt x="1369" y="653"/>
                      </a:lnTo>
                      <a:lnTo>
                        <a:pt x="1371" y="653"/>
                      </a:lnTo>
                      <a:lnTo>
                        <a:pt x="1372" y="653"/>
                      </a:lnTo>
                      <a:lnTo>
                        <a:pt x="1374" y="653"/>
                      </a:lnTo>
                      <a:lnTo>
                        <a:pt x="1375" y="653"/>
                      </a:lnTo>
                      <a:lnTo>
                        <a:pt x="1376" y="653"/>
                      </a:lnTo>
                      <a:lnTo>
                        <a:pt x="1378" y="653"/>
                      </a:lnTo>
                      <a:lnTo>
                        <a:pt x="1379" y="653"/>
                      </a:lnTo>
                      <a:lnTo>
                        <a:pt x="1381" y="653"/>
                      </a:lnTo>
                      <a:lnTo>
                        <a:pt x="1382" y="653"/>
                      </a:lnTo>
                      <a:lnTo>
                        <a:pt x="1383" y="653"/>
                      </a:lnTo>
                      <a:lnTo>
                        <a:pt x="1385" y="653"/>
                      </a:lnTo>
                      <a:lnTo>
                        <a:pt x="1386" y="653"/>
                      </a:lnTo>
                      <a:lnTo>
                        <a:pt x="1388" y="653"/>
                      </a:lnTo>
                      <a:lnTo>
                        <a:pt x="1389" y="653"/>
                      </a:lnTo>
                      <a:lnTo>
                        <a:pt x="1390" y="653"/>
                      </a:lnTo>
                      <a:lnTo>
                        <a:pt x="1392" y="653"/>
                      </a:lnTo>
                      <a:lnTo>
                        <a:pt x="1393" y="653"/>
                      </a:lnTo>
                      <a:lnTo>
                        <a:pt x="1395" y="653"/>
                      </a:lnTo>
                      <a:lnTo>
                        <a:pt x="1396" y="653"/>
                      </a:lnTo>
                      <a:lnTo>
                        <a:pt x="1397" y="653"/>
                      </a:lnTo>
                      <a:lnTo>
                        <a:pt x="1399" y="653"/>
                      </a:lnTo>
                      <a:lnTo>
                        <a:pt x="1400" y="653"/>
                      </a:lnTo>
                      <a:lnTo>
                        <a:pt x="1402" y="653"/>
                      </a:lnTo>
                      <a:lnTo>
                        <a:pt x="1403" y="653"/>
                      </a:lnTo>
                      <a:lnTo>
                        <a:pt x="1404" y="653"/>
                      </a:lnTo>
                      <a:lnTo>
                        <a:pt x="1406" y="654"/>
                      </a:lnTo>
                      <a:lnTo>
                        <a:pt x="1407" y="654"/>
                      </a:lnTo>
                      <a:lnTo>
                        <a:pt x="1409" y="654"/>
                      </a:lnTo>
                      <a:lnTo>
                        <a:pt x="1410" y="654"/>
                      </a:lnTo>
                      <a:lnTo>
                        <a:pt x="1411" y="654"/>
                      </a:lnTo>
                      <a:lnTo>
                        <a:pt x="1413" y="654"/>
                      </a:lnTo>
                      <a:lnTo>
                        <a:pt x="1414" y="654"/>
                      </a:lnTo>
                      <a:lnTo>
                        <a:pt x="1416" y="654"/>
                      </a:lnTo>
                      <a:lnTo>
                        <a:pt x="1417" y="654"/>
                      </a:lnTo>
                      <a:lnTo>
                        <a:pt x="1418" y="654"/>
                      </a:lnTo>
                      <a:lnTo>
                        <a:pt x="1420" y="654"/>
                      </a:lnTo>
                      <a:lnTo>
                        <a:pt x="1421" y="654"/>
                      </a:lnTo>
                      <a:lnTo>
                        <a:pt x="1423" y="654"/>
                      </a:lnTo>
                      <a:lnTo>
                        <a:pt x="1424" y="654"/>
                      </a:lnTo>
                      <a:lnTo>
                        <a:pt x="1426" y="654"/>
                      </a:lnTo>
                      <a:lnTo>
                        <a:pt x="1427" y="654"/>
                      </a:lnTo>
                      <a:lnTo>
                        <a:pt x="1428" y="654"/>
                      </a:lnTo>
                      <a:lnTo>
                        <a:pt x="1430" y="654"/>
                      </a:lnTo>
                      <a:lnTo>
                        <a:pt x="1431" y="654"/>
                      </a:lnTo>
                      <a:lnTo>
                        <a:pt x="1433" y="654"/>
                      </a:lnTo>
                      <a:lnTo>
                        <a:pt x="1434" y="654"/>
                      </a:lnTo>
                      <a:lnTo>
                        <a:pt x="1435" y="654"/>
                      </a:lnTo>
                      <a:lnTo>
                        <a:pt x="1437" y="654"/>
                      </a:lnTo>
                      <a:lnTo>
                        <a:pt x="1438" y="654"/>
                      </a:lnTo>
                      <a:lnTo>
                        <a:pt x="1440" y="654"/>
                      </a:lnTo>
                      <a:lnTo>
                        <a:pt x="1441" y="654"/>
                      </a:lnTo>
                      <a:lnTo>
                        <a:pt x="1442" y="654"/>
                      </a:lnTo>
                      <a:lnTo>
                        <a:pt x="1444" y="654"/>
                      </a:lnTo>
                      <a:lnTo>
                        <a:pt x="1445" y="654"/>
                      </a:lnTo>
                      <a:lnTo>
                        <a:pt x="1447" y="654"/>
                      </a:lnTo>
                      <a:lnTo>
                        <a:pt x="1448" y="654"/>
                      </a:lnTo>
                      <a:lnTo>
                        <a:pt x="1449" y="654"/>
                      </a:lnTo>
                      <a:lnTo>
                        <a:pt x="1451" y="654"/>
                      </a:lnTo>
                      <a:lnTo>
                        <a:pt x="1452" y="654"/>
                      </a:lnTo>
                      <a:lnTo>
                        <a:pt x="1454" y="654"/>
                      </a:lnTo>
                      <a:lnTo>
                        <a:pt x="1455" y="654"/>
                      </a:lnTo>
                      <a:lnTo>
                        <a:pt x="1456" y="654"/>
                      </a:lnTo>
                      <a:lnTo>
                        <a:pt x="1458" y="654"/>
                      </a:lnTo>
                      <a:lnTo>
                        <a:pt x="1459" y="654"/>
                      </a:lnTo>
                      <a:lnTo>
                        <a:pt x="1461" y="654"/>
                      </a:lnTo>
                      <a:lnTo>
                        <a:pt x="1462" y="654"/>
                      </a:lnTo>
                      <a:lnTo>
                        <a:pt x="1463" y="655"/>
                      </a:lnTo>
                      <a:lnTo>
                        <a:pt x="1465" y="655"/>
                      </a:lnTo>
                      <a:lnTo>
                        <a:pt x="1466" y="655"/>
                      </a:lnTo>
                      <a:lnTo>
                        <a:pt x="1468" y="655"/>
                      </a:lnTo>
                      <a:lnTo>
                        <a:pt x="1469" y="655"/>
                      </a:lnTo>
                      <a:lnTo>
                        <a:pt x="1470" y="655"/>
                      </a:lnTo>
                      <a:lnTo>
                        <a:pt x="1472" y="655"/>
                      </a:lnTo>
                      <a:lnTo>
                        <a:pt x="1473" y="655"/>
                      </a:lnTo>
                      <a:lnTo>
                        <a:pt x="1475" y="655"/>
                      </a:lnTo>
                      <a:lnTo>
                        <a:pt x="1476" y="655"/>
                      </a:lnTo>
                      <a:lnTo>
                        <a:pt x="1477" y="655"/>
                      </a:lnTo>
                      <a:lnTo>
                        <a:pt x="1479" y="655"/>
                      </a:lnTo>
                      <a:lnTo>
                        <a:pt x="1480" y="655"/>
                      </a:lnTo>
                      <a:lnTo>
                        <a:pt x="1482" y="655"/>
                      </a:lnTo>
                      <a:lnTo>
                        <a:pt x="1483" y="655"/>
                      </a:lnTo>
                      <a:lnTo>
                        <a:pt x="1484" y="655"/>
                      </a:lnTo>
                      <a:lnTo>
                        <a:pt x="1486" y="655"/>
                      </a:lnTo>
                      <a:lnTo>
                        <a:pt x="1487" y="655"/>
                      </a:lnTo>
                      <a:lnTo>
                        <a:pt x="1489" y="655"/>
                      </a:lnTo>
                      <a:lnTo>
                        <a:pt x="1490" y="655"/>
                      </a:lnTo>
                      <a:lnTo>
                        <a:pt x="1492" y="655"/>
                      </a:lnTo>
                      <a:lnTo>
                        <a:pt x="1493" y="655"/>
                      </a:lnTo>
                      <a:lnTo>
                        <a:pt x="1494" y="655"/>
                      </a:lnTo>
                      <a:lnTo>
                        <a:pt x="1496" y="655"/>
                      </a:lnTo>
                      <a:lnTo>
                        <a:pt x="1497" y="655"/>
                      </a:lnTo>
                      <a:lnTo>
                        <a:pt x="1499" y="655"/>
                      </a:lnTo>
                      <a:lnTo>
                        <a:pt x="1500" y="655"/>
                      </a:lnTo>
                      <a:lnTo>
                        <a:pt x="1501" y="655"/>
                      </a:lnTo>
                      <a:lnTo>
                        <a:pt x="1503" y="655"/>
                      </a:lnTo>
                      <a:lnTo>
                        <a:pt x="1504" y="655"/>
                      </a:lnTo>
                      <a:lnTo>
                        <a:pt x="1506" y="655"/>
                      </a:lnTo>
                      <a:lnTo>
                        <a:pt x="1507" y="655"/>
                      </a:lnTo>
                      <a:lnTo>
                        <a:pt x="1508" y="655"/>
                      </a:lnTo>
                      <a:lnTo>
                        <a:pt x="1510" y="655"/>
                      </a:lnTo>
                      <a:lnTo>
                        <a:pt x="1511" y="655"/>
                      </a:lnTo>
                      <a:lnTo>
                        <a:pt x="1513" y="655"/>
                      </a:lnTo>
                      <a:lnTo>
                        <a:pt x="1514" y="655"/>
                      </a:lnTo>
                      <a:lnTo>
                        <a:pt x="1515" y="655"/>
                      </a:lnTo>
                      <a:lnTo>
                        <a:pt x="1517" y="655"/>
                      </a:lnTo>
                      <a:lnTo>
                        <a:pt x="1518" y="655"/>
                      </a:lnTo>
                      <a:lnTo>
                        <a:pt x="1520" y="655"/>
                      </a:lnTo>
                      <a:lnTo>
                        <a:pt x="1521" y="655"/>
                      </a:lnTo>
                      <a:lnTo>
                        <a:pt x="1522" y="656"/>
                      </a:lnTo>
                      <a:lnTo>
                        <a:pt x="1524" y="656"/>
                      </a:lnTo>
                      <a:lnTo>
                        <a:pt x="1525" y="656"/>
                      </a:lnTo>
                      <a:lnTo>
                        <a:pt x="1527" y="656"/>
                      </a:lnTo>
                      <a:lnTo>
                        <a:pt x="1528" y="656"/>
                      </a:lnTo>
                      <a:lnTo>
                        <a:pt x="1529" y="656"/>
                      </a:lnTo>
                      <a:lnTo>
                        <a:pt x="1531" y="656"/>
                      </a:lnTo>
                      <a:lnTo>
                        <a:pt x="1532" y="656"/>
                      </a:lnTo>
                      <a:lnTo>
                        <a:pt x="1534" y="656"/>
                      </a:lnTo>
                      <a:lnTo>
                        <a:pt x="1535" y="656"/>
                      </a:lnTo>
                      <a:lnTo>
                        <a:pt x="1536" y="656"/>
                      </a:lnTo>
                      <a:lnTo>
                        <a:pt x="1538" y="656"/>
                      </a:lnTo>
                      <a:lnTo>
                        <a:pt x="1539" y="656"/>
                      </a:lnTo>
                      <a:lnTo>
                        <a:pt x="1541" y="656"/>
                      </a:lnTo>
                      <a:lnTo>
                        <a:pt x="1542" y="656"/>
                      </a:lnTo>
                      <a:lnTo>
                        <a:pt x="1543" y="656"/>
                      </a:lnTo>
                      <a:lnTo>
                        <a:pt x="1545" y="656"/>
                      </a:lnTo>
                      <a:lnTo>
                        <a:pt x="1546" y="656"/>
                      </a:lnTo>
                      <a:lnTo>
                        <a:pt x="1548" y="656"/>
                      </a:lnTo>
                      <a:lnTo>
                        <a:pt x="1549" y="656"/>
                      </a:lnTo>
                      <a:lnTo>
                        <a:pt x="1550" y="656"/>
                      </a:lnTo>
                      <a:lnTo>
                        <a:pt x="1552" y="656"/>
                      </a:lnTo>
                      <a:lnTo>
                        <a:pt x="1553" y="656"/>
                      </a:lnTo>
                      <a:lnTo>
                        <a:pt x="1555" y="656"/>
                      </a:lnTo>
                      <a:lnTo>
                        <a:pt x="1556" y="656"/>
                      </a:lnTo>
                      <a:lnTo>
                        <a:pt x="1558" y="656"/>
                      </a:lnTo>
                      <a:lnTo>
                        <a:pt x="1559" y="656"/>
                      </a:lnTo>
                      <a:lnTo>
                        <a:pt x="1560" y="656"/>
                      </a:lnTo>
                      <a:lnTo>
                        <a:pt x="1562" y="656"/>
                      </a:lnTo>
                      <a:lnTo>
                        <a:pt x="1563" y="656"/>
                      </a:lnTo>
                      <a:lnTo>
                        <a:pt x="1565" y="656"/>
                      </a:lnTo>
                      <a:lnTo>
                        <a:pt x="1566" y="656"/>
                      </a:lnTo>
                      <a:lnTo>
                        <a:pt x="1567" y="656"/>
                      </a:lnTo>
                      <a:lnTo>
                        <a:pt x="1569" y="656"/>
                      </a:lnTo>
                      <a:lnTo>
                        <a:pt x="1570" y="656"/>
                      </a:lnTo>
                      <a:lnTo>
                        <a:pt x="1572" y="656"/>
                      </a:lnTo>
                      <a:lnTo>
                        <a:pt x="1573" y="656"/>
                      </a:lnTo>
                      <a:lnTo>
                        <a:pt x="1574" y="657"/>
                      </a:lnTo>
                      <a:lnTo>
                        <a:pt x="1576" y="657"/>
                      </a:lnTo>
                      <a:lnTo>
                        <a:pt x="1577" y="657"/>
                      </a:lnTo>
                      <a:lnTo>
                        <a:pt x="1579" y="657"/>
                      </a:lnTo>
                      <a:lnTo>
                        <a:pt x="1580" y="657"/>
                      </a:lnTo>
                      <a:lnTo>
                        <a:pt x="1581" y="657"/>
                      </a:lnTo>
                      <a:lnTo>
                        <a:pt x="1583" y="657"/>
                      </a:lnTo>
                      <a:lnTo>
                        <a:pt x="1584" y="657"/>
                      </a:lnTo>
                      <a:lnTo>
                        <a:pt x="1586" y="657"/>
                      </a:lnTo>
                      <a:lnTo>
                        <a:pt x="1587" y="657"/>
                      </a:lnTo>
                      <a:lnTo>
                        <a:pt x="1588" y="657"/>
                      </a:lnTo>
                      <a:lnTo>
                        <a:pt x="1590" y="657"/>
                      </a:lnTo>
                      <a:lnTo>
                        <a:pt x="1591" y="657"/>
                      </a:lnTo>
                      <a:lnTo>
                        <a:pt x="1593" y="657"/>
                      </a:lnTo>
                      <a:lnTo>
                        <a:pt x="1594" y="657"/>
                      </a:lnTo>
                      <a:lnTo>
                        <a:pt x="1595" y="657"/>
                      </a:lnTo>
                      <a:lnTo>
                        <a:pt x="1597" y="657"/>
                      </a:lnTo>
                      <a:lnTo>
                        <a:pt x="1598" y="657"/>
                      </a:lnTo>
                      <a:lnTo>
                        <a:pt x="1600" y="657"/>
                      </a:lnTo>
                      <a:lnTo>
                        <a:pt x="1601" y="657"/>
                      </a:lnTo>
                      <a:lnTo>
                        <a:pt x="1602" y="657"/>
                      </a:lnTo>
                      <a:lnTo>
                        <a:pt x="1604" y="657"/>
                      </a:lnTo>
                      <a:lnTo>
                        <a:pt x="1605" y="657"/>
                      </a:lnTo>
                      <a:lnTo>
                        <a:pt x="1607" y="657"/>
                      </a:lnTo>
                      <a:lnTo>
                        <a:pt x="1608" y="657"/>
                      </a:lnTo>
                      <a:lnTo>
                        <a:pt x="1609" y="657"/>
                      </a:lnTo>
                      <a:lnTo>
                        <a:pt x="1611" y="657"/>
                      </a:lnTo>
                      <a:lnTo>
                        <a:pt x="1612" y="657"/>
                      </a:lnTo>
                      <a:lnTo>
                        <a:pt x="1614" y="657"/>
                      </a:lnTo>
                      <a:lnTo>
                        <a:pt x="1615" y="657"/>
                      </a:lnTo>
                      <a:lnTo>
                        <a:pt x="1617" y="657"/>
                      </a:lnTo>
                      <a:lnTo>
                        <a:pt x="1618" y="657"/>
                      </a:lnTo>
                      <a:lnTo>
                        <a:pt x="1619" y="657"/>
                      </a:lnTo>
                      <a:lnTo>
                        <a:pt x="1621" y="657"/>
                      </a:lnTo>
                      <a:lnTo>
                        <a:pt x="1622" y="657"/>
                      </a:lnTo>
                      <a:lnTo>
                        <a:pt x="1624" y="657"/>
                      </a:lnTo>
                      <a:lnTo>
                        <a:pt x="1625" y="657"/>
                      </a:lnTo>
                      <a:lnTo>
                        <a:pt x="1626" y="657"/>
                      </a:lnTo>
                      <a:lnTo>
                        <a:pt x="1628" y="657"/>
                      </a:lnTo>
                      <a:lnTo>
                        <a:pt x="1629" y="657"/>
                      </a:lnTo>
                      <a:lnTo>
                        <a:pt x="1631" y="657"/>
                      </a:lnTo>
                      <a:lnTo>
                        <a:pt x="1632" y="657"/>
                      </a:lnTo>
                      <a:lnTo>
                        <a:pt x="1633" y="658"/>
                      </a:lnTo>
                      <a:lnTo>
                        <a:pt x="1635" y="658"/>
                      </a:lnTo>
                      <a:lnTo>
                        <a:pt x="1636" y="658"/>
                      </a:lnTo>
                      <a:lnTo>
                        <a:pt x="1638" y="658"/>
                      </a:lnTo>
                      <a:lnTo>
                        <a:pt x="1639" y="658"/>
                      </a:lnTo>
                      <a:lnTo>
                        <a:pt x="1640" y="658"/>
                      </a:lnTo>
                      <a:lnTo>
                        <a:pt x="1642" y="658"/>
                      </a:lnTo>
                      <a:lnTo>
                        <a:pt x="1643" y="658"/>
                      </a:lnTo>
                      <a:lnTo>
                        <a:pt x="1645" y="658"/>
                      </a:lnTo>
                      <a:lnTo>
                        <a:pt x="1646" y="658"/>
                      </a:lnTo>
                      <a:lnTo>
                        <a:pt x="1647" y="658"/>
                      </a:lnTo>
                      <a:lnTo>
                        <a:pt x="1649" y="658"/>
                      </a:lnTo>
                      <a:lnTo>
                        <a:pt x="1650" y="658"/>
                      </a:lnTo>
                      <a:lnTo>
                        <a:pt x="1652" y="658"/>
                      </a:lnTo>
                      <a:lnTo>
                        <a:pt x="1653" y="658"/>
                      </a:lnTo>
                      <a:lnTo>
                        <a:pt x="1654" y="658"/>
                      </a:lnTo>
                      <a:lnTo>
                        <a:pt x="1656" y="658"/>
                      </a:lnTo>
                      <a:lnTo>
                        <a:pt x="1657" y="658"/>
                      </a:lnTo>
                      <a:lnTo>
                        <a:pt x="1659" y="658"/>
                      </a:lnTo>
                      <a:lnTo>
                        <a:pt x="1660" y="658"/>
                      </a:lnTo>
                      <a:lnTo>
                        <a:pt x="1661" y="658"/>
                      </a:lnTo>
                      <a:lnTo>
                        <a:pt x="1663" y="658"/>
                      </a:lnTo>
                      <a:lnTo>
                        <a:pt x="1664" y="658"/>
                      </a:lnTo>
                      <a:lnTo>
                        <a:pt x="1666" y="658"/>
                      </a:lnTo>
                      <a:lnTo>
                        <a:pt x="1667" y="658"/>
                      </a:lnTo>
                      <a:lnTo>
                        <a:pt x="1668" y="658"/>
                      </a:lnTo>
                      <a:lnTo>
                        <a:pt x="1670" y="658"/>
                      </a:lnTo>
                      <a:lnTo>
                        <a:pt x="1671" y="658"/>
                      </a:lnTo>
                      <a:lnTo>
                        <a:pt x="1673" y="658"/>
                      </a:lnTo>
                      <a:lnTo>
                        <a:pt x="1674" y="658"/>
                      </a:lnTo>
                      <a:lnTo>
                        <a:pt x="1675" y="658"/>
                      </a:lnTo>
                      <a:lnTo>
                        <a:pt x="1677" y="658"/>
                      </a:lnTo>
                      <a:lnTo>
                        <a:pt x="1678" y="658"/>
                      </a:lnTo>
                      <a:lnTo>
                        <a:pt x="1680" y="658"/>
                      </a:lnTo>
                      <a:lnTo>
                        <a:pt x="1681" y="658"/>
                      </a:lnTo>
                      <a:lnTo>
                        <a:pt x="1683" y="658"/>
                      </a:lnTo>
                      <a:lnTo>
                        <a:pt x="1684" y="658"/>
                      </a:lnTo>
                      <a:lnTo>
                        <a:pt x="1685" y="658"/>
                      </a:lnTo>
                      <a:lnTo>
                        <a:pt x="1687" y="658"/>
                      </a:lnTo>
                      <a:lnTo>
                        <a:pt x="1688" y="658"/>
                      </a:lnTo>
                      <a:lnTo>
                        <a:pt x="1690" y="658"/>
                      </a:lnTo>
                      <a:lnTo>
                        <a:pt x="1691" y="658"/>
                      </a:lnTo>
                      <a:lnTo>
                        <a:pt x="1692" y="659"/>
                      </a:lnTo>
                      <a:lnTo>
                        <a:pt x="1694" y="659"/>
                      </a:lnTo>
                      <a:lnTo>
                        <a:pt x="1695" y="659"/>
                      </a:lnTo>
                      <a:lnTo>
                        <a:pt x="1697" y="659"/>
                      </a:lnTo>
                      <a:lnTo>
                        <a:pt x="1698" y="659"/>
                      </a:lnTo>
                      <a:lnTo>
                        <a:pt x="1699" y="659"/>
                      </a:lnTo>
                      <a:lnTo>
                        <a:pt x="1701" y="659"/>
                      </a:lnTo>
                      <a:lnTo>
                        <a:pt x="1702" y="659"/>
                      </a:lnTo>
                      <a:lnTo>
                        <a:pt x="1704" y="659"/>
                      </a:lnTo>
                      <a:lnTo>
                        <a:pt x="1705" y="659"/>
                      </a:lnTo>
                      <a:lnTo>
                        <a:pt x="1706" y="659"/>
                      </a:lnTo>
                      <a:lnTo>
                        <a:pt x="1708" y="659"/>
                      </a:lnTo>
                      <a:lnTo>
                        <a:pt x="1709" y="659"/>
                      </a:lnTo>
                      <a:lnTo>
                        <a:pt x="1711" y="659"/>
                      </a:lnTo>
                      <a:lnTo>
                        <a:pt x="1712" y="659"/>
                      </a:lnTo>
                      <a:lnTo>
                        <a:pt x="1713" y="659"/>
                      </a:lnTo>
                      <a:lnTo>
                        <a:pt x="1715" y="659"/>
                      </a:lnTo>
                      <a:lnTo>
                        <a:pt x="1716" y="659"/>
                      </a:lnTo>
                      <a:lnTo>
                        <a:pt x="1718" y="659"/>
                      </a:lnTo>
                      <a:lnTo>
                        <a:pt x="1719" y="659"/>
                      </a:lnTo>
                      <a:lnTo>
                        <a:pt x="1720" y="659"/>
                      </a:lnTo>
                      <a:lnTo>
                        <a:pt x="1722" y="659"/>
                      </a:lnTo>
                      <a:lnTo>
                        <a:pt x="1723" y="659"/>
                      </a:lnTo>
                      <a:lnTo>
                        <a:pt x="1725" y="659"/>
                      </a:lnTo>
                      <a:lnTo>
                        <a:pt x="1726" y="659"/>
                      </a:lnTo>
                      <a:lnTo>
                        <a:pt x="1727" y="659"/>
                      </a:lnTo>
                      <a:lnTo>
                        <a:pt x="1729" y="659"/>
                      </a:lnTo>
                      <a:lnTo>
                        <a:pt x="1730" y="659"/>
                      </a:lnTo>
                      <a:lnTo>
                        <a:pt x="1732" y="659"/>
                      </a:lnTo>
                      <a:lnTo>
                        <a:pt x="1733" y="659"/>
                      </a:lnTo>
                      <a:lnTo>
                        <a:pt x="1734" y="659"/>
                      </a:lnTo>
                      <a:lnTo>
                        <a:pt x="1736" y="659"/>
                      </a:lnTo>
                      <a:lnTo>
                        <a:pt x="1737" y="659"/>
                      </a:lnTo>
                      <a:lnTo>
                        <a:pt x="1739" y="659"/>
                      </a:lnTo>
                      <a:lnTo>
                        <a:pt x="1740" y="659"/>
                      </a:lnTo>
                      <a:lnTo>
                        <a:pt x="1742" y="659"/>
                      </a:lnTo>
                      <a:lnTo>
                        <a:pt x="1743" y="659"/>
                      </a:lnTo>
                      <a:lnTo>
                        <a:pt x="1744" y="659"/>
                      </a:lnTo>
                      <a:lnTo>
                        <a:pt x="1746" y="659"/>
                      </a:lnTo>
                      <a:lnTo>
                        <a:pt x="1747" y="659"/>
                      </a:lnTo>
                      <a:lnTo>
                        <a:pt x="1749" y="659"/>
                      </a:lnTo>
                      <a:lnTo>
                        <a:pt x="1750" y="659"/>
                      </a:lnTo>
                      <a:lnTo>
                        <a:pt x="1751" y="659"/>
                      </a:lnTo>
                      <a:lnTo>
                        <a:pt x="1753" y="660"/>
                      </a:lnTo>
                      <a:lnTo>
                        <a:pt x="1754" y="660"/>
                      </a:lnTo>
                      <a:lnTo>
                        <a:pt x="1756" y="660"/>
                      </a:lnTo>
                      <a:lnTo>
                        <a:pt x="1757" y="660"/>
                      </a:lnTo>
                      <a:lnTo>
                        <a:pt x="1758" y="660"/>
                      </a:lnTo>
                      <a:lnTo>
                        <a:pt x="1760" y="660"/>
                      </a:lnTo>
                      <a:lnTo>
                        <a:pt x="1761" y="660"/>
                      </a:lnTo>
                      <a:lnTo>
                        <a:pt x="1763" y="660"/>
                      </a:lnTo>
                      <a:lnTo>
                        <a:pt x="1764" y="660"/>
                      </a:lnTo>
                      <a:lnTo>
                        <a:pt x="1765" y="660"/>
                      </a:lnTo>
                      <a:lnTo>
                        <a:pt x="1767" y="660"/>
                      </a:lnTo>
                      <a:lnTo>
                        <a:pt x="1768" y="660"/>
                      </a:lnTo>
                      <a:lnTo>
                        <a:pt x="1770" y="660"/>
                      </a:lnTo>
                      <a:lnTo>
                        <a:pt x="1771" y="660"/>
                      </a:lnTo>
                      <a:lnTo>
                        <a:pt x="1772" y="660"/>
                      </a:lnTo>
                      <a:lnTo>
                        <a:pt x="1774" y="660"/>
                      </a:lnTo>
                      <a:lnTo>
                        <a:pt x="1775" y="660"/>
                      </a:lnTo>
                      <a:lnTo>
                        <a:pt x="1777" y="660"/>
                      </a:lnTo>
                      <a:lnTo>
                        <a:pt x="1778" y="660"/>
                      </a:lnTo>
                      <a:lnTo>
                        <a:pt x="1779" y="660"/>
                      </a:lnTo>
                      <a:lnTo>
                        <a:pt x="1781" y="660"/>
                      </a:lnTo>
                      <a:lnTo>
                        <a:pt x="1782" y="660"/>
                      </a:lnTo>
                      <a:lnTo>
                        <a:pt x="1784" y="660"/>
                      </a:lnTo>
                      <a:lnTo>
                        <a:pt x="1785" y="660"/>
                      </a:lnTo>
                      <a:lnTo>
                        <a:pt x="1786" y="660"/>
                      </a:lnTo>
                      <a:lnTo>
                        <a:pt x="1788" y="660"/>
                      </a:lnTo>
                      <a:lnTo>
                        <a:pt x="1789" y="660"/>
                      </a:lnTo>
                      <a:lnTo>
                        <a:pt x="1791" y="660"/>
                      </a:lnTo>
                      <a:lnTo>
                        <a:pt x="1792" y="660"/>
                      </a:lnTo>
                      <a:lnTo>
                        <a:pt x="1793" y="660"/>
                      </a:lnTo>
                      <a:lnTo>
                        <a:pt x="1795" y="660"/>
                      </a:lnTo>
                      <a:lnTo>
                        <a:pt x="1796" y="660"/>
                      </a:lnTo>
                      <a:lnTo>
                        <a:pt x="1798" y="660"/>
                      </a:lnTo>
                      <a:lnTo>
                        <a:pt x="1799" y="660"/>
                      </a:lnTo>
                      <a:lnTo>
                        <a:pt x="1800" y="660"/>
                      </a:lnTo>
                      <a:lnTo>
                        <a:pt x="1802" y="660"/>
                      </a:lnTo>
                      <a:lnTo>
                        <a:pt x="1803" y="660"/>
                      </a:lnTo>
                      <a:lnTo>
                        <a:pt x="1805" y="660"/>
                      </a:lnTo>
                      <a:lnTo>
                        <a:pt x="1806" y="660"/>
                      </a:lnTo>
                      <a:lnTo>
                        <a:pt x="1808" y="660"/>
                      </a:lnTo>
                      <a:lnTo>
                        <a:pt x="1809" y="660"/>
                      </a:lnTo>
                      <a:lnTo>
                        <a:pt x="1810" y="660"/>
                      </a:lnTo>
                      <a:lnTo>
                        <a:pt x="1812" y="660"/>
                      </a:lnTo>
                      <a:lnTo>
                        <a:pt x="1813" y="660"/>
                      </a:lnTo>
                      <a:lnTo>
                        <a:pt x="1815" y="660"/>
                      </a:lnTo>
                      <a:lnTo>
                        <a:pt x="1816" y="660"/>
                      </a:lnTo>
                      <a:lnTo>
                        <a:pt x="1817" y="660"/>
                      </a:lnTo>
                      <a:lnTo>
                        <a:pt x="1819" y="660"/>
                      </a:lnTo>
                      <a:lnTo>
                        <a:pt x="1820" y="660"/>
                      </a:lnTo>
                      <a:lnTo>
                        <a:pt x="1822" y="661"/>
                      </a:lnTo>
                      <a:lnTo>
                        <a:pt x="1823" y="661"/>
                      </a:lnTo>
                      <a:lnTo>
                        <a:pt x="1824" y="661"/>
                      </a:lnTo>
                      <a:lnTo>
                        <a:pt x="1826" y="661"/>
                      </a:lnTo>
                      <a:lnTo>
                        <a:pt x="1827" y="661"/>
                      </a:lnTo>
                      <a:lnTo>
                        <a:pt x="1829" y="661"/>
                      </a:lnTo>
                      <a:lnTo>
                        <a:pt x="1830" y="661"/>
                      </a:lnTo>
                      <a:lnTo>
                        <a:pt x="1831" y="661"/>
                      </a:lnTo>
                      <a:lnTo>
                        <a:pt x="1833" y="661"/>
                      </a:lnTo>
                      <a:lnTo>
                        <a:pt x="1834" y="661"/>
                      </a:lnTo>
                      <a:lnTo>
                        <a:pt x="1836" y="661"/>
                      </a:lnTo>
                      <a:lnTo>
                        <a:pt x="1837" y="661"/>
                      </a:lnTo>
                      <a:lnTo>
                        <a:pt x="1838" y="661"/>
                      </a:lnTo>
                      <a:lnTo>
                        <a:pt x="1840" y="661"/>
                      </a:lnTo>
                      <a:lnTo>
                        <a:pt x="1841" y="661"/>
                      </a:lnTo>
                      <a:lnTo>
                        <a:pt x="1843" y="661"/>
                      </a:lnTo>
                      <a:lnTo>
                        <a:pt x="1844" y="661"/>
                      </a:lnTo>
                      <a:lnTo>
                        <a:pt x="1845" y="661"/>
                      </a:lnTo>
                      <a:lnTo>
                        <a:pt x="1847" y="661"/>
                      </a:lnTo>
                      <a:lnTo>
                        <a:pt x="1848" y="661"/>
                      </a:lnTo>
                      <a:lnTo>
                        <a:pt x="1850" y="661"/>
                      </a:lnTo>
                      <a:lnTo>
                        <a:pt x="1851" y="661"/>
                      </a:lnTo>
                      <a:lnTo>
                        <a:pt x="1852" y="661"/>
                      </a:lnTo>
                      <a:lnTo>
                        <a:pt x="1854" y="661"/>
                      </a:lnTo>
                      <a:lnTo>
                        <a:pt x="1855" y="661"/>
                      </a:lnTo>
                      <a:lnTo>
                        <a:pt x="1857" y="661"/>
                      </a:lnTo>
                      <a:lnTo>
                        <a:pt x="1858" y="661"/>
                      </a:lnTo>
                      <a:lnTo>
                        <a:pt x="1859" y="661"/>
                      </a:lnTo>
                      <a:lnTo>
                        <a:pt x="1861" y="661"/>
                      </a:lnTo>
                      <a:lnTo>
                        <a:pt x="1862" y="661"/>
                      </a:lnTo>
                      <a:lnTo>
                        <a:pt x="1864" y="661"/>
                      </a:lnTo>
                      <a:lnTo>
                        <a:pt x="1865" y="661"/>
                      </a:lnTo>
                      <a:lnTo>
                        <a:pt x="1866" y="661"/>
                      </a:lnTo>
                      <a:lnTo>
                        <a:pt x="1868" y="661"/>
                      </a:lnTo>
                      <a:lnTo>
                        <a:pt x="1869" y="661"/>
                      </a:lnTo>
                      <a:lnTo>
                        <a:pt x="1871" y="661"/>
                      </a:lnTo>
                      <a:lnTo>
                        <a:pt x="1872" y="661"/>
                      </a:lnTo>
                      <a:lnTo>
                        <a:pt x="1874" y="661"/>
                      </a:lnTo>
                      <a:lnTo>
                        <a:pt x="1875" y="661"/>
                      </a:lnTo>
                      <a:lnTo>
                        <a:pt x="1876" y="661"/>
                      </a:lnTo>
                      <a:lnTo>
                        <a:pt x="1878" y="661"/>
                      </a:lnTo>
                      <a:lnTo>
                        <a:pt x="1879" y="661"/>
                      </a:lnTo>
                      <a:lnTo>
                        <a:pt x="1881" y="661"/>
                      </a:lnTo>
                      <a:lnTo>
                        <a:pt x="1882" y="661"/>
                      </a:lnTo>
                      <a:lnTo>
                        <a:pt x="1883" y="662"/>
                      </a:lnTo>
                      <a:lnTo>
                        <a:pt x="1885" y="662"/>
                      </a:lnTo>
                      <a:lnTo>
                        <a:pt x="1886" y="662"/>
                      </a:lnTo>
                      <a:lnTo>
                        <a:pt x="1888" y="662"/>
                      </a:lnTo>
                      <a:lnTo>
                        <a:pt x="1889" y="662"/>
                      </a:lnTo>
                      <a:lnTo>
                        <a:pt x="1890" y="662"/>
                      </a:lnTo>
                      <a:lnTo>
                        <a:pt x="1892" y="662"/>
                      </a:lnTo>
                      <a:lnTo>
                        <a:pt x="1893" y="662"/>
                      </a:lnTo>
                      <a:lnTo>
                        <a:pt x="1895" y="662"/>
                      </a:lnTo>
                      <a:lnTo>
                        <a:pt x="1896" y="662"/>
                      </a:lnTo>
                      <a:lnTo>
                        <a:pt x="1897" y="662"/>
                      </a:lnTo>
                      <a:lnTo>
                        <a:pt x="1899" y="662"/>
                      </a:lnTo>
                      <a:lnTo>
                        <a:pt x="1900" y="662"/>
                      </a:lnTo>
                      <a:lnTo>
                        <a:pt x="1902" y="662"/>
                      </a:lnTo>
                      <a:lnTo>
                        <a:pt x="1903" y="662"/>
                      </a:lnTo>
                      <a:lnTo>
                        <a:pt x="1904" y="662"/>
                      </a:lnTo>
                      <a:lnTo>
                        <a:pt x="1906" y="662"/>
                      </a:lnTo>
                      <a:lnTo>
                        <a:pt x="1907" y="662"/>
                      </a:lnTo>
                      <a:lnTo>
                        <a:pt x="1909" y="662"/>
                      </a:lnTo>
                      <a:lnTo>
                        <a:pt x="1910" y="662"/>
                      </a:lnTo>
                      <a:lnTo>
                        <a:pt x="1911" y="662"/>
                      </a:lnTo>
                      <a:lnTo>
                        <a:pt x="1913" y="662"/>
                      </a:lnTo>
                      <a:lnTo>
                        <a:pt x="1914" y="662"/>
                      </a:lnTo>
                      <a:lnTo>
                        <a:pt x="1916" y="662"/>
                      </a:lnTo>
                      <a:lnTo>
                        <a:pt x="1917" y="662"/>
                      </a:lnTo>
                      <a:lnTo>
                        <a:pt x="1918" y="662"/>
                      </a:lnTo>
                      <a:lnTo>
                        <a:pt x="1920" y="662"/>
                      </a:lnTo>
                      <a:lnTo>
                        <a:pt x="1921" y="662"/>
                      </a:lnTo>
                      <a:lnTo>
                        <a:pt x="1923" y="662"/>
                      </a:lnTo>
                      <a:lnTo>
                        <a:pt x="1924" y="662"/>
                      </a:lnTo>
                      <a:lnTo>
                        <a:pt x="1925" y="662"/>
                      </a:lnTo>
                      <a:lnTo>
                        <a:pt x="1927" y="662"/>
                      </a:lnTo>
                      <a:lnTo>
                        <a:pt x="1928" y="662"/>
                      </a:lnTo>
                      <a:lnTo>
                        <a:pt x="1930" y="662"/>
                      </a:lnTo>
                      <a:lnTo>
                        <a:pt x="1931" y="662"/>
                      </a:lnTo>
                      <a:lnTo>
                        <a:pt x="1933" y="662"/>
                      </a:lnTo>
                      <a:lnTo>
                        <a:pt x="1934" y="662"/>
                      </a:lnTo>
                      <a:lnTo>
                        <a:pt x="1935" y="662"/>
                      </a:lnTo>
                      <a:lnTo>
                        <a:pt x="1937" y="662"/>
                      </a:lnTo>
                      <a:lnTo>
                        <a:pt x="1938" y="662"/>
                      </a:lnTo>
                      <a:lnTo>
                        <a:pt x="1940" y="662"/>
                      </a:lnTo>
                      <a:lnTo>
                        <a:pt x="1941" y="662"/>
                      </a:lnTo>
                      <a:lnTo>
                        <a:pt x="1942" y="662"/>
                      </a:lnTo>
                      <a:lnTo>
                        <a:pt x="1944" y="662"/>
                      </a:lnTo>
                      <a:lnTo>
                        <a:pt x="1945" y="663"/>
                      </a:lnTo>
                      <a:lnTo>
                        <a:pt x="1947" y="663"/>
                      </a:lnTo>
                      <a:lnTo>
                        <a:pt x="1948" y="663"/>
                      </a:lnTo>
                      <a:lnTo>
                        <a:pt x="1949" y="663"/>
                      </a:lnTo>
                      <a:lnTo>
                        <a:pt x="1951" y="663"/>
                      </a:lnTo>
                      <a:lnTo>
                        <a:pt x="1952" y="663"/>
                      </a:lnTo>
                      <a:lnTo>
                        <a:pt x="1954" y="663"/>
                      </a:lnTo>
                      <a:lnTo>
                        <a:pt x="1955" y="663"/>
                      </a:lnTo>
                      <a:lnTo>
                        <a:pt x="1956" y="663"/>
                      </a:lnTo>
                      <a:lnTo>
                        <a:pt x="1958" y="663"/>
                      </a:lnTo>
                      <a:lnTo>
                        <a:pt x="1959" y="663"/>
                      </a:lnTo>
                      <a:lnTo>
                        <a:pt x="1961" y="663"/>
                      </a:lnTo>
                      <a:lnTo>
                        <a:pt x="1962" y="663"/>
                      </a:lnTo>
                      <a:lnTo>
                        <a:pt x="1963" y="663"/>
                      </a:lnTo>
                      <a:lnTo>
                        <a:pt x="1965" y="663"/>
                      </a:lnTo>
                      <a:lnTo>
                        <a:pt x="1966" y="663"/>
                      </a:lnTo>
                      <a:lnTo>
                        <a:pt x="1968" y="663"/>
                      </a:lnTo>
                      <a:lnTo>
                        <a:pt x="1969" y="663"/>
                      </a:lnTo>
                      <a:lnTo>
                        <a:pt x="1970" y="663"/>
                      </a:lnTo>
                      <a:lnTo>
                        <a:pt x="1972" y="663"/>
                      </a:lnTo>
                      <a:lnTo>
                        <a:pt x="1973" y="663"/>
                      </a:lnTo>
                      <a:lnTo>
                        <a:pt x="1975" y="663"/>
                      </a:lnTo>
                      <a:lnTo>
                        <a:pt x="1976" y="663"/>
                      </a:lnTo>
                      <a:lnTo>
                        <a:pt x="1977" y="663"/>
                      </a:lnTo>
                      <a:lnTo>
                        <a:pt x="1979" y="663"/>
                      </a:lnTo>
                      <a:lnTo>
                        <a:pt x="1980" y="663"/>
                      </a:lnTo>
                      <a:lnTo>
                        <a:pt x="1982" y="663"/>
                      </a:lnTo>
                      <a:lnTo>
                        <a:pt x="1983" y="663"/>
                      </a:lnTo>
                      <a:lnTo>
                        <a:pt x="1984" y="663"/>
                      </a:lnTo>
                      <a:lnTo>
                        <a:pt x="1986" y="663"/>
                      </a:lnTo>
                      <a:lnTo>
                        <a:pt x="1987" y="663"/>
                      </a:lnTo>
                      <a:lnTo>
                        <a:pt x="1989" y="663"/>
                      </a:lnTo>
                      <a:lnTo>
                        <a:pt x="1990" y="663"/>
                      </a:lnTo>
                      <a:lnTo>
                        <a:pt x="1991" y="663"/>
                      </a:lnTo>
                      <a:lnTo>
                        <a:pt x="1993" y="663"/>
                      </a:lnTo>
                      <a:lnTo>
                        <a:pt x="1994" y="663"/>
                      </a:lnTo>
                      <a:lnTo>
                        <a:pt x="1996" y="664"/>
                      </a:lnTo>
                      <a:lnTo>
                        <a:pt x="1997" y="664"/>
                      </a:lnTo>
                      <a:lnTo>
                        <a:pt x="1999" y="664"/>
                      </a:lnTo>
                      <a:lnTo>
                        <a:pt x="2000" y="664"/>
                      </a:lnTo>
                      <a:lnTo>
                        <a:pt x="2001" y="664"/>
                      </a:lnTo>
                      <a:lnTo>
                        <a:pt x="2003" y="665"/>
                      </a:lnTo>
                      <a:lnTo>
                        <a:pt x="2004" y="665"/>
                      </a:lnTo>
                      <a:lnTo>
                        <a:pt x="2006" y="665"/>
                      </a:lnTo>
                      <a:lnTo>
                        <a:pt x="2007" y="665"/>
                      </a:lnTo>
                      <a:lnTo>
                        <a:pt x="2008" y="665"/>
                      </a:lnTo>
                      <a:lnTo>
                        <a:pt x="2010" y="665"/>
                      </a:lnTo>
                      <a:lnTo>
                        <a:pt x="2011" y="665"/>
                      </a:lnTo>
                      <a:lnTo>
                        <a:pt x="2013" y="665"/>
                      </a:lnTo>
                      <a:lnTo>
                        <a:pt x="2014" y="663"/>
                      </a:lnTo>
                      <a:lnTo>
                        <a:pt x="2015" y="663"/>
                      </a:lnTo>
                      <a:lnTo>
                        <a:pt x="2017" y="663"/>
                      </a:lnTo>
                      <a:lnTo>
                        <a:pt x="2018" y="663"/>
                      </a:lnTo>
                      <a:lnTo>
                        <a:pt x="2020" y="663"/>
                      </a:lnTo>
                      <a:lnTo>
                        <a:pt x="2021" y="663"/>
                      </a:lnTo>
                      <a:lnTo>
                        <a:pt x="2022" y="663"/>
                      </a:lnTo>
                      <a:lnTo>
                        <a:pt x="2024" y="663"/>
                      </a:lnTo>
                      <a:lnTo>
                        <a:pt x="2025" y="663"/>
                      </a:lnTo>
                      <a:lnTo>
                        <a:pt x="2027" y="663"/>
                      </a:lnTo>
                      <a:lnTo>
                        <a:pt x="2028" y="664"/>
                      </a:lnTo>
                      <a:lnTo>
                        <a:pt x="2029" y="665"/>
                      </a:lnTo>
                      <a:lnTo>
                        <a:pt x="2031" y="665"/>
                      </a:lnTo>
                      <a:lnTo>
                        <a:pt x="2032" y="665"/>
                      </a:lnTo>
                      <a:lnTo>
                        <a:pt x="2034" y="665"/>
                      </a:lnTo>
                      <a:lnTo>
                        <a:pt x="2035" y="665"/>
                      </a:lnTo>
                      <a:lnTo>
                        <a:pt x="2036" y="665"/>
                      </a:lnTo>
                      <a:lnTo>
                        <a:pt x="2038" y="665"/>
                      </a:lnTo>
                      <a:lnTo>
                        <a:pt x="2039" y="665"/>
                      </a:lnTo>
                      <a:lnTo>
                        <a:pt x="2041" y="664"/>
                      </a:lnTo>
                      <a:lnTo>
                        <a:pt x="2042" y="663"/>
                      </a:lnTo>
                      <a:lnTo>
                        <a:pt x="2043" y="662"/>
                      </a:lnTo>
                      <a:lnTo>
                        <a:pt x="2045" y="661"/>
                      </a:lnTo>
                      <a:lnTo>
                        <a:pt x="2046" y="661"/>
                      </a:lnTo>
                      <a:lnTo>
                        <a:pt x="2048" y="661"/>
                      </a:lnTo>
                      <a:lnTo>
                        <a:pt x="2049" y="661"/>
                      </a:lnTo>
                      <a:lnTo>
                        <a:pt x="2050" y="661"/>
                      </a:lnTo>
                      <a:lnTo>
                        <a:pt x="2052" y="661"/>
                      </a:lnTo>
                      <a:lnTo>
                        <a:pt x="2053" y="662"/>
                      </a:lnTo>
                      <a:lnTo>
                        <a:pt x="2055" y="662"/>
                      </a:lnTo>
                      <a:lnTo>
                        <a:pt x="2056" y="662"/>
                      </a:lnTo>
                      <a:lnTo>
                        <a:pt x="2057" y="660"/>
                      </a:lnTo>
                      <a:lnTo>
                        <a:pt x="2059" y="660"/>
                      </a:lnTo>
                      <a:lnTo>
                        <a:pt x="2060" y="661"/>
                      </a:lnTo>
                      <a:lnTo>
                        <a:pt x="2062" y="660"/>
                      </a:lnTo>
                      <a:lnTo>
                        <a:pt x="2063" y="660"/>
                      </a:lnTo>
                      <a:lnTo>
                        <a:pt x="2065" y="661"/>
                      </a:lnTo>
                      <a:lnTo>
                        <a:pt x="2066" y="661"/>
                      </a:lnTo>
                      <a:lnTo>
                        <a:pt x="2067" y="661"/>
                      </a:lnTo>
                      <a:lnTo>
                        <a:pt x="2069" y="661"/>
                      </a:lnTo>
                      <a:lnTo>
                        <a:pt x="2070" y="661"/>
                      </a:lnTo>
                      <a:lnTo>
                        <a:pt x="2072" y="661"/>
                      </a:lnTo>
                      <a:lnTo>
                        <a:pt x="2073" y="661"/>
                      </a:lnTo>
                      <a:lnTo>
                        <a:pt x="2074" y="661"/>
                      </a:lnTo>
                      <a:lnTo>
                        <a:pt x="2076" y="661"/>
                      </a:lnTo>
                      <a:lnTo>
                        <a:pt x="2077" y="661"/>
                      </a:lnTo>
                      <a:lnTo>
                        <a:pt x="2079" y="661"/>
                      </a:lnTo>
                      <a:lnTo>
                        <a:pt x="2080" y="661"/>
                      </a:lnTo>
                      <a:lnTo>
                        <a:pt x="2081" y="661"/>
                      </a:lnTo>
                      <a:lnTo>
                        <a:pt x="2083" y="661"/>
                      </a:lnTo>
                      <a:lnTo>
                        <a:pt x="2084" y="662"/>
                      </a:lnTo>
                      <a:lnTo>
                        <a:pt x="2086" y="661"/>
                      </a:lnTo>
                      <a:lnTo>
                        <a:pt x="2087" y="661"/>
                      </a:lnTo>
                      <a:lnTo>
                        <a:pt x="2088" y="661"/>
                      </a:lnTo>
                      <a:lnTo>
                        <a:pt x="2090" y="661"/>
                      </a:lnTo>
                      <a:lnTo>
                        <a:pt x="2091" y="661"/>
                      </a:lnTo>
                      <a:lnTo>
                        <a:pt x="2093" y="661"/>
                      </a:lnTo>
                      <a:lnTo>
                        <a:pt x="2094" y="661"/>
                      </a:lnTo>
                      <a:lnTo>
                        <a:pt x="2095" y="661"/>
                      </a:lnTo>
                      <a:lnTo>
                        <a:pt x="2097" y="661"/>
                      </a:lnTo>
                      <a:lnTo>
                        <a:pt x="2098" y="661"/>
                      </a:lnTo>
                      <a:lnTo>
                        <a:pt x="2100" y="661"/>
                      </a:lnTo>
                      <a:lnTo>
                        <a:pt x="2101" y="661"/>
                      </a:lnTo>
                      <a:lnTo>
                        <a:pt x="2102" y="662"/>
                      </a:lnTo>
                      <a:lnTo>
                        <a:pt x="2104" y="662"/>
                      </a:lnTo>
                      <a:lnTo>
                        <a:pt x="2105" y="662"/>
                      </a:lnTo>
                      <a:lnTo>
                        <a:pt x="2107" y="662"/>
                      </a:lnTo>
                      <a:lnTo>
                        <a:pt x="2108" y="662"/>
                      </a:lnTo>
                      <a:lnTo>
                        <a:pt x="2109" y="662"/>
                      </a:lnTo>
                      <a:lnTo>
                        <a:pt x="2111" y="662"/>
                      </a:lnTo>
                      <a:lnTo>
                        <a:pt x="2112" y="662"/>
                      </a:lnTo>
                      <a:lnTo>
                        <a:pt x="2114" y="662"/>
                      </a:lnTo>
                      <a:lnTo>
                        <a:pt x="2115" y="662"/>
                      </a:lnTo>
                      <a:lnTo>
                        <a:pt x="2116" y="662"/>
                      </a:lnTo>
                      <a:lnTo>
                        <a:pt x="2118" y="662"/>
                      </a:lnTo>
                      <a:lnTo>
                        <a:pt x="2119" y="662"/>
                      </a:lnTo>
                      <a:lnTo>
                        <a:pt x="2121" y="662"/>
                      </a:lnTo>
                      <a:lnTo>
                        <a:pt x="2122" y="662"/>
                      </a:lnTo>
                      <a:lnTo>
                        <a:pt x="2124" y="662"/>
                      </a:lnTo>
                      <a:lnTo>
                        <a:pt x="2125" y="662"/>
                      </a:lnTo>
                      <a:lnTo>
                        <a:pt x="2126" y="662"/>
                      </a:lnTo>
                      <a:lnTo>
                        <a:pt x="2128" y="662"/>
                      </a:lnTo>
                      <a:lnTo>
                        <a:pt x="2129" y="662"/>
                      </a:lnTo>
                      <a:lnTo>
                        <a:pt x="2131" y="662"/>
                      </a:lnTo>
                      <a:lnTo>
                        <a:pt x="2132" y="662"/>
                      </a:lnTo>
                      <a:lnTo>
                        <a:pt x="2133" y="662"/>
                      </a:lnTo>
                      <a:lnTo>
                        <a:pt x="2135" y="662"/>
                      </a:lnTo>
                      <a:lnTo>
                        <a:pt x="2136" y="662"/>
                      </a:lnTo>
                      <a:lnTo>
                        <a:pt x="2138" y="663"/>
                      </a:lnTo>
                      <a:lnTo>
                        <a:pt x="2139" y="663"/>
                      </a:lnTo>
                      <a:lnTo>
                        <a:pt x="2140" y="663"/>
                      </a:lnTo>
                      <a:lnTo>
                        <a:pt x="2142" y="663"/>
                      </a:lnTo>
                      <a:lnTo>
                        <a:pt x="2143" y="663"/>
                      </a:lnTo>
                      <a:lnTo>
                        <a:pt x="2145" y="663"/>
                      </a:lnTo>
                      <a:lnTo>
                        <a:pt x="2146" y="663"/>
                      </a:lnTo>
                      <a:lnTo>
                        <a:pt x="2147" y="663"/>
                      </a:lnTo>
                      <a:lnTo>
                        <a:pt x="2149" y="663"/>
                      </a:lnTo>
                      <a:lnTo>
                        <a:pt x="2150" y="663"/>
                      </a:lnTo>
                      <a:lnTo>
                        <a:pt x="2152" y="663"/>
                      </a:lnTo>
                      <a:lnTo>
                        <a:pt x="2153" y="663"/>
                      </a:lnTo>
                      <a:lnTo>
                        <a:pt x="2154" y="663"/>
                      </a:lnTo>
                      <a:lnTo>
                        <a:pt x="2156" y="663"/>
                      </a:lnTo>
                      <a:lnTo>
                        <a:pt x="2157" y="663"/>
                      </a:lnTo>
                      <a:lnTo>
                        <a:pt x="2159" y="663"/>
                      </a:lnTo>
                      <a:lnTo>
                        <a:pt x="2160" y="663"/>
                      </a:lnTo>
                      <a:lnTo>
                        <a:pt x="2161" y="663"/>
                      </a:lnTo>
                    </a:path>
                  </a:pathLst>
                </a:custGeom>
                <a:noFill/>
                <a:ln cap="flat" cmpd="sng" w="25400">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358" name="Google Shape;358;p16"/>
                <p:cNvSpPr/>
                <p:nvPr/>
              </p:nvSpPr>
              <p:spPr>
                <a:xfrm flipH="1" rot="10800000">
                  <a:off x="4673600" y="4013200"/>
                  <a:ext cx="350838" cy="9525"/>
                </a:xfrm>
                <a:custGeom>
                  <a:rect b="b" l="l" r="r" t="t"/>
                  <a:pathLst>
                    <a:path extrusionOk="0" h="7" w="238">
                      <a:moveTo>
                        <a:pt x="0" y="7"/>
                      </a:moveTo>
                      <a:lnTo>
                        <a:pt x="1" y="7"/>
                      </a:lnTo>
                      <a:lnTo>
                        <a:pt x="2" y="7"/>
                      </a:lnTo>
                      <a:lnTo>
                        <a:pt x="4" y="7"/>
                      </a:lnTo>
                      <a:lnTo>
                        <a:pt x="5" y="7"/>
                      </a:lnTo>
                      <a:lnTo>
                        <a:pt x="7" y="7"/>
                      </a:lnTo>
                      <a:lnTo>
                        <a:pt x="8" y="7"/>
                      </a:lnTo>
                      <a:lnTo>
                        <a:pt x="9" y="7"/>
                      </a:lnTo>
                      <a:lnTo>
                        <a:pt x="11" y="7"/>
                      </a:lnTo>
                      <a:lnTo>
                        <a:pt x="12" y="7"/>
                      </a:lnTo>
                      <a:lnTo>
                        <a:pt x="14" y="7"/>
                      </a:lnTo>
                      <a:lnTo>
                        <a:pt x="15" y="7"/>
                      </a:lnTo>
                      <a:lnTo>
                        <a:pt x="16" y="6"/>
                      </a:lnTo>
                      <a:lnTo>
                        <a:pt x="18" y="5"/>
                      </a:lnTo>
                      <a:lnTo>
                        <a:pt x="19" y="5"/>
                      </a:lnTo>
                      <a:lnTo>
                        <a:pt x="21" y="5"/>
                      </a:lnTo>
                      <a:lnTo>
                        <a:pt x="22" y="5"/>
                      </a:lnTo>
                      <a:lnTo>
                        <a:pt x="23" y="4"/>
                      </a:lnTo>
                      <a:lnTo>
                        <a:pt x="25" y="4"/>
                      </a:lnTo>
                      <a:lnTo>
                        <a:pt x="26" y="4"/>
                      </a:lnTo>
                      <a:lnTo>
                        <a:pt x="28" y="4"/>
                      </a:lnTo>
                      <a:lnTo>
                        <a:pt x="29" y="4"/>
                      </a:lnTo>
                      <a:lnTo>
                        <a:pt x="31" y="4"/>
                      </a:lnTo>
                      <a:lnTo>
                        <a:pt x="32" y="5"/>
                      </a:lnTo>
                      <a:lnTo>
                        <a:pt x="33" y="5"/>
                      </a:lnTo>
                      <a:lnTo>
                        <a:pt x="35" y="5"/>
                      </a:lnTo>
                      <a:lnTo>
                        <a:pt x="36" y="6"/>
                      </a:lnTo>
                      <a:lnTo>
                        <a:pt x="38" y="6"/>
                      </a:lnTo>
                      <a:lnTo>
                        <a:pt x="39" y="6"/>
                      </a:lnTo>
                      <a:lnTo>
                        <a:pt x="40" y="6"/>
                      </a:lnTo>
                      <a:lnTo>
                        <a:pt x="42" y="6"/>
                      </a:lnTo>
                      <a:lnTo>
                        <a:pt x="43" y="5"/>
                      </a:lnTo>
                      <a:lnTo>
                        <a:pt x="45" y="4"/>
                      </a:lnTo>
                      <a:lnTo>
                        <a:pt x="46" y="3"/>
                      </a:lnTo>
                      <a:lnTo>
                        <a:pt x="47" y="2"/>
                      </a:lnTo>
                      <a:lnTo>
                        <a:pt x="49" y="1"/>
                      </a:lnTo>
                      <a:lnTo>
                        <a:pt x="50" y="1"/>
                      </a:lnTo>
                      <a:lnTo>
                        <a:pt x="52" y="1"/>
                      </a:lnTo>
                      <a:lnTo>
                        <a:pt x="53" y="1"/>
                      </a:lnTo>
                      <a:lnTo>
                        <a:pt x="54" y="2"/>
                      </a:lnTo>
                      <a:lnTo>
                        <a:pt x="56" y="2"/>
                      </a:lnTo>
                      <a:lnTo>
                        <a:pt x="57" y="2"/>
                      </a:lnTo>
                      <a:lnTo>
                        <a:pt x="59" y="2"/>
                      </a:lnTo>
                      <a:lnTo>
                        <a:pt x="60" y="1"/>
                      </a:lnTo>
                      <a:lnTo>
                        <a:pt x="61" y="0"/>
                      </a:lnTo>
                      <a:lnTo>
                        <a:pt x="63" y="0"/>
                      </a:lnTo>
                      <a:lnTo>
                        <a:pt x="64" y="0"/>
                      </a:lnTo>
                      <a:lnTo>
                        <a:pt x="66" y="0"/>
                      </a:lnTo>
                      <a:lnTo>
                        <a:pt x="67" y="0"/>
                      </a:lnTo>
                      <a:lnTo>
                        <a:pt x="68" y="1"/>
                      </a:lnTo>
                      <a:lnTo>
                        <a:pt x="70" y="1"/>
                      </a:lnTo>
                      <a:lnTo>
                        <a:pt x="71" y="1"/>
                      </a:lnTo>
                      <a:lnTo>
                        <a:pt x="73" y="1"/>
                      </a:lnTo>
                      <a:lnTo>
                        <a:pt x="74" y="1"/>
                      </a:lnTo>
                      <a:lnTo>
                        <a:pt x="75" y="1"/>
                      </a:lnTo>
                      <a:lnTo>
                        <a:pt x="77" y="1"/>
                      </a:lnTo>
                      <a:lnTo>
                        <a:pt x="78" y="1"/>
                      </a:lnTo>
                      <a:lnTo>
                        <a:pt x="80" y="1"/>
                      </a:lnTo>
                      <a:lnTo>
                        <a:pt x="81" y="1"/>
                      </a:lnTo>
                      <a:lnTo>
                        <a:pt x="82" y="1"/>
                      </a:lnTo>
                      <a:lnTo>
                        <a:pt x="84" y="1"/>
                      </a:lnTo>
                      <a:lnTo>
                        <a:pt x="85" y="1"/>
                      </a:lnTo>
                      <a:lnTo>
                        <a:pt x="87" y="1"/>
                      </a:lnTo>
                      <a:lnTo>
                        <a:pt x="88" y="1"/>
                      </a:lnTo>
                      <a:lnTo>
                        <a:pt x="90" y="1"/>
                      </a:lnTo>
                      <a:lnTo>
                        <a:pt x="91" y="1"/>
                      </a:lnTo>
                      <a:lnTo>
                        <a:pt x="92" y="1"/>
                      </a:lnTo>
                      <a:lnTo>
                        <a:pt x="94" y="1"/>
                      </a:lnTo>
                      <a:lnTo>
                        <a:pt x="95" y="1"/>
                      </a:lnTo>
                      <a:lnTo>
                        <a:pt x="97" y="1"/>
                      </a:lnTo>
                      <a:lnTo>
                        <a:pt x="98" y="1"/>
                      </a:lnTo>
                      <a:lnTo>
                        <a:pt x="99" y="1"/>
                      </a:lnTo>
                      <a:lnTo>
                        <a:pt x="101" y="1"/>
                      </a:lnTo>
                      <a:lnTo>
                        <a:pt x="102" y="1"/>
                      </a:lnTo>
                      <a:lnTo>
                        <a:pt x="104" y="1"/>
                      </a:lnTo>
                      <a:lnTo>
                        <a:pt x="105" y="1"/>
                      </a:lnTo>
                      <a:lnTo>
                        <a:pt x="106" y="1"/>
                      </a:lnTo>
                      <a:lnTo>
                        <a:pt x="108" y="1"/>
                      </a:lnTo>
                      <a:lnTo>
                        <a:pt x="109" y="1"/>
                      </a:lnTo>
                      <a:lnTo>
                        <a:pt x="111" y="2"/>
                      </a:lnTo>
                      <a:lnTo>
                        <a:pt x="112" y="2"/>
                      </a:lnTo>
                      <a:lnTo>
                        <a:pt x="113" y="2"/>
                      </a:lnTo>
                      <a:lnTo>
                        <a:pt x="115" y="2"/>
                      </a:lnTo>
                      <a:lnTo>
                        <a:pt x="116" y="2"/>
                      </a:lnTo>
                      <a:lnTo>
                        <a:pt x="118" y="2"/>
                      </a:lnTo>
                      <a:lnTo>
                        <a:pt x="119" y="2"/>
                      </a:lnTo>
                      <a:lnTo>
                        <a:pt x="120" y="2"/>
                      </a:lnTo>
                      <a:lnTo>
                        <a:pt x="122" y="2"/>
                      </a:lnTo>
                      <a:lnTo>
                        <a:pt x="123" y="2"/>
                      </a:lnTo>
                      <a:lnTo>
                        <a:pt x="125" y="2"/>
                      </a:lnTo>
                      <a:lnTo>
                        <a:pt x="126" y="2"/>
                      </a:lnTo>
                      <a:lnTo>
                        <a:pt x="127" y="2"/>
                      </a:lnTo>
                      <a:lnTo>
                        <a:pt x="129" y="2"/>
                      </a:lnTo>
                      <a:lnTo>
                        <a:pt x="130" y="2"/>
                      </a:lnTo>
                      <a:lnTo>
                        <a:pt x="132" y="2"/>
                      </a:lnTo>
                      <a:lnTo>
                        <a:pt x="133" y="2"/>
                      </a:lnTo>
                      <a:lnTo>
                        <a:pt x="134" y="2"/>
                      </a:lnTo>
                      <a:lnTo>
                        <a:pt x="136" y="2"/>
                      </a:lnTo>
                      <a:lnTo>
                        <a:pt x="137" y="2"/>
                      </a:lnTo>
                      <a:lnTo>
                        <a:pt x="139" y="2"/>
                      </a:lnTo>
                      <a:lnTo>
                        <a:pt x="140" y="2"/>
                      </a:lnTo>
                      <a:lnTo>
                        <a:pt x="141" y="2"/>
                      </a:lnTo>
                      <a:lnTo>
                        <a:pt x="143" y="2"/>
                      </a:lnTo>
                      <a:lnTo>
                        <a:pt x="144" y="2"/>
                      </a:lnTo>
                      <a:lnTo>
                        <a:pt x="146" y="2"/>
                      </a:lnTo>
                      <a:lnTo>
                        <a:pt x="147" y="2"/>
                      </a:lnTo>
                      <a:lnTo>
                        <a:pt x="148" y="2"/>
                      </a:lnTo>
                      <a:lnTo>
                        <a:pt x="150" y="2"/>
                      </a:lnTo>
                      <a:lnTo>
                        <a:pt x="151" y="2"/>
                      </a:lnTo>
                      <a:lnTo>
                        <a:pt x="153" y="2"/>
                      </a:lnTo>
                      <a:lnTo>
                        <a:pt x="154" y="2"/>
                      </a:lnTo>
                      <a:lnTo>
                        <a:pt x="156" y="3"/>
                      </a:lnTo>
                      <a:lnTo>
                        <a:pt x="157" y="3"/>
                      </a:lnTo>
                      <a:lnTo>
                        <a:pt x="158" y="3"/>
                      </a:lnTo>
                      <a:lnTo>
                        <a:pt x="160" y="3"/>
                      </a:lnTo>
                      <a:lnTo>
                        <a:pt x="161" y="3"/>
                      </a:lnTo>
                      <a:lnTo>
                        <a:pt x="163" y="3"/>
                      </a:lnTo>
                      <a:lnTo>
                        <a:pt x="164" y="3"/>
                      </a:lnTo>
                      <a:lnTo>
                        <a:pt x="165" y="3"/>
                      </a:lnTo>
                      <a:lnTo>
                        <a:pt x="167" y="3"/>
                      </a:lnTo>
                      <a:lnTo>
                        <a:pt x="168" y="3"/>
                      </a:lnTo>
                      <a:lnTo>
                        <a:pt x="170" y="3"/>
                      </a:lnTo>
                      <a:lnTo>
                        <a:pt x="171" y="3"/>
                      </a:lnTo>
                      <a:lnTo>
                        <a:pt x="172" y="3"/>
                      </a:lnTo>
                      <a:lnTo>
                        <a:pt x="174" y="3"/>
                      </a:lnTo>
                      <a:lnTo>
                        <a:pt x="175" y="3"/>
                      </a:lnTo>
                      <a:lnTo>
                        <a:pt x="177" y="3"/>
                      </a:lnTo>
                      <a:lnTo>
                        <a:pt x="178" y="3"/>
                      </a:lnTo>
                      <a:lnTo>
                        <a:pt x="179" y="3"/>
                      </a:lnTo>
                      <a:lnTo>
                        <a:pt x="181" y="3"/>
                      </a:lnTo>
                      <a:lnTo>
                        <a:pt x="182" y="3"/>
                      </a:lnTo>
                      <a:lnTo>
                        <a:pt x="184" y="3"/>
                      </a:lnTo>
                      <a:lnTo>
                        <a:pt x="185" y="3"/>
                      </a:lnTo>
                      <a:lnTo>
                        <a:pt x="186" y="3"/>
                      </a:lnTo>
                      <a:lnTo>
                        <a:pt x="188" y="3"/>
                      </a:lnTo>
                      <a:lnTo>
                        <a:pt x="189" y="3"/>
                      </a:lnTo>
                      <a:lnTo>
                        <a:pt x="191" y="3"/>
                      </a:lnTo>
                      <a:lnTo>
                        <a:pt x="192" y="3"/>
                      </a:lnTo>
                      <a:lnTo>
                        <a:pt x="193" y="3"/>
                      </a:lnTo>
                      <a:lnTo>
                        <a:pt x="195" y="3"/>
                      </a:lnTo>
                      <a:lnTo>
                        <a:pt x="196" y="3"/>
                      </a:lnTo>
                      <a:lnTo>
                        <a:pt x="198" y="3"/>
                      </a:lnTo>
                      <a:lnTo>
                        <a:pt x="199" y="3"/>
                      </a:lnTo>
                      <a:lnTo>
                        <a:pt x="200" y="3"/>
                      </a:lnTo>
                      <a:lnTo>
                        <a:pt x="202" y="4"/>
                      </a:lnTo>
                      <a:lnTo>
                        <a:pt x="203" y="4"/>
                      </a:lnTo>
                      <a:lnTo>
                        <a:pt x="205" y="4"/>
                      </a:lnTo>
                      <a:lnTo>
                        <a:pt x="206" y="4"/>
                      </a:lnTo>
                      <a:lnTo>
                        <a:pt x="207" y="4"/>
                      </a:lnTo>
                      <a:lnTo>
                        <a:pt x="209" y="4"/>
                      </a:lnTo>
                      <a:lnTo>
                        <a:pt x="210" y="4"/>
                      </a:lnTo>
                      <a:lnTo>
                        <a:pt x="212" y="4"/>
                      </a:lnTo>
                      <a:lnTo>
                        <a:pt x="213" y="4"/>
                      </a:lnTo>
                      <a:lnTo>
                        <a:pt x="214" y="4"/>
                      </a:lnTo>
                      <a:lnTo>
                        <a:pt x="216" y="4"/>
                      </a:lnTo>
                      <a:lnTo>
                        <a:pt x="217" y="4"/>
                      </a:lnTo>
                      <a:lnTo>
                        <a:pt x="219" y="4"/>
                      </a:lnTo>
                      <a:lnTo>
                        <a:pt x="220" y="4"/>
                      </a:lnTo>
                      <a:lnTo>
                        <a:pt x="222" y="4"/>
                      </a:lnTo>
                      <a:lnTo>
                        <a:pt x="223" y="4"/>
                      </a:lnTo>
                      <a:lnTo>
                        <a:pt x="224" y="4"/>
                      </a:lnTo>
                      <a:lnTo>
                        <a:pt x="226" y="4"/>
                      </a:lnTo>
                      <a:lnTo>
                        <a:pt x="227" y="4"/>
                      </a:lnTo>
                      <a:lnTo>
                        <a:pt x="229" y="4"/>
                      </a:lnTo>
                      <a:lnTo>
                        <a:pt x="230" y="4"/>
                      </a:lnTo>
                      <a:lnTo>
                        <a:pt x="231" y="4"/>
                      </a:lnTo>
                      <a:lnTo>
                        <a:pt x="233" y="4"/>
                      </a:lnTo>
                      <a:lnTo>
                        <a:pt x="234" y="4"/>
                      </a:lnTo>
                      <a:lnTo>
                        <a:pt x="236" y="4"/>
                      </a:lnTo>
                      <a:lnTo>
                        <a:pt x="237" y="4"/>
                      </a:lnTo>
                      <a:lnTo>
                        <a:pt x="238" y="4"/>
                      </a:lnTo>
                    </a:path>
                  </a:pathLst>
                </a:custGeom>
                <a:noFill/>
                <a:ln cap="flat" cmpd="sng" w="25400">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359" name="Google Shape;359;p16"/>
                <p:cNvSpPr/>
                <p:nvPr/>
              </p:nvSpPr>
              <p:spPr>
                <a:xfrm flipH="1" rot="10800000">
                  <a:off x="1201738" y="3024188"/>
                  <a:ext cx="3192463" cy="1130300"/>
                </a:xfrm>
                <a:custGeom>
                  <a:rect b="b" l="l" r="r" t="t"/>
                  <a:pathLst>
                    <a:path extrusionOk="0" h="764" w="2161">
                      <a:moveTo>
                        <a:pt x="0" y="0"/>
                      </a:moveTo>
                      <a:lnTo>
                        <a:pt x="1" y="0"/>
                      </a:lnTo>
                      <a:lnTo>
                        <a:pt x="3" y="0"/>
                      </a:lnTo>
                      <a:lnTo>
                        <a:pt x="4" y="0"/>
                      </a:lnTo>
                      <a:lnTo>
                        <a:pt x="6" y="0"/>
                      </a:lnTo>
                      <a:lnTo>
                        <a:pt x="7" y="0"/>
                      </a:lnTo>
                      <a:lnTo>
                        <a:pt x="8" y="0"/>
                      </a:lnTo>
                      <a:lnTo>
                        <a:pt x="10" y="0"/>
                      </a:lnTo>
                      <a:lnTo>
                        <a:pt x="11" y="0"/>
                      </a:lnTo>
                      <a:lnTo>
                        <a:pt x="13" y="0"/>
                      </a:lnTo>
                      <a:lnTo>
                        <a:pt x="14" y="0"/>
                      </a:lnTo>
                      <a:lnTo>
                        <a:pt x="15" y="0"/>
                      </a:lnTo>
                      <a:lnTo>
                        <a:pt x="17" y="0"/>
                      </a:lnTo>
                      <a:lnTo>
                        <a:pt x="18" y="0"/>
                      </a:lnTo>
                      <a:lnTo>
                        <a:pt x="20" y="0"/>
                      </a:lnTo>
                      <a:lnTo>
                        <a:pt x="21" y="0"/>
                      </a:lnTo>
                      <a:lnTo>
                        <a:pt x="22" y="0"/>
                      </a:lnTo>
                      <a:lnTo>
                        <a:pt x="24" y="0"/>
                      </a:lnTo>
                      <a:lnTo>
                        <a:pt x="25" y="0"/>
                      </a:lnTo>
                      <a:lnTo>
                        <a:pt x="27" y="0"/>
                      </a:lnTo>
                      <a:lnTo>
                        <a:pt x="28" y="0"/>
                      </a:lnTo>
                      <a:lnTo>
                        <a:pt x="30" y="0"/>
                      </a:lnTo>
                      <a:lnTo>
                        <a:pt x="31" y="0"/>
                      </a:lnTo>
                      <a:lnTo>
                        <a:pt x="32" y="0"/>
                      </a:lnTo>
                      <a:lnTo>
                        <a:pt x="34" y="0"/>
                      </a:lnTo>
                      <a:lnTo>
                        <a:pt x="35" y="0"/>
                      </a:lnTo>
                      <a:lnTo>
                        <a:pt x="37" y="0"/>
                      </a:lnTo>
                      <a:lnTo>
                        <a:pt x="38" y="0"/>
                      </a:lnTo>
                      <a:lnTo>
                        <a:pt x="39" y="0"/>
                      </a:lnTo>
                      <a:lnTo>
                        <a:pt x="41" y="0"/>
                      </a:lnTo>
                      <a:lnTo>
                        <a:pt x="42" y="0"/>
                      </a:lnTo>
                      <a:lnTo>
                        <a:pt x="44" y="0"/>
                      </a:lnTo>
                      <a:lnTo>
                        <a:pt x="45" y="0"/>
                      </a:lnTo>
                      <a:lnTo>
                        <a:pt x="46" y="0"/>
                      </a:lnTo>
                      <a:lnTo>
                        <a:pt x="48" y="0"/>
                      </a:lnTo>
                      <a:lnTo>
                        <a:pt x="49" y="0"/>
                      </a:lnTo>
                      <a:lnTo>
                        <a:pt x="51" y="0"/>
                      </a:lnTo>
                      <a:lnTo>
                        <a:pt x="52" y="0"/>
                      </a:lnTo>
                      <a:lnTo>
                        <a:pt x="53" y="0"/>
                      </a:lnTo>
                      <a:lnTo>
                        <a:pt x="55" y="0"/>
                      </a:lnTo>
                      <a:lnTo>
                        <a:pt x="56" y="0"/>
                      </a:lnTo>
                      <a:lnTo>
                        <a:pt x="58" y="0"/>
                      </a:lnTo>
                      <a:lnTo>
                        <a:pt x="59" y="0"/>
                      </a:lnTo>
                      <a:lnTo>
                        <a:pt x="60" y="0"/>
                      </a:lnTo>
                      <a:lnTo>
                        <a:pt x="62" y="0"/>
                      </a:lnTo>
                      <a:lnTo>
                        <a:pt x="63" y="0"/>
                      </a:lnTo>
                      <a:lnTo>
                        <a:pt x="65" y="0"/>
                      </a:lnTo>
                      <a:lnTo>
                        <a:pt x="66" y="0"/>
                      </a:lnTo>
                      <a:lnTo>
                        <a:pt x="67" y="0"/>
                      </a:lnTo>
                      <a:lnTo>
                        <a:pt x="69" y="0"/>
                      </a:lnTo>
                      <a:lnTo>
                        <a:pt x="70" y="0"/>
                      </a:lnTo>
                      <a:lnTo>
                        <a:pt x="72" y="0"/>
                      </a:lnTo>
                      <a:lnTo>
                        <a:pt x="73" y="0"/>
                      </a:lnTo>
                      <a:lnTo>
                        <a:pt x="74" y="0"/>
                      </a:lnTo>
                      <a:lnTo>
                        <a:pt x="76" y="0"/>
                      </a:lnTo>
                      <a:lnTo>
                        <a:pt x="77" y="0"/>
                      </a:lnTo>
                      <a:lnTo>
                        <a:pt x="79" y="0"/>
                      </a:lnTo>
                      <a:lnTo>
                        <a:pt x="80" y="0"/>
                      </a:lnTo>
                      <a:lnTo>
                        <a:pt x="81" y="0"/>
                      </a:lnTo>
                      <a:lnTo>
                        <a:pt x="83" y="0"/>
                      </a:lnTo>
                      <a:lnTo>
                        <a:pt x="84" y="0"/>
                      </a:lnTo>
                      <a:lnTo>
                        <a:pt x="86" y="0"/>
                      </a:lnTo>
                      <a:lnTo>
                        <a:pt x="87" y="0"/>
                      </a:lnTo>
                      <a:lnTo>
                        <a:pt x="88" y="0"/>
                      </a:lnTo>
                      <a:lnTo>
                        <a:pt x="90" y="0"/>
                      </a:lnTo>
                      <a:lnTo>
                        <a:pt x="91" y="0"/>
                      </a:lnTo>
                      <a:lnTo>
                        <a:pt x="93" y="0"/>
                      </a:lnTo>
                      <a:lnTo>
                        <a:pt x="94" y="0"/>
                      </a:lnTo>
                      <a:lnTo>
                        <a:pt x="96" y="0"/>
                      </a:lnTo>
                      <a:lnTo>
                        <a:pt x="97" y="0"/>
                      </a:lnTo>
                      <a:lnTo>
                        <a:pt x="98" y="0"/>
                      </a:lnTo>
                      <a:lnTo>
                        <a:pt x="100" y="0"/>
                      </a:lnTo>
                      <a:lnTo>
                        <a:pt x="101" y="0"/>
                      </a:lnTo>
                      <a:lnTo>
                        <a:pt x="103" y="0"/>
                      </a:lnTo>
                      <a:lnTo>
                        <a:pt x="104" y="0"/>
                      </a:lnTo>
                      <a:lnTo>
                        <a:pt x="105" y="0"/>
                      </a:lnTo>
                      <a:lnTo>
                        <a:pt x="107" y="0"/>
                      </a:lnTo>
                      <a:lnTo>
                        <a:pt x="108" y="0"/>
                      </a:lnTo>
                      <a:lnTo>
                        <a:pt x="110" y="0"/>
                      </a:lnTo>
                      <a:lnTo>
                        <a:pt x="111" y="0"/>
                      </a:lnTo>
                      <a:lnTo>
                        <a:pt x="112" y="0"/>
                      </a:lnTo>
                      <a:lnTo>
                        <a:pt x="114" y="0"/>
                      </a:lnTo>
                      <a:lnTo>
                        <a:pt x="115" y="0"/>
                      </a:lnTo>
                      <a:lnTo>
                        <a:pt x="117" y="0"/>
                      </a:lnTo>
                      <a:lnTo>
                        <a:pt x="118" y="0"/>
                      </a:lnTo>
                      <a:lnTo>
                        <a:pt x="119" y="0"/>
                      </a:lnTo>
                      <a:lnTo>
                        <a:pt x="121" y="0"/>
                      </a:lnTo>
                      <a:lnTo>
                        <a:pt x="122" y="0"/>
                      </a:lnTo>
                      <a:lnTo>
                        <a:pt x="124" y="0"/>
                      </a:lnTo>
                      <a:lnTo>
                        <a:pt x="125" y="0"/>
                      </a:lnTo>
                      <a:lnTo>
                        <a:pt x="126" y="0"/>
                      </a:lnTo>
                      <a:lnTo>
                        <a:pt x="128" y="0"/>
                      </a:lnTo>
                      <a:lnTo>
                        <a:pt x="129" y="0"/>
                      </a:lnTo>
                      <a:lnTo>
                        <a:pt x="131" y="0"/>
                      </a:lnTo>
                      <a:lnTo>
                        <a:pt x="132" y="0"/>
                      </a:lnTo>
                      <a:lnTo>
                        <a:pt x="133" y="0"/>
                      </a:lnTo>
                      <a:lnTo>
                        <a:pt x="135" y="0"/>
                      </a:lnTo>
                      <a:lnTo>
                        <a:pt x="136" y="0"/>
                      </a:lnTo>
                      <a:lnTo>
                        <a:pt x="138" y="0"/>
                      </a:lnTo>
                      <a:lnTo>
                        <a:pt x="139" y="0"/>
                      </a:lnTo>
                      <a:lnTo>
                        <a:pt x="140" y="0"/>
                      </a:lnTo>
                      <a:lnTo>
                        <a:pt x="142" y="0"/>
                      </a:lnTo>
                      <a:lnTo>
                        <a:pt x="143" y="0"/>
                      </a:lnTo>
                      <a:lnTo>
                        <a:pt x="145" y="0"/>
                      </a:lnTo>
                      <a:lnTo>
                        <a:pt x="146" y="0"/>
                      </a:lnTo>
                      <a:lnTo>
                        <a:pt x="147" y="0"/>
                      </a:lnTo>
                      <a:lnTo>
                        <a:pt x="149" y="0"/>
                      </a:lnTo>
                      <a:lnTo>
                        <a:pt x="150" y="0"/>
                      </a:lnTo>
                      <a:lnTo>
                        <a:pt x="152" y="0"/>
                      </a:lnTo>
                      <a:lnTo>
                        <a:pt x="153" y="0"/>
                      </a:lnTo>
                      <a:lnTo>
                        <a:pt x="154" y="0"/>
                      </a:lnTo>
                      <a:lnTo>
                        <a:pt x="156" y="0"/>
                      </a:lnTo>
                      <a:lnTo>
                        <a:pt x="157" y="0"/>
                      </a:lnTo>
                      <a:lnTo>
                        <a:pt x="159" y="0"/>
                      </a:lnTo>
                      <a:lnTo>
                        <a:pt x="160" y="0"/>
                      </a:lnTo>
                      <a:lnTo>
                        <a:pt x="162" y="0"/>
                      </a:lnTo>
                      <a:lnTo>
                        <a:pt x="163" y="0"/>
                      </a:lnTo>
                      <a:lnTo>
                        <a:pt x="164" y="29"/>
                      </a:lnTo>
                      <a:lnTo>
                        <a:pt x="166" y="60"/>
                      </a:lnTo>
                      <a:lnTo>
                        <a:pt x="167" y="71"/>
                      </a:lnTo>
                      <a:lnTo>
                        <a:pt x="169" y="76"/>
                      </a:lnTo>
                      <a:lnTo>
                        <a:pt x="170" y="79"/>
                      </a:lnTo>
                      <a:lnTo>
                        <a:pt x="171" y="82"/>
                      </a:lnTo>
                      <a:lnTo>
                        <a:pt x="173" y="85"/>
                      </a:lnTo>
                      <a:lnTo>
                        <a:pt x="174" y="87"/>
                      </a:lnTo>
                      <a:lnTo>
                        <a:pt x="176" y="90"/>
                      </a:lnTo>
                      <a:lnTo>
                        <a:pt x="177" y="93"/>
                      </a:lnTo>
                      <a:lnTo>
                        <a:pt x="178" y="95"/>
                      </a:lnTo>
                      <a:lnTo>
                        <a:pt x="180" y="98"/>
                      </a:lnTo>
                      <a:lnTo>
                        <a:pt x="181" y="101"/>
                      </a:lnTo>
                      <a:lnTo>
                        <a:pt x="183" y="104"/>
                      </a:lnTo>
                      <a:lnTo>
                        <a:pt x="184" y="106"/>
                      </a:lnTo>
                      <a:lnTo>
                        <a:pt x="185" y="109"/>
                      </a:lnTo>
                      <a:lnTo>
                        <a:pt x="187" y="112"/>
                      </a:lnTo>
                      <a:lnTo>
                        <a:pt x="188" y="114"/>
                      </a:lnTo>
                      <a:lnTo>
                        <a:pt x="190" y="117"/>
                      </a:lnTo>
                      <a:lnTo>
                        <a:pt x="191" y="120"/>
                      </a:lnTo>
                      <a:lnTo>
                        <a:pt x="192" y="123"/>
                      </a:lnTo>
                      <a:lnTo>
                        <a:pt x="194" y="125"/>
                      </a:lnTo>
                      <a:lnTo>
                        <a:pt x="195" y="128"/>
                      </a:lnTo>
                      <a:lnTo>
                        <a:pt x="197" y="131"/>
                      </a:lnTo>
                      <a:lnTo>
                        <a:pt x="198" y="134"/>
                      </a:lnTo>
                      <a:lnTo>
                        <a:pt x="199" y="137"/>
                      </a:lnTo>
                      <a:lnTo>
                        <a:pt x="201" y="139"/>
                      </a:lnTo>
                      <a:lnTo>
                        <a:pt x="202" y="142"/>
                      </a:lnTo>
                      <a:lnTo>
                        <a:pt x="204" y="145"/>
                      </a:lnTo>
                      <a:lnTo>
                        <a:pt x="205" y="148"/>
                      </a:lnTo>
                      <a:lnTo>
                        <a:pt x="206" y="151"/>
                      </a:lnTo>
                      <a:lnTo>
                        <a:pt x="208" y="154"/>
                      </a:lnTo>
                      <a:lnTo>
                        <a:pt x="209" y="156"/>
                      </a:lnTo>
                      <a:lnTo>
                        <a:pt x="211" y="159"/>
                      </a:lnTo>
                      <a:lnTo>
                        <a:pt x="212" y="162"/>
                      </a:lnTo>
                      <a:lnTo>
                        <a:pt x="213" y="165"/>
                      </a:lnTo>
                      <a:lnTo>
                        <a:pt x="215" y="167"/>
                      </a:lnTo>
                      <a:lnTo>
                        <a:pt x="216" y="170"/>
                      </a:lnTo>
                      <a:lnTo>
                        <a:pt x="218" y="173"/>
                      </a:lnTo>
                      <a:lnTo>
                        <a:pt x="219" y="176"/>
                      </a:lnTo>
                      <a:lnTo>
                        <a:pt x="221" y="179"/>
                      </a:lnTo>
                      <a:lnTo>
                        <a:pt x="222" y="181"/>
                      </a:lnTo>
                      <a:lnTo>
                        <a:pt x="223" y="184"/>
                      </a:lnTo>
                      <a:lnTo>
                        <a:pt x="225" y="187"/>
                      </a:lnTo>
                      <a:lnTo>
                        <a:pt x="226" y="190"/>
                      </a:lnTo>
                      <a:lnTo>
                        <a:pt x="228" y="193"/>
                      </a:lnTo>
                      <a:lnTo>
                        <a:pt x="229" y="195"/>
                      </a:lnTo>
                      <a:lnTo>
                        <a:pt x="230" y="198"/>
                      </a:lnTo>
                      <a:lnTo>
                        <a:pt x="232" y="201"/>
                      </a:lnTo>
                      <a:lnTo>
                        <a:pt x="233" y="204"/>
                      </a:lnTo>
                      <a:lnTo>
                        <a:pt x="235" y="206"/>
                      </a:lnTo>
                      <a:lnTo>
                        <a:pt x="236" y="209"/>
                      </a:lnTo>
                      <a:lnTo>
                        <a:pt x="237" y="212"/>
                      </a:lnTo>
                      <a:lnTo>
                        <a:pt x="239" y="215"/>
                      </a:lnTo>
                      <a:lnTo>
                        <a:pt x="240" y="217"/>
                      </a:lnTo>
                      <a:lnTo>
                        <a:pt x="242" y="220"/>
                      </a:lnTo>
                      <a:lnTo>
                        <a:pt x="243" y="223"/>
                      </a:lnTo>
                      <a:lnTo>
                        <a:pt x="244" y="226"/>
                      </a:lnTo>
                      <a:lnTo>
                        <a:pt x="246" y="228"/>
                      </a:lnTo>
                      <a:lnTo>
                        <a:pt x="247" y="231"/>
                      </a:lnTo>
                      <a:lnTo>
                        <a:pt x="249" y="234"/>
                      </a:lnTo>
                      <a:lnTo>
                        <a:pt x="250" y="237"/>
                      </a:lnTo>
                      <a:lnTo>
                        <a:pt x="251" y="239"/>
                      </a:lnTo>
                      <a:lnTo>
                        <a:pt x="253" y="242"/>
                      </a:lnTo>
                      <a:lnTo>
                        <a:pt x="254" y="245"/>
                      </a:lnTo>
                      <a:lnTo>
                        <a:pt x="256" y="248"/>
                      </a:lnTo>
                      <a:lnTo>
                        <a:pt x="257" y="251"/>
                      </a:lnTo>
                      <a:lnTo>
                        <a:pt x="258" y="253"/>
                      </a:lnTo>
                      <a:lnTo>
                        <a:pt x="260" y="256"/>
                      </a:lnTo>
                      <a:lnTo>
                        <a:pt x="261" y="259"/>
                      </a:lnTo>
                      <a:lnTo>
                        <a:pt x="263" y="262"/>
                      </a:lnTo>
                      <a:lnTo>
                        <a:pt x="264" y="264"/>
                      </a:lnTo>
                      <a:lnTo>
                        <a:pt x="265" y="267"/>
                      </a:lnTo>
                      <a:lnTo>
                        <a:pt x="267" y="270"/>
                      </a:lnTo>
                      <a:lnTo>
                        <a:pt x="268" y="273"/>
                      </a:lnTo>
                      <a:lnTo>
                        <a:pt x="270" y="275"/>
                      </a:lnTo>
                      <a:lnTo>
                        <a:pt x="271" y="278"/>
                      </a:lnTo>
                      <a:lnTo>
                        <a:pt x="272" y="281"/>
                      </a:lnTo>
                      <a:lnTo>
                        <a:pt x="274" y="284"/>
                      </a:lnTo>
                      <a:lnTo>
                        <a:pt x="275" y="286"/>
                      </a:lnTo>
                      <a:lnTo>
                        <a:pt x="277" y="289"/>
                      </a:lnTo>
                      <a:lnTo>
                        <a:pt x="278" y="292"/>
                      </a:lnTo>
                      <a:lnTo>
                        <a:pt x="279" y="295"/>
                      </a:lnTo>
                      <a:lnTo>
                        <a:pt x="281" y="297"/>
                      </a:lnTo>
                      <a:lnTo>
                        <a:pt x="282" y="300"/>
                      </a:lnTo>
                      <a:lnTo>
                        <a:pt x="284" y="303"/>
                      </a:lnTo>
                      <a:lnTo>
                        <a:pt x="285" y="306"/>
                      </a:lnTo>
                      <a:lnTo>
                        <a:pt x="287" y="308"/>
                      </a:lnTo>
                      <a:lnTo>
                        <a:pt x="288" y="311"/>
                      </a:lnTo>
                      <a:lnTo>
                        <a:pt x="289" y="314"/>
                      </a:lnTo>
                      <a:lnTo>
                        <a:pt x="291" y="317"/>
                      </a:lnTo>
                      <a:lnTo>
                        <a:pt x="292" y="319"/>
                      </a:lnTo>
                      <a:lnTo>
                        <a:pt x="294" y="322"/>
                      </a:lnTo>
                      <a:lnTo>
                        <a:pt x="295" y="325"/>
                      </a:lnTo>
                      <a:lnTo>
                        <a:pt x="296" y="328"/>
                      </a:lnTo>
                      <a:lnTo>
                        <a:pt x="298" y="330"/>
                      </a:lnTo>
                      <a:lnTo>
                        <a:pt x="299" y="333"/>
                      </a:lnTo>
                      <a:lnTo>
                        <a:pt x="301" y="336"/>
                      </a:lnTo>
                      <a:lnTo>
                        <a:pt x="302" y="339"/>
                      </a:lnTo>
                      <a:lnTo>
                        <a:pt x="303" y="341"/>
                      </a:lnTo>
                      <a:lnTo>
                        <a:pt x="305" y="344"/>
                      </a:lnTo>
                      <a:lnTo>
                        <a:pt x="306" y="347"/>
                      </a:lnTo>
                      <a:lnTo>
                        <a:pt x="308" y="350"/>
                      </a:lnTo>
                      <a:lnTo>
                        <a:pt x="309" y="352"/>
                      </a:lnTo>
                      <a:lnTo>
                        <a:pt x="310" y="355"/>
                      </a:lnTo>
                      <a:lnTo>
                        <a:pt x="312" y="358"/>
                      </a:lnTo>
                      <a:lnTo>
                        <a:pt x="313" y="361"/>
                      </a:lnTo>
                      <a:lnTo>
                        <a:pt x="315" y="363"/>
                      </a:lnTo>
                      <a:lnTo>
                        <a:pt x="316" y="366"/>
                      </a:lnTo>
                      <a:lnTo>
                        <a:pt x="317" y="369"/>
                      </a:lnTo>
                      <a:lnTo>
                        <a:pt x="319" y="372"/>
                      </a:lnTo>
                      <a:lnTo>
                        <a:pt x="320" y="374"/>
                      </a:lnTo>
                      <a:lnTo>
                        <a:pt x="322" y="377"/>
                      </a:lnTo>
                      <a:lnTo>
                        <a:pt x="323" y="380"/>
                      </a:lnTo>
                      <a:lnTo>
                        <a:pt x="324" y="383"/>
                      </a:lnTo>
                      <a:lnTo>
                        <a:pt x="326" y="385"/>
                      </a:lnTo>
                      <a:lnTo>
                        <a:pt x="327" y="388"/>
                      </a:lnTo>
                      <a:lnTo>
                        <a:pt x="329" y="391"/>
                      </a:lnTo>
                      <a:lnTo>
                        <a:pt x="330" y="394"/>
                      </a:lnTo>
                      <a:lnTo>
                        <a:pt x="331" y="396"/>
                      </a:lnTo>
                      <a:lnTo>
                        <a:pt x="333" y="399"/>
                      </a:lnTo>
                      <a:lnTo>
                        <a:pt x="334" y="402"/>
                      </a:lnTo>
                      <a:lnTo>
                        <a:pt x="336" y="405"/>
                      </a:lnTo>
                      <a:lnTo>
                        <a:pt x="337" y="407"/>
                      </a:lnTo>
                      <a:lnTo>
                        <a:pt x="338" y="410"/>
                      </a:lnTo>
                      <a:lnTo>
                        <a:pt x="340" y="413"/>
                      </a:lnTo>
                      <a:lnTo>
                        <a:pt x="341" y="415"/>
                      </a:lnTo>
                      <a:lnTo>
                        <a:pt x="343" y="418"/>
                      </a:lnTo>
                      <a:lnTo>
                        <a:pt x="344" y="421"/>
                      </a:lnTo>
                      <a:lnTo>
                        <a:pt x="345" y="424"/>
                      </a:lnTo>
                      <a:lnTo>
                        <a:pt x="347" y="427"/>
                      </a:lnTo>
                      <a:lnTo>
                        <a:pt x="348" y="429"/>
                      </a:lnTo>
                      <a:lnTo>
                        <a:pt x="350" y="432"/>
                      </a:lnTo>
                      <a:lnTo>
                        <a:pt x="351" y="435"/>
                      </a:lnTo>
                      <a:lnTo>
                        <a:pt x="353" y="438"/>
                      </a:lnTo>
                      <a:lnTo>
                        <a:pt x="354" y="441"/>
                      </a:lnTo>
                      <a:lnTo>
                        <a:pt x="355" y="443"/>
                      </a:lnTo>
                      <a:lnTo>
                        <a:pt x="357" y="446"/>
                      </a:lnTo>
                      <a:lnTo>
                        <a:pt x="358" y="449"/>
                      </a:lnTo>
                      <a:lnTo>
                        <a:pt x="360" y="452"/>
                      </a:lnTo>
                      <a:lnTo>
                        <a:pt x="361" y="455"/>
                      </a:lnTo>
                      <a:lnTo>
                        <a:pt x="362" y="457"/>
                      </a:lnTo>
                      <a:lnTo>
                        <a:pt x="364" y="460"/>
                      </a:lnTo>
                      <a:lnTo>
                        <a:pt x="365" y="463"/>
                      </a:lnTo>
                      <a:lnTo>
                        <a:pt x="367" y="466"/>
                      </a:lnTo>
                      <a:lnTo>
                        <a:pt x="368" y="469"/>
                      </a:lnTo>
                      <a:lnTo>
                        <a:pt x="369" y="471"/>
                      </a:lnTo>
                      <a:lnTo>
                        <a:pt x="371" y="474"/>
                      </a:lnTo>
                      <a:lnTo>
                        <a:pt x="372" y="477"/>
                      </a:lnTo>
                      <a:lnTo>
                        <a:pt x="374" y="480"/>
                      </a:lnTo>
                      <a:lnTo>
                        <a:pt x="375" y="482"/>
                      </a:lnTo>
                      <a:lnTo>
                        <a:pt x="376" y="485"/>
                      </a:lnTo>
                      <a:lnTo>
                        <a:pt x="378" y="488"/>
                      </a:lnTo>
                      <a:lnTo>
                        <a:pt x="379" y="491"/>
                      </a:lnTo>
                      <a:lnTo>
                        <a:pt x="381" y="494"/>
                      </a:lnTo>
                      <a:lnTo>
                        <a:pt x="382" y="496"/>
                      </a:lnTo>
                      <a:lnTo>
                        <a:pt x="383" y="499"/>
                      </a:lnTo>
                      <a:lnTo>
                        <a:pt x="385" y="502"/>
                      </a:lnTo>
                      <a:lnTo>
                        <a:pt x="386" y="504"/>
                      </a:lnTo>
                      <a:lnTo>
                        <a:pt x="388" y="507"/>
                      </a:lnTo>
                      <a:lnTo>
                        <a:pt x="389" y="510"/>
                      </a:lnTo>
                      <a:lnTo>
                        <a:pt x="390" y="512"/>
                      </a:lnTo>
                      <a:lnTo>
                        <a:pt x="392" y="515"/>
                      </a:lnTo>
                      <a:lnTo>
                        <a:pt x="393" y="518"/>
                      </a:lnTo>
                      <a:lnTo>
                        <a:pt x="395" y="520"/>
                      </a:lnTo>
                      <a:lnTo>
                        <a:pt x="396" y="523"/>
                      </a:lnTo>
                      <a:lnTo>
                        <a:pt x="397" y="526"/>
                      </a:lnTo>
                      <a:lnTo>
                        <a:pt x="399" y="528"/>
                      </a:lnTo>
                      <a:lnTo>
                        <a:pt x="400" y="531"/>
                      </a:lnTo>
                      <a:lnTo>
                        <a:pt x="402" y="534"/>
                      </a:lnTo>
                      <a:lnTo>
                        <a:pt x="403" y="536"/>
                      </a:lnTo>
                      <a:lnTo>
                        <a:pt x="404" y="539"/>
                      </a:lnTo>
                      <a:lnTo>
                        <a:pt x="406" y="542"/>
                      </a:lnTo>
                      <a:lnTo>
                        <a:pt x="407" y="544"/>
                      </a:lnTo>
                      <a:lnTo>
                        <a:pt x="409" y="547"/>
                      </a:lnTo>
                      <a:lnTo>
                        <a:pt x="410" y="549"/>
                      </a:lnTo>
                      <a:lnTo>
                        <a:pt x="412" y="552"/>
                      </a:lnTo>
                      <a:lnTo>
                        <a:pt x="413" y="555"/>
                      </a:lnTo>
                      <a:lnTo>
                        <a:pt x="414" y="557"/>
                      </a:lnTo>
                      <a:lnTo>
                        <a:pt x="416" y="560"/>
                      </a:lnTo>
                      <a:lnTo>
                        <a:pt x="417" y="562"/>
                      </a:lnTo>
                      <a:lnTo>
                        <a:pt x="419" y="565"/>
                      </a:lnTo>
                      <a:lnTo>
                        <a:pt x="420" y="567"/>
                      </a:lnTo>
                      <a:lnTo>
                        <a:pt x="421" y="570"/>
                      </a:lnTo>
                      <a:lnTo>
                        <a:pt x="423" y="572"/>
                      </a:lnTo>
                      <a:lnTo>
                        <a:pt x="424" y="575"/>
                      </a:lnTo>
                      <a:lnTo>
                        <a:pt x="426" y="577"/>
                      </a:lnTo>
                      <a:lnTo>
                        <a:pt x="427" y="579"/>
                      </a:lnTo>
                      <a:lnTo>
                        <a:pt x="428" y="582"/>
                      </a:lnTo>
                      <a:lnTo>
                        <a:pt x="430" y="584"/>
                      </a:lnTo>
                      <a:lnTo>
                        <a:pt x="431" y="586"/>
                      </a:lnTo>
                      <a:lnTo>
                        <a:pt x="433" y="589"/>
                      </a:lnTo>
                      <a:lnTo>
                        <a:pt x="434" y="591"/>
                      </a:lnTo>
                      <a:lnTo>
                        <a:pt x="435" y="593"/>
                      </a:lnTo>
                      <a:lnTo>
                        <a:pt x="437" y="596"/>
                      </a:lnTo>
                      <a:lnTo>
                        <a:pt x="438" y="598"/>
                      </a:lnTo>
                      <a:lnTo>
                        <a:pt x="440" y="600"/>
                      </a:lnTo>
                      <a:lnTo>
                        <a:pt x="441" y="602"/>
                      </a:lnTo>
                      <a:lnTo>
                        <a:pt x="442" y="605"/>
                      </a:lnTo>
                      <a:lnTo>
                        <a:pt x="444" y="607"/>
                      </a:lnTo>
                      <a:lnTo>
                        <a:pt x="445" y="609"/>
                      </a:lnTo>
                      <a:lnTo>
                        <a:pt x="447" y="611"/>
                      </a:lnTo>
                      <a:lnTo>
                        <a:pt x="448" y="614"/>
                      </a:lnTo>
                      <a:lnTo>
                        <a:pt x="449" y="616"/>
                      </a:lnTo>
                      <a:lnTo>
                        <a:pt x="451" y="618"/>
                      </a:lnTo>
                      <a:lnTo>
                        <a:pt x="452" y="620"/>
                      </a:lnTo>
                      <a:lnTo>
                        <a:pt x="454" y="622"/>
                      </a:lnTo>
                      <a:lnTo>
                        <a:pt x="455" y="624"/>
                      </a:lnTo>
                      <a:lnTo>
                        <a:pt x="456" y="627"/>
                      </a:lnTo>
                      <a:lnTo>
                        <a:pt x="458" y="629"/>
                      </a:lnTo>
                      <a:lnTo>
                        <a:pt x="459" y="631"/>
                      </a:lnTo>
                      <a:lnTo>
                        <a:pt x="461" y="633"/>
                      </a:lnTo>
                      <a:lnTo>
                        <a:pt x="462" y="635"/>
                      </a:lnTo>
                      <a:lnTo>
                        <a:pt x="463" y="637"/>
                      </a:lnTo>
                      <a:lnTo>
                        <a:pt x="465" y="639"/>
                      </a:lnTo>
                      <a:lnTo>
                        <a:pt x="466" y="641"/>
                      </a:lnTo>
                      <a:lnTo>
                        <a:pt x="468" y="643"/>
                      </a:lnTo>
                      <a:lnTo>
                        <a:pt x="469" y="645"/>
                      </a:lnTo>
                      <a:lnTo>
                        <a:pt x="470" y="647"/>
                      </a:lnTo>
                      <a:lnTo>
                        <a:pt x="472" y="649"/>
                      </a:lnTo>
                      <a:lnTo>
                        <a:pt x="473" y="651"/>
                      </a:lnTo>
                      <a:lnTo>
                        <a:pt x="475" y="652"/>
                      </a:lnTo>
                      <a:lnTo>
                        <a:pt x="476" y="654"/>
                      </a:lnTo>
                      <a:lnTo>
                        <a:pt x="478" y="656"/>
                      </a:lnTo>
                      <a:lnTo>
                        <a:pt x="479" y="658"/>
                      </a:lnTo>
                      <a:lnTo>
                        <a:pt x="480" y="660"/>
                      </a:lnTo>
                      <a:lnTo>
                        <a:pt x="482" y="662"/>
                      </a:lnTo>
                      <a:lnTo>
                        <a:pt x="483" y="664"/>
                      </a:lnTo>
                      <a:lnTo>
                        <a:pt x="485" y="665"/>
                      </a:lnTo>
                      <a:lnTo>
                        <a:pt x="486" y="667"/>
                      </a:lnTo>
                      <a:lnTo>
                        <a:pt x="487" y="669"/>
                      </a:lnTo>
                      <a:lnTo>
                        <a:pt x="489" y="671"/>
                      </a:lnTo>
                      <a:lnTo>
                        <a:pt x="490" y="672"/>
                      </a:lnTo>
                      <a:lnTo>
                        <a:pt x="492" y="674"/>
                      </a:lnTo>
                      <a:lnTo>
                        <a:pt x="493" y="676"/>
                      </a:lnTo>
                      <a:lnTo>
                        <a:pt x="494" y="678"/>
                      </a:lnTo>
                      <a:lnTo>
                        <a:pt x="496" y="679"/>
                      </a:lnTo>
                      <a:lnTo>
                        <a:pt x="497" y="681"/>
                      </a:lnTo>
                      <a:lnTo>
                        <a:pt x="499" y="683"/>
                      </a:lnTo>
                      <a:lnTo>
                        <a:pt x="500" y="684"/>
                      </a:lnTo>
                      <a:lnTo>
                        <a:pt x="501" y="686"/>
                      </a:lnTo>
                      <a:lnTo>
                        <a:pt x="503" y="688"/>
                      </a:lnTo>
                      <a:lnTo>
                        <a:pt x="504" y="689"/>
                      </a:lnTo>
                      <a:lnTo>
                        <a:pt x="506" y="691"/>
                      </a:lnTo>
                      <a:lnTo>
                        <a:pt x="507" y="693"/>
                      </a:lnTo>
                      <a:lnTo>
                        <a:pt x="508" y="694"/>
                      </a:lnTo>
                      <a:lnTo>
                        <a:pt x="510" y="696"/>
                      </a:lnTo>
                      <a:lnTo>
                        <a:pt x="511" y="697"/>
                      </a:lnTo>
                      <a:lnTo>
                        <a:pt x="513" y="699"/>
                      </a:lnTo>
                      <a:lnTo>
                        <a:pt x="514" y="700"/>
                      </a:lnTo>
                      <a:lnTo>
                        <a:pt x="515" y="702"/>
                      </a:lnTo>
                      <a:lnTo>
                        <a:pt x="517" y="703"/>
                      </a:lnTo>
                      <a:lnTo>
                        <a:pt x="518" y="705"/>
                      </a:lnTo>
                      <a:lnTo>
                        <a:pt x="520" y="706"/>
                      </a:lnTo>
                      <a:lnTo>
                        <a:pt x="521" y="708"/>
                      </a:lnTo>
                      <a:lnTo>
                        <a:pt x="522" y="709"/>
                      </a:lnTo>
                      <a:lnTo>
                        <a:pt x="524" y="711"/>
                      </a:lnTo>
                      <a:lnTo>
                        <a:pt x="525" y="712"/>
                      </a:lnTo>
                      <a:lnTo>
                        <a:pt x="527" y="714"/>
                      </a:lnTo>
                      <a:lnTo>
                        <a:pt x="528" y="715"/>
                      </a:lnTo>
                      <a:lnTo>
                        <a:pt x="529" y="717"/>
                      </a:lnTo>
                      <a:lnTo>
                        <a:pt x="531" y="718"/>
                      </a:lnTo>
                      <a:lnTo>
                        <a:pt x="532" y="719"/>
                      </a:lnTo>
                      <a:lnTo>
                        <a:pt x="534" y="721"/>
                      </a:lnTo>
                      <a:lnTo>
                        <a:pt x="535" y="722"/>
                      </a:lnTo>
                      <a:lnTo>
                        <a:pt x="537" y="724"/>
                      </a:lnTo>
                      <a:lnTo>
                        <a:pt x="538" y="725"/>
                      </a:lnTo>
                      <a:lnTo>
                        <a:pt x="539" y="726"/>
                      </a:lnTo>
                      <a:lnTo>
                        <a:pt x="541" y="728"/>
                      </a:lnTo>
                      <a:lnTo>
                        <a:pt x="542" y="729"/>
                      </a:lnTo>
                      <a:lnTo>
                        <a:pt x="544" y="730"/>
                      </a:lnTo>
                      <a:lnTo>
                        <a:pt x="545" y="732"/>
                      </a:lnTo>
                      <a:lnTo>
                        <a:pt x="546" y="733"/>
                      </a:lnTo>
                      <a:lnTo>
                        <a:pt x="548" y="734"/>
                      </a:lnTo>
                      <a:lnTo>
                        <a:pt x="549" y="736"/>
                      </a:lnTo>
                      <a:lnTo>
                        <a:pt x="551" y="737"/>
                      </a:lnTo>
                      <a:lnTo>
                        <a:pt x="552" y="738"/>
                      </a:lnTo>
                      <a:lnTo>
                        <a:pt x="553" y="739"/>
                      </a:lnTo>
                      <a:lnTo>
                        <a:pt x="555" y="741"/>
                      </a:lnTo>
                      <a:lnTo>
                        <a:pt x="556" y="742"/>
                      </a:lnTo>
                      <a:lnTo>
                        <a:pt x="558" y="743"/>
                      </a:lnTo>
                      <a:lnTo>
                        <a:pt x="559" y="745"/>
                      </a:lnTo>
                      <a:lnTo>
                        <a:pt x="560" y="746"/>
                      </a:lnTo>
                      <a:lnTo>
                        <a:pt x="562" y="747"/>
                      </a:lnTo>
                      <a:lnTo>
                        <a:pt x="563" y="748"/>
                      </a:lnTo>
                      <a:lnTo>
                        <a:pt x="565" y="749"/>
                      </a:lnTo>
                      <a:lnTo>
                        <a:pt x="566" y="751"/>
                      </a:lnTo>
                      <a:lnTo>
                        <a:pt x="567" y="752"/>
                      </a:lnTo>
                      <a:lnTo>
                        <a:pt x="569" y="753"/>
                      </a:lnTo>
                      <a:lnTo>
                        <a:pt x="570" y="754"/>
                      </a:lnTo>
                      <a:lnTo>
                        <a:pt x="572" y="755"/>
                      </a:lnTo>
                      <a:lnTo>
                        <a:pt x="573" y="756"/>
                      </a:lnTo>
                      <a:lnTo>
                        <a:pt x="574" y="757"/>
                      </a:lnTo>
                      <a:lnTo>
                        <a:pt x="576" y="759"/>
                      </a:lnTo>
                      <a:lnTo>
                        <a:pt x="577" y="760"/>
                      </a:lnTo>
                      <a:lnTo>
                        <a:pt x="579" y="761"/>
                      </a:lnTo>
                      <a:lnTo>
                        <a:pt x="580" y="762"/>
                      </a:lnTo>
                      <a:lnTo>
                        <a:pt x="581" y="763"/>
                      </a:lnTo>
                      <a:lnTo>
                        <a:pt x="583" y="764"/>
                      </a:lnTo>
                      <a:lnTo>
                        <a:pt x="584" y="731"/>
                      </a:lnTo>
                      <a:lnTo>
                        <a:pt x="586" y="703"/>
                      </a:lnTo>
                      <a:lnTo>
                        <a:pt x="587" y="699"/>
                      </a:lnTo>
                      <a:lnTo>
                        <a:pt x="588" y="699"/>
                      </a:lnTo>
                      <a:lnTo>
                        <a:pt x="590" y="698"/>
                      </a:lnTo>
                      <a:lnTo>
                        <a:pt x="591" y="698"/>
                      </a:lnTo>
                      <a:lnTo>
                        <a:pt x="593" y="698"/>
                      </a:lnTo>
                      <a:lnTo>
                        <a:pt x="594" y="698"/>
                      </a:lnTo>
                      <a:lnTo>
                        <a:pt x="595" y="698"/>
                      </a:lnTo>
                      <a:lnTo>
                        <a:pt x="597" y="698"/>
                      </a:lnTo>
                      <a:lnTo>
                        <a:pt x="598" y="699"/>
                      </a:lnTo>
                      <a:lnTo>
                        <a:pt x="600" y="699"/>
                      </a:lnTo>
                      <a:lnTo>
                        <a:pt x="601" y="699"/>
                      </a:lnTo>
                      <a:lnTo>
                        <a:pt x="603" y="699"/>
                      </a:lnTo>
                      <a:lnTo>
                        <a:pt x="604" y="699"/>
                      </a:lnTo>
                      <a:lnTo>
                        <a:pt x="605" y="699"/>
                      </a:lnTo>
                      <a:lnTo>
                        <a:pt x="607" y="699"/>
                      </a:lnTo>
                      <a:lnTo>
                        <a:pt x="608" y="699"/>
                      </a:lnTo>
                      <a:lnTo>
                        <a:pt x="610" y="699"/>
                      </a:lnTo>
                      <a:lnTo>
                        <a:pt x="611" y="699"/>
                      </a:lnTo>
                      <a:lnTo>
                        <a:pt x="612" y="699"/>
                      </a:lnTo>
                      <a:lnTo>
                        <a:pt x="614" y="699"/>
                      </a:lnTo>
                      <a:lnTo>
                        <a:pt x="615" y="699"/>
                      </a:lnTo>
                      <a:lnTo>
                        <a:pt x="617" y="699"/>
                      </a:lnTo>
                      <a:lnTo>
                        <a:pt x="618" y="699"/>
                      </a:lnTo>
                      <a:lnTo>
                        <a:pt x="619" y="699"/>
                      </a:lnTo>
                      <a:lnTo>
                        <a:pt x="621" y="700"/>
                      </a:lnTo>
                      <a:lnTo>
                        <a:pt x="622" y="700"/>
                      </a:lnTo>
                      <a:lnTo>
                        <a:pt x="624" y="700"/>
                      </a:lnTo>
                      <a:lnTo>
                        <a:pt x="625" y="700"/>
                      </a:lnTo>
                      <a:lnTo>
                        <a:pt x="626" y="700"/>
                      </a:lnTo>
                      <a:lnTo>
                        <a:pt x="628" y="700"/>
                      </a:lnTo>
                      <a:lnTo>
                        <a:pt x="629" y="700"/>
                      </a:lnTo>
                      <a:lnTo>
                        <a:pt x="631" y="700"/>
                      </a:lnTo>
                      <a:lnTo>
                        <a:pt x="632" y="700"/>
                      </a:lnTo>
                      <a:lnTo>
                        <a:pt x="633" y="700"/>
                      </a:lnTo>
                      <a:lnTo>
                        <a:pt x="635" y="700"/>
                      </a:lnTo>
                      <a:lnTo>
                        <a:pt x="636" y="700"/>
                      </a:lnTo>
                      <a:lnTo>
                        <a:pt x="638" y="700"/>
                      </a:lnTo>
                      <a:lnTo>
                        <a:pt x="639" y="700"/>
                      </a:lnTo>
                      <a:lnTo>
                        <a:pt x="640" y="700"/>
                      </a:lnTo>
                      <a:lnTo>
                        <a:pt x="642" y="700"/>
                      </a:lnTo>
                      <a:lnTo>
                        <a:pt x="643" y="700"/>
                      </a:lnTo>
                      <a:lnTo>
                        <a:pt x="645" y="701"/>
                      </a:lnTo>
                      <a:lnTo>
                        <a:pt x="646" y="701"/>
                      </a:lnTo>
                      <a:lnTo>
                        <a:pt x="647" y="701"/>
                      </a:lnTo>
                      <a:lnTo>
                        <a:pt x="649" y="701"/>
                      </a:lnTo>
                      <a:lnTo>
                        <a:pt x="650" y="701"/>
                      </a:lnTo>
                      <a:lnTo>
                        <a:pt x="652" y="701"/>
                      </a:lnTo>
                      <a:lnTo>
                        <a:pt x="653" y="701"/>
                      </a:lnTo>
                      <a:lnTo>
                        <a:pt x="654" y="701"/>
                      </a:lnTo>
                      <a:lnTo>
                        <a:pt x="656" y="701"/>
                      </a:lnTo>
                      <a:lnTo>
                        <a:pt x="657" y="701"/>
                      </a:lnTo>
                      <a:lnTo>
                        <a:pt x="659" y="701"/>
                      </a:lnTo>
                      <a:lnTo>
                        <a:pt x="660" y="701"/>
                      </a:lnTo>
                      <a:lnTo>
                        <a:pt x="661" y="701"/>
                      </a:lnTo>
                      <a:lnTo>
                        <a:pt x="663" y="701"/>
                      </a:lnTo>
                      <a:lnTo>
                        <a:pt x="664" y="701"/>
                      </a:lnTo>
                      <a:lnTo>
                        <a:pt x="666" y="701"/>
                      </a:lnTo>
                      <a:lnTo>
                        <a:pt x="667" y="701"/>
                      </a:lnTo>
                      <a:lnTo>
                        <a:pt x="669" y="702"/>
                      </a:lnTo>
                      <a:lnTo>
                        <a:pt x="670" y="702"/>
                      </a:lnTo>
                      <a:lnTo>
                        <a:pt x="671" y="702"/>
                      </a:lnTo>
                      <a:lnTo>
                        <a:pt x="673" y="702"/>
                      </a:lnTo>
                      <a:lnTo>
                        <a:pt x="674" y="702"/>
                      </a:lnTo>
                      <a:lnTo>
                        <a:pt x="676" y="702"/>
                      </a:lnTo>
                      <a:lnTo>
                        <a:pt x="677" y="702"/>
                      </a:lnTo>
                      <a:lnTo>
                        <a:pt x="678" y="702"/>
                      </a:lnTo>
                      <a:lnTo>
                        <a:pt x="680" y="702"/>
                      </a:lnTo>
                      <a:lnTo>
                        <a:pt x="681" y="702"/>
                      </a:lnTo>
                      <a:lnTo>
                        <a:pt x="683" y="702"/>
                      </a:lnTo>
                      <a:lnTo>
                        <a:pt x="684" y="702"/>
                      </a:lnTo>
                      <a:lnTo>
                        <a:pt x="685" y="702"/>
                      </a:lnTo>
                      <a:lnTo>
                        <a:pt x="687" y="702"/>
                      </a:lnTo>
                      <a:lnTo>
                        <a:pt x="688" y="702"/>
                      </a:lnTo>
                      <a:lnTo>
                        <a:pt x="690" y="702"/>
                      </a:lnTo>
                      <a:lnTo>
                        <a:pt x="691" y="702"/>
                      </a:lnTo>
                      <a:lnTo>
                        <a:pt x="692" y="702"/>
                      </a:lnTo>
                      <a:lnTo>
                        <a:pt x="694" y="702"/>
                      </a:lnTo>
                      <a:lnTo>
                        <a:pt x="695" y="702"/>
                      </a:lnTo>
                      <a:lnTo>
                        <a:pt x="697" y="702"/>
                      </a:lnTo>
                      <a:lnTo>
                        <a:pt x="698" y="703"/>
                      </a:lnTo>
                      <a:lnTo>
                        <a:pt x="699" y="703"/>
                      </a:lnTo>
                      <a:lnTo>
                        <a:pt x="701" y="703"/>
                      </a:lnTo>
                      <a:lnTo>
                        <a:pt x="702" y="703"/>
                      </a:lnTo>
                      <a:lnTo>
                        <a:pt x="704" y="703"/>
                      </a:lnTo>
                      <a:lnTo>
                        <a:pt x="705" y="703"/>
                      </a:lnTo>
                      <a:lnTo>
                        <a:pt x="706" y="703"/>
                      </a:lnTo>
                      <a:lnTo>
                        <a:pt x="708" y="703"/>
                      </a:lnTo>
                      <a:lnTo>
                        <a:pt x="709" y="703"/>
                      </a:lnTo>
                      <a:lnTo>
                        <a:pt x="711" y="703"/>
                      </a:lnTo>
                      <a:lnTo>
                        <a:pt x="712" y="703"/>
                      </a:lnTo>
                      <a:lnTo>
                        <a:pt x="713" y="703"/>
                      </a:lnTo>
                      <a:lnTo>
                        <a:pt x="715" y="703"/>
                      </a:lnTo>
                      <a:lnTo>
                        <a:pt x="716" y="703"/>
                      </a:lnTo>
                      <a:lnTo>
                        <a:pt x="718" y="703"/>
                      </a:lnTo>
                      <a:lnTo>
                        <a:pt x="719" y="703"/>
                      </a:lnTo>
                      <a:lnTo>
                        <a:pt x="720" y="703"/>
                      </a:lnTo>
                      <a:lnTo>
                        <a:pt x="722" y="703"/>
                      </a:lnTo>
                      <a:lnTo>
                        <a:pt x="723" y="703"/>
                      </a:lnTo>
                      <a:lnTo>
                        <a:pt x="725" y="703"/>
                      </a:lnTo>
                      <a:lnTo>
                        <a:pt x="726" y="703"/>
                      </a:lnTo>
                      <a:lnTo>
                        <a:pt x="728" y="703"/>
                      </a:lnTo>
                      <a:lnTo>
                        <a:pt x="729" y="703"/>
                      </a:lnTo>
                      <a:lnTo>
                        <a:pt x="730" y="703"/>
                      </a:lnTo>
                      <a:lnTo>
                        <a:pt x="732" y="704"/>
                      </a:lnTo>
                      <a:lnTo>
                        <a:pt x="733" y="704"/>
                      </a:lnTo>
                      <a:lnTo>
                        <a:pt x="735" y="704"/>
                      </a:lnTo>
                      <a:lnTo>
                        <a:pt x="736" y="704"/>
                      </a:lnTo>
                      <a:lnTo>
                        <a:pt x="737" y="704"/>
                      </a:lnTo>
                      <a:lnTo>
                        <a:pt x="739" y="704"/>
                      </a:lnTo>
                      <a:lnTo>
                        <a:pt x="740" y="704"/>
                      </a:lnTo>
                      <a:lnTo>
                        <a:pt x="742" y="704"/>
                      </a:lnTo>
                      <a:lnTo>
                        <a:pt x="743" y="704"/>
                      </a:lnTo>
                      <a:lnTo>
                        <a:pt x="744" y="704"/>
                      </a:lnTo>
                      <a:lnTo>
                        <a:pt x="746" y="704"/>
                      </a:lnTo>
                      <a:lnTo>
                        <a:pt x="747" y="704"/>
                      </a:lnTo>
                      <a:lnTo>
                        <a:pt x="749" y="704"/>
                      </a:lnTo>
                      <a:lnTo>
                        <a:pt x="750" y="704"/>
                      </a:lnTo>
                      <a:lnTo>
                        <a:pt x="751" y="704"/>
                      </a:lnTo>
                      <a:lnTo>
                        <a:pt x="753" y="704"/>
                      </a:lnTo>
                      <a:lnTo>
                        <a:pt x="754" y="704"/>
                      </a:lnTo>
                      <a:lnTo>
                        <a:pt x="756" y="704"/>
                      </a:lnTo>
                      <a:lnTo>
                        <a:pt x="757" y="704"/>
                      </a:lnTo>
                      <a:lnTo>
                        <a:pt x="758" y="704"/>
                      </a:lnTo>
                      <a:lnTo>
                        <a:pt x="760" y="704"/>
                      </a:lnTo>
                      <a:lnTo>
                        <a:pt x="761" y="704"/>
                      </a:lnTo>
                      <a:lnTo>
                        <a:pt x="763" y="704"/>
                      </a:lnTo>
                      <a:lnTo>
                        <a:pt x="764" y="704"/>
                      </a:lnTo>
                      <a:lnTo>
                        <a:pt x="765" y="704"/>
                      </a:lnTo>
                      <a:lnTo>
                        <a:pt x="767" y="705"/>
                      </a:lnTo>
                      <a:lnTo>
                        <a:pt x="768" y="705"/>
                      </a:lnTo>
                      <a:lnTo>
                        <a:pt x="770" y="705"/>
                      </a:lnTo>
                      <a:lnTo>
                        <a:pt x="771" y="705"/>
                      </a:lnTo>
                      <a:lnTo>
                        <a:pt x="772" y="705"/>
                      </a:lnTo>
                      <a:lnTo>
                        <a:pt x="774" y="705"/>
                      </a:lnTo>
                      <a:lnTo>
                        <a:pt x="775" y="705"/>
                      </a:lnTo>
                      <a:lnTo>
                        <a:pt x="777" y="705"/>
                      </a:lnTo>
                      <a:lnTo>
                        <a:pt x="778" y="705"/>
                      </a:lnTo>
                      <a:lnTo>
                        <a:pt x="779" y="705"/>
                      </a:lnTo>
                      <a:lnTo>
                        <a:pt x="781" y="705"/>
                      </a:lnTo>
                      <a:lnTo>
                        <a:pt x="782" y="705"/>
                      </a:lnTo>
                      <a:lnTo>
                        <a:pt x="784" y="705"/>
                      </a:lnTo>
                      <a:lnTo>
                        <a:pt x="785" y="705"/>
                      </a:lnTo>
                      <a:lnTo>
                        <a:pt x="786" y="705"/>
                      </a:lnTo>
                      <a:lnTo>
                        <a:pt x="788" y="705"/>
                      </a:lnTo>
                      <a:lnTo>
                        <a:pt x="789" y="705"/>
                      </a:lnTo>
                      <a:lnTo>
                        <a:pt x="791" y="705"/>
                      </a:lnTo>
                      <a:lnTo>
                        <a:pt x="792" y="705"/>
                      </a:lnTo>
                      <a:lnTo>
                        <a:pt x="794" y="705"/>
                      </a:lnTo>
                      <a:lnTo>
                        <a:pt x="795" y="705"/>
                      </a:lnTo>
                      <a:lnTo>
                        <a:pt x="796" y="705"/>
                      </a:lnTo>
                      <a:lnTo>
                        <a:pt x="798" y="705"/>
                      </a:lnTo>
                      <a:lnTo>
                        <a:pt x="799" y="705"/>
                      </a:lnTo>
                      <a:lnTo>
                        <a:pt x="801" y="705"/>
                      </a:lnTo>
                      <a:lnTo>
                        <a:pt x="802" y="705"/>
                      </a:lnTo>
                      <a:lnTo>
                        <a:pt x="803" y="705"/>
                      </a:lnTo>
                      <a:lnTo>
                        <a:pt x="805" y="706"/>
                      </a:lnTo>
                      <a:lnTo>
                        <a:pt x="806" y="706"/>
                      </a:lnTo>
                      <a:lnTo>
                        <a:pt x="808" y="706"/>
                      </a:lnTo>
                      <a:lnTo>
                        <a:pt x="809" y="706"/>
                      </a:lnTo>
                      <a:lnTo>
                        <a:pt x="810" y="706"/>
                      </a:lnTo>
                      <a:lnTo>
                        <a:pt x="812" y="706"/>
                      </a:lnTo>
                      <a:lnTo>
                        <a:pt x="813" y="706"/>
                      </a:lnTo>
                      <a:lnTo>
                        <a:pt x="815" y="706"/>
                      </a:lnTo>
                      <a:lnTo>
                        <a:pt x="816" y="706"/>
                      </a:lnTo>
                      <a:lnTo>
                        <a:pt x="817" y="706"/>
                      </a:lnTo>
                      <a:lnTo>
                        <a:pt x="819" y="706"/>
                      </a:lnTo>
                      <a:lnTo>
                        <a:pt x="820" y="706"/>
                      </a:lnTo>
                      <a:lnTo>
                        <a:pt x="822" y="706"/>
                      </a:lnTo>
                      <a:lnTo>
                        <a:pt x="823" y="706"/>
                      </a:lnTo>
                      <a:lnTo>
                        <a:pt x="824" y="706"/>
                      </a:lnTo>
                      <a:lnTo>
                        <a:pt x="826" y="706"/>
                      </a:lnTo>
                      <a:lnTo>
                        <a:pt x="827" y="706"/>
                      </a:lnTo>
                      <a:lnTo>
                        <a:pt x="829" y="706"/>
                      </a:lnTo>
                      <a:lnTo>
                        <a:pt x="830" y="706"/>
                      </a:lnTo>
                      <a:lnTo>
                        <a:pt x="831" y="706"/>
                      </a:lnTo>
                      <a:lnTo>
                        <a:pt x="833" y="706"/>
                      </a:lnTo>
                      <a:lnTo>
                        <a:pt x="834" y="706"/>
                      </a:lnTo>
                      <a:lnTo>
                        <a:pt x="836" y="706"/>
                      </a:lnTo>
                      <a:lnTo>
                        <a:pt x="837" y="706"/>
                      </a:lnTo>
                      <a:lnTo>
                        <a:pt x="838" y="706"/>
                      </a:lnTo>
                      <a:lnTo>
                        <a:pt x="840" y="706"/>
                      </a:lnTo>
                      <a:lnTo>
                        <a:pt x="841" y="706"/>
                      </a:lnTo>
                      <a:lnTo>
                        <a:pt x="843" y="706"/>
                      </a:lnTo>
                      <a:lnTo>
                        <a:pt x="844" y="707"/>
                      </a:lnTo>
                      <a:lnTo>
                        <a:pt x="845" y="707"/>
                      </a:lnTo>
                      <a:lnTo>
                        <a:pt x="847" y="707"/>
                      </a:lnTo>
                      <a:lnTo>
                        <a:pt x="848" y="707"/>
                      </a:lnTo>
                      <a:lnTo>
                        <a:pt x="850" y="707"/>
                      </a:lnTo>
                      <a:lnTo>
                        <a:pt x="851" y="707"/>
                      </a:lnTo>
                      <a:lnTo>
                        <a:pt x="852" y="707"/>
                      </a:lnTo>
                      <a:lnTo>
                        <a:pt x="854" y="707"/>
                      </a:lnTo>
                      <a:lnTo>
                        <a:pt x="855" y="707"/>
                      </a:lnTo>
                      <a:lnTo>
                        <a:pt x="857" y="707"/>
                      </a:lnTo>
                      <a:lnTo>
                        <a:pt x="858" y="707"/>
                      </a:lnTo>
                      <a:lnTo>
                        <a:pt x="860" y="707"/>
                      </a:lnTo>
                      <a:lnTo>
                        <a:pt x="861" y="707"/>
                      </a:lnTo>
                      <a:lnTo>
                        <a:pt x="862" y="707"/>
                      </a:lnTo>
                      <a:lnTo>
                        <a:pt x="864" y="707"/>
                      </a:lnTo>
                      <a:lnTo>
                        <a:pt x="865" y="707"/>
                      </a:lnTo>
                      <a:lnTo>
                        <a:pt x="867" y="707"/>
                      </a:lnTo>
                      <a:lnTo>
                        <a:pt x="868" y="707"/>
                      </a:lnTo>
                      <a:lnTo>
                        <a:pt x="869" y="707"/>
                      </a:lnTo>
                      <a:lnTo>
                        <a:pt x="871" y="707"/>
                      </a:lnTo>
                      <a:lnTo>
                        <a:pt x="872" y="707"/>
                      </a:lnTo>
                      <a:lnTo>
                        <a:pt x="874" y="707"/>
                      </a:lnTo>
                      <a:lnTo>
                        <a:pt x="875" y="707"/>
                      </a:lnTo>
                      <a:lnTo>
                        <a:pt x="876" y="707"/>
                      </a:lnTo>
                      <a:lnTo>
                        <a:pt x="878" y="707"/>
                      </a:lnTo>
                      <a:lnTo>
                        <a:pt x="879" y="707"/>
                      </a:lnTo>
                      <a:lnTo>
                        <a:pt x="881" y="707"/>
                      </a:lnTo>
                      <a:lnTo>
                        <a:pt x="882" y="707"/>
                      </a:lnTo>
                      <a:lnTo>
                        <a:pt x="883" y="707"/>
                      </a:lnTo>
                      <a:lnTo>
                        <a:pt x="885" y="707"/>
                      </a:lnTo>
                      <a:lnTo>
                        <a:pt x="886" y="707"/>
                      </a:lnTo>
                      <a:lnTo>
                        <a:pt x="888" y="707"/>
                      </a:lnTo>
                      <a:lnTo>
                        <a:pt x="889" y="707"/>
                      </a:lnTo>
                      <a:lnTo>
                        <a:pt x="890" y="708"/>
                      </a:lnTo>
                      <a:lnTo>
                        <a:pt x="892" y="708"/>
                      </a:lnTo>
                      <a:lnTo>
                        <a:pt x="893" y="708"/>
                      </a:lnTo>
                      <a:lnTo>
                        <a:pt x="895" y="708"/>
                      </a:lnTo>
                      <a:lnTo>
                        <a:pt x="896" y="708"/>
                      </a:lnTo>
                      <a:lnTo>
                        <a:pt x="897" y="708"/>
                      </a:lnTo>
                      <a:lnTo>
                        <a:pt x="899" y="708"/>
                      </a:lnTo>
                      <a:lnTo>
                        <a:pt x="900" y="708"/>
                      </a:lnTo>
                      <a:lnTo>
                        <a:pt x="902" y="708"/>
                      </a:lnTo>
                      <a:lnTo>
                        <a:pt x="903" y="708"/>
                      </a:lnTo>
                      <a:lnTo>
                        <a:pt x="904" y="708"/>
                      </a:lnTo>
                      <a:lnTo>
                        <a:pt x="906" y="708"/>
                      </a:lnTo>
                      <a:lnTo>
                        <a:pt x="907" y="708"/>
                      </a:lnTo>
                      <a:lnTo>
                        <a:pt x="909" y="708"/>
                      </a:lnTo>
                      <a:lnTo>
                        <a:pt x="910" y="708"/>
                      </a:lnTo>
                      <a:lnTo>
                        <a:pt x="911" y="708"/>
                      </a:lnTo>
                      <a:lnTo>
                        <a:pt x="913" y="708"/>
                      </a:lnTo>
                      <a:lnTo>
                        <a:pt x="914" y="708"/>
                      </a:lnTo>
                      <a:lnTo>
                        <a:pt x="916" y="708"/>
                      </a:lnTo>
                      <a:lnTo>
                        <a:pt x="917" y="708"/>
                      </a:lnTo>
                      <a:lnTo>
                        <a:pt x="919" y="708"/>
                      </a:lnTo>
                      <a:lnTo>
                        <a:pt x="920" y="708"/>
                      </a:lnTo>
                      <a:lnTo>
                        <a:pt x="921" y="708"/>
                      </a:lnTo>
                      <a:lnTo>
                        <a:pt x="923" y="708"/>
                      </a:lnTo>
                      <a:lnTo>
                        <a:pt x="924" y="708"/>
                      </a:lnTo>
                      <a:lnTo>
                        <a:pt x="926" y="708"/>
                      </a:lnTo>
                      <a:lnTo>
                        <a:pt x="927" y="708"/>
                      </a:lnTo>
                      <a:lnTo>
                        <a:pt x="928" y="708"/>
                      </a:lnTo>
                      <a:lnTo>
                        <a:pt x="930" y="708"/>
                      </a:lnTo>
                      <a:lnTo>
                        <a:pt x="931" y="708"/>
                      </a:lnTo>
                      <a:lnTo>
                        <a:pt x="933" y="708"/>
                      </a:lnTo>
                      <a:lnTo>
                        <a:pt x="934" y="709"/>
                      </a:lnTo>
                      <a:lnTo>
                        <a:pt x="935" y="709"/>
                      </a:lnTo>
                      <a:lnTo>
                        <a:pt x="937" y="709"/>
                      </a:lnTo>
                      <a:lnTo>
                        <a:pt x="938" y="709"/>
                      </a:lnTo>
                      <a:lnTo>
                        <a:pt x="940" y="709"/>
                      </a:lnTo>
                      <a:lnTo>
                        <a:pt x="941" y="709"/>
                      </a:lnTo>
                      <a:lnTo>
                        <a:pt x="942" y="709"/>
                      </a:lnTo>
                      <a:lnTo>
                        <a:pt x="944" y="709"/>
                      </a:lnTo>
                      <a:lnTo>
                        <a:pt x="945" y="709"/>
                      </a:lnTo>
                      <a:lnTo>
                        <a:pt x="947" y="709"/>
                      </a:lnTo>
                      <a:lnTo>
                        <a:pt x="948" y="709"/>
                      </a:lnTo>
                      <a:lnTo>
                        <a:pt x="949" y="709"/>
                      </a:lnTo>
                      <a:lnTo>
                        <a:pt x="951" y="709"/>
                      </a:lnTo>
                      <a:lnTo>
                        <a:pt x="952" y="709"/>
                      </a:lnTo>
                      <a:lnTo>
                        <a:pt x="954" y="709"/>
                      </a:lnTo>
                      <a:lnTo>
                        <a:pt x="955" y="709"/>
                      </a:lnTo>
                      <a:lnTo>
                        <a:pt x="956" y="709"/>
                      </a:lnTo>
                      <a:lnTo>
                        <a:pt x="958" y="709"/>
                      </a:lnTo>
                      <a:lnTo>
                        <a:pt x="959" y="709"/>
                      </a:lnTo>
                      <a:lnTo>
                        <a:pt x="961" y="709"/>
                      </a:lnTo>
                      <a:lnTo>
                        <a:pt x="962" y="709"/>
                      </a:lnTo>
                      <a:lnTo>
                        <a:pt x="963" y="709"/>
                      </a:lnTo>
                      <a:lnTo>
                        <a:pt x="965" y="709"/>
                      </a:lnTo>
                      <a:lnTo>
                        <a:pt x="966" y="709"/>
                      </a:lnTo>
                      <a:lnTo>
                        <a:pt x="968" y="709"/>
                      </a:lnTo>
                      <a:lnTo>
                        <a:pt x="969" y="709"/>
                      </a:lnTo>
                      <a:lnTo>
                        <a:pt x="970" y="709"/>
                      </a:lnTo>
                      <a:lnTo>
                        <a:pt x="972" y="709"/>
                      </a:lnTo>
                      <a:lnTo>
                        <a:pt x="973" y="709"/>
                      </a:lnTo>
                      <a:lnTo>
                        <a:pt x="975" y="709"/>
                      </a:lnTo>
                      <a:lnTo>
                        <a:pt x="976" y="709"/>
                      </a:lnTo>
                      <a:lnTo>
                        <a:pt x="977" y="709"/>
                      </a:lnTo>
                      <a:lnTo>
                        <a:pt x="979" y="709"/>
                      </a:lnTo>
                      <a:lnTo>
                        <a:pt x="980" y="709"/>
                      </a:lnTo>
                      <a:lnTo>
                        <a:pt x="982" y="709"/>
                      </a:lnTo>
                      <a:lnTo>
                        <a:pt x="983" y="710"/>
                      </a:lnTo>
                      <a:lnTo>
                        <a:pt x="985" y="710"/>
                      </a:lnTo>
                      <a:lnTo>
                        <a:pt x="986" y="710"/>
                      </a:lnTo>
                      <a:lnTo>
                        <a:pt x="987" y="710"/>
                      </a:lnTo>
                      <a:lnTo>
                        <a:pt x="989" y="710"/>
                      </a:lnTo>
                      <a:lnTo>
                        <a:pt x="990" y="710"/>
                      </a:lnTo>
                      <a:lnTo>
                        <a:pt x="992" y="710"/>
                      </a:lnTo>
                      <a:lnTo>
                        <a:pt x="993" y="710"/>
                      </a:lnTo>
                      <a:lnTo>
                        <a:pt x="994" y="710"/>
                      </a:lnTo>
                      <a:lnTo>
                        <a:pt x="996" y="710"/>
                      </a:lnTo>
                      <a:lnTo>
                        <a:pt x="997" y="710"/>
                      </a:lnTo>
                      <a:lnTo>
                        <a:pt x="999" y="710"/>
                      </a:lnTo>
                      <a:lnTo>
                        <a:pt x="1000" y="710"/>
                      </a:lnTo>
                      <a:lnTo>
                        <a:pt x="1001" y="710"/>
                      </a:lnTo>
                      <a:lnTo>
                        <a:pt x="1003" y="710"/>
                      </a:lnTo>
                      <a:lnTo>
                        <a:pt x="1004" y="710"/>
                      </a:lnTo>
                      <a:lnTo>
                        <a:pt x="1006" y="710"/>
                      </a:lnTo>
                      <a:lnTo>
                        <a:pt x="1007" y="710"/>
                      </a:lnTo>
                      <a:lnTo>
                        <a:pt x="1008" y="710"/>
                      </a:lnTo>
                      <a:lnTo>
                        <a:pt x="1010" y="710"/>
                      </a:lnTo>
                      <a:lnTo>
                        <a:pt x="1011" y="710"/>
                      </a:lnTo>
                      <a:lnTo>
                        <a:pt x="1013" y="710"/>
                      </a:lnTo>
                      <a:lnTo>
                        <a:pt x="1014" y="710"/>
                      </a:lnTo>
                      <a:lnTo>
                        <a:pt x="1015" y="710"/>
                      </a:lnTo>
                      <a:lnTo>
                        <a:pt x="1017" y="710"/>
                      </a:lnTo>
                      <a:lnTo>
                        <a:pt x="1018" y="710"/>
                      </a:lnTo>
                      <a:lnTo>
                        <a:pt x="1020" y="710"/>
                      </a:lnTo>
                      <a:lnTo>
                        <a:pt x="1021" y="710"/>
                      </a:lnTo>
                      <a:lnTo>
                        <a:pt x="1022" y="710"/>
                      </a:lnTo>
                      <a:lnTo>
                        <a:pt x="1024" y="710"/>
                      </a:lnTo>
                      <a:lnTo>
                        <a:pt x="1025" y="710"/>
                      </a:lnTo>
                      <a:lnTo>
                        <a:pt x="1027" y="710"/>
                      </a:lnTo>
                      <a:lnTo>
                        <a:pt x="1028" y="710"/>
                      </a:lnTo>
                      <a:lnTo>
                        <a:pt x="1029" y="710"/>
                      </a:lnTo>
                      <a:lnTo>
                        <a:pt x="1031" y="710"/>
                      </a:lnTo>
                      <a:lnTo>
                        <a:pt x="1032" y="710"/>
                      </a:lnTo>
                      <a:lnTo>
                        <a:pt x="1034" y="710"/>
                      </a:lnTo>
                      <a:lnTo>
                        <a:pt x="1035" y="711"/>
                      </a:lnTo>
                      <a:lnTo>
                        <a:pt x="1036" y="711"/>
                      </a:lnTo>
                      <a:lnTo>
                        <a:pt x="1038" y="711"/>
                      </a:lnTo>
                      <a:lnTo>
                        <a:pt x="1039" y="711"/>
                      </a:lnTo>
                      <a:lnTo>
                        <a:pt x="1041" y="711"/>
                      </a:lnTo>
                      <a:lnTo>
                        <a:pt x="1042" y="711"/>
                      </a:lnTo>
                      <a:lnTo>
                        <a:pt x="1043" y="711"/>
                      </a:lnTo>
                      <a:lnTo>
                        <a:pt x="1045" y="711"/>
                      </a:lnTo>
                      <a:lnTo>
                        <a:pt x="1046" y="711"/>
                      </a:lnTo>
                      <a:lnTo>
                        <a:pt x="1048" y="711"/>
                      </a:lnTo>
                      <a:lnTo>
                        <a:pt x="1049" y="711"/>
                      </a:lnTo>
                      <a:lnTo>
                        <a:pt x="1051" y="711"/>
                      </a:lnTo>
                      <a:lnTo>
                        <a:pt x="1052" y="711"/>
                      </a:lnTo>
                      <a:lnTo>
                        <a:pt x="1053" y="711"/>
                      </a:lnTo>
                      <a:lnTo>
                        <a:pt x="1055" y="711"/>
                      </a:lnTo>
                      <a:lnTo>
                        <a:pt x="1056" y="711"/>
                      </a:lnTo>
                      <a:lnTo>
                        <a:pt x="1058" y="711"/>
                      </a:lnTo>
                      <a:lnTo>
                        <a:pt x="1059" y="711"/>
                      </a:lnTo>
                      <a:lnTo>
                        <a:pt x="1060" y="711"/>
                      </a:lnTo>
                      <a:lnTo>
                        <a:pt x="1062" y="711"/>
                      </a:lnTo>
                      <a:lnTo>
                        <a:pt x="1063" y="711"/>
                      </a:lnTo>
                      <a:lnTo>
                        <a:pt x="1065" y="711"/>
                      </a:lnTo>
                      <a:lnTo>
                        <a:pt x="1066" y="711"/>
                      </a:lnTo>
                      <a:lnTo>
                        <a:pt x="1067" y="711"/>
                      </a:lnTo>
                      <a:lnTo>
                        <a:pt x="1069" y="711"/>
                      </a:lnTo>
                      <a:lnTo>
                        <a:pt x="1070" y="711"/>
                      </a:lnTo>
                      <a:lnTo>
                        <a:pt x="1072" y="711"/>
                      </a:lnTo>
                      <a:lnTo>
                        <a:pt x="1073" y="711"/>
                      </a:lnTo>
                      <a:lnTo>
                        <a:pt x="1074" y="711"/>
                      </a:lnTo>
                      <a:lnTo>
                        <a:pt x="1076" y="711"/>
                      </a:lnTo>
                      <a:lnTo>
                        <a:pt x="1077" y="711"/>
                      </a:lnTo>
                      <a:lnTo>
                        <a:pt x="1079" y="711"/>
                      </a:lnTo>
                      <a:lnTo>
                        <a:pt x="1080" y="711"/>
                      </a:lnTo>
                      <a:lnTo>
                        <a:pt x="1081" y="711"/>
                      </a:lnTo>
                      <a:lnTo>
                        <a:pt x="1083" y="711"/>
                      </a:lnTo>
                      <a:lnTo>
                        <a:pt x="1084" y="711"/>
                      </a:lnTo>
                      <a:lnTo>
                        <a:pt x="1086" y="711"/>
                      </a:lnTo>
                      <a:lnTo>
                        <a:pt x="1087" y="711"/>
                      </a:lnTo>
                      <a:lnTo>
                        <a:pt x="1088" y="711"/>
                      </a:lnTo>
                      <a:lnTo>
                        <a:pt x="1090" y="711"/>
                      </a:lnTo>
                      <a:lnTo>
                        <a:pt x="1091" y="711"/>
                      </a:lnTo>
                      <a:lnTo>
                        <a:pt x="1093" y="712"/>
                      </a:lnTo>
                      <a:lnTo>
                        <a:pt x="1094" y="712"/>
                      </a:lnTo>
                      <a:lnTo>
                        <a:pt x="1095" y="712"/>
                      </a:lnTo>
                      <a:lnTo>
                        <a:pt x="1097" y="712"/>
                      </a:lnTo>
                      <a:lnTo>
                        <a:pt x="1098" y="712"/>
                      </a:lnTo>
                      <a:lnTo>
                        <a:pt x="1100" y="712"/>
                      </a:lnTo>
                      <a:lnTo>
                        <a:pt x="1101" y="712"/>
                      </a:lnTo>
                      <a:lnTo>
                        <a:pt x="1102" y="712"/>
                      </a:lnTo>
                      <a:lnTo>
                        <a:pt x="1104" y="712"/>
                      </a:lnTo>
                      <a:lnTo>
                        <a:pt x="1105" y="712"/>
                      </a:lnTo>
                      <a:lnTo>
                        <a:pt x="1107" y="712"/>
                      </a:lnTo>
                      <a:lnTo>
                        <a:pt x="1108" y="712"/>
                      </a:lnTo>
                      <a:lnTo>
                        <a:pt x="1110" y="712"/>
                      </a:lnTo>
                      <a:lnTo>
                        <a:pt x="1111" y="712"/>
                      </a:lnTo>
                      <a:lnTo>
                        <a:pt x="1112" y="712"/>
                      </a:lnTo>
                      <a:lnTo>
                        <a:pt x="1114" y="712"/>
                      </a:lnTo>
                      <a:lnTo>
                        <a:pt x="1115" y="712"/>
                      </a:lnTo>
                      <a:lnTo>
                        <a:pt x="1117" y="712"/>
                      </a:lnTo>
                      <a:lnTo>
                        <a:pt x="1118" y="712"/>
                      </a:lnTo>
                      <a:lnTo>
                        <a:pt x="1119" y="712"/>
                      </a:lnTo>
                      <a:lnTo>
                        <a:pt x="1121" y="712"/>
                      </a:lnTo>
                      <a:lnTo>
                        <a:pt x="1122" y="712"/>
                      </a:lnTo>
                      <a:lnTo>
                        <a:pt x="1124" y="712"/>
                      </a:lnTo>
                      <a:lnTo>
                        <a:pt x="1125" y="712"/>
                      </a:lnTo>
                      <a:lnTo>
                        <a:pt x="1126" y="712"/>
                      </a:lnTo>
                      <a:lnTo>
                        <a:pt x="1128" y="712"/>
                      </a:lnTo>
                      <a:lnTo>
                        <a:pt x="1129" y="712"/>
                      </a:lnTo>
                      <a:lnTo>
                        <a:pt x="1131" y="712"/>
                      </a:lnTo>
                      <a:lnTo>
                        <a:pt x="1132" y="712"/>
                      </a:lnTo>
                      <a:lnTo>
                        <a:pt x="1133" y="712"/>
                      </a:lnTo>
                      <a:lnTo>
                        <a:pt x="1135" y="712"/>
                      </a:lnTo>
                      <a:lnTo>
                        <a:pt x="1136" y="712"/>
                      </a:lnTo>
                      <a:lnTo>
                        <a:pt x="1138" y="712"/>
                      </a:lnTo>
                      <a:lnTo>
                        <a:pt x="1139" y="712"/>
                      </a:lnTo>
                      <a:lnTo>
                        <a:pt x="1140" y="712"/>
                      </a:lnTo>
                      <a:lnTo>
                        <a:pt x="1142" y="712"/>
                      </a:lnTo>
                      <a:lnTo>
                        <a:pt x="1143" y="712"/>
                      </a:lnTo>
                      <a:lnTo>
                        <a:pt x="1145" y="712"/>
                      </a:lnTo>
                      <a:lnTo>
                        <a:pt x="1146" y="712"/>
                      </a:lnTo>
                      <a:lnTo>
                        <a:pt x="1147" y="712"/>
                      </a:lnTo>
                      <a:lnTo>
                        <a:pt x="1149" y="712"/>
                      </a:lnTo>
                      <a:lnTo>
                        <a:pt x="1150" y="712"/>
                      </a:lnTo>
                      <a:lnTo>
                        <a:pt x="1152" y="712"/>
                      </a:lnTo>
                      <a:lnTo>
                        <a:pt x="1153" y="712"/>
                      </a:lnTo>
                      <a:lnTo>
                        <a:pt x="1154" y="712"/>
                      </a:lnTo>
                      <a:lnTo>
                        <a:pt x="1156" y="713"/>
                      </a:lnTo>
                      <a:lnTo>
                        <a:pt x="1157" y="713"/>
                      </a:lnTo>
                      <a:lnTo>
                        <a:pt x="1159" y="713"/>
                      </a:lnTo>
                      <a:lnTo>
                        <a:pt x="1160" y="713"/>
                      </a:lnTo>
                      <a:lnTo>
                        <a:pt x="1161" y="713"/>
                      </a:lnTo>
                      <a:lnTo>
                        <a:pt x="1163" y="713"/>
                      </a:lnTo>
                      <a:lnTo>
                        <a:pt x="1164" y="713"/>
                      </a:lnTo>
                      <a:lnTo>
                        <a:pt x="1166" y="713"/>
                      </a:lnTo>
                      <a:lnTo>
                        <a:pt x="1167" y="713"/>
                      </a:lnTo>
                      <a:lnTo>
                        <a:pt x="1168" y="713"/>
                      </a:lnTo>
                      <a:lnTo>
                        <a:pt x="1170" y="713"/>
                      </a:lnTo>
                      <a:lnTo>
                        <a:pt x="1171" y="713"/>
                      </a:lnTo>
                      <a:lnTo>
                        <a:pt x="1173" y="713"/>
                      </a:lnTo>
                      <a:lnTo>
                        <a:pt x="1174" y="713"/>
                      </a:lnTo>
                      <a:lnTo>
                        <a:pt x="1176" y="713"/>
                      </a:lnTo>
                      <a:lnTo>
                        <a:pt x="1177" y="713"/>
                      </a:lnTo>
                      <a:lnTo>
                        <a:pt x="1178" y="713"/>
                      </a:lnTo>
                      <a:lnTo>
                        <a:pt x="1180" y="713"/>
                      </a:lnTo>
                      <a:lnTo>
                        <a:pt x="1181" y="713"/>
                      </a:lnTo>
                      <a:lnTo>
                        <a:pt x="1183" y="713"/>
                      </a:lnTo>
                      <a:lnTo>
                        <a:pt x="1184" y="713"/>
                      </a:lnTo>
                      <a:lnTo>
                        <a:pt x="1185" y="713"/>
                      </a:lnTo>
                      <a:lnTo>
                        <a:pt x="1187" y="713"/>
                      </a:lnTo>
                      <a:lnTo>
                        <a:pt x="1188" y="713"/>
                      </a:lnTo>
                      <a:lnTo>
                        <a:pt x="1190" y="713"/>
                      </a:lnTo>
                      <a:lnTo>
                        <a:pt x="1191" y="713"/>
                      </a:lnTo>
                      <a:lnTo>
                        <a:pt x="1192" y="713"/>
                      </a:lnTo>
                      <a:lnTo>
                        <a:pt x="1194" y="713"/>
                      </a:lnTo>
                      <a:lnTo>
                        <a:pt x="1195" y="713"/>
                      </a:lnTo>
                      <a:lnTo>
                        <a:pt x="1197" y="713"/>
                      </a:lnTo>
                      <a:lnTo>
                        <a:pt x="1198" y="713"/>
                      </a:lnTo>
                      <a:lnTo>
                        <a:pt x="1199" y="713"/>
                      </a:lnTo>
                      <a:lnTo>
                        <a:pt x="1201" y="713"/>
                      </a:lnTo>
                      <a:lnTo>
                        <a:pt x="1202" y="713"/>
                      </a:lnTo>
                      <a:lnTo>
                        <a:pt x="1204" y="713"/>
                      </a:lnTo>
                      <a:lnTo>
                        <a:pt x="1205" y="713"/>
                      </a:lnTo>
                      <a:lnTo>
                        <a:pt x="1206" y="713"/>
                      </a:lnTo>
                      <a:lnTo>
                        <a:pt x="1208" y="713"/>
                      </a:lnTo>
                      <a:lnTo>
                        <a:pt x="1209" y="713"/>
                      </a:lnTo>
                      <a:lnTo>
                        <a:pt x="1211" y="713"/>
                      </a:lnTo>
                      <a:lnTo>
                        <a:pt x="1212" y="713"/>
                      </a:lnTo>
                      <a:lnTo>
                        <a:pt x="1213" y="713"/>
                      </a:lnTo>
                      <a:lnTo>
                        <a:pt x="1215" y="713"/>
                      </a:lnTo>
                      <a:lnTo>
                        <a:pt x="1216" y="714"/>
                      </a:lnTo>
                      <a:lnTo>
                        <a:pt x="1218" y="714"/>
                      </a:lnTo>
                      <a:lnTo>
                        <a:pt x="1219" y="714"/>
                      </a:lnTo>
                      <a:lnTo>
                        <a:pt x="1220" y="714"/>
                      </a:lnTo>
                      <a:lnTo>
                        <a:pt x="1222" y="714"/>
                      </a:lnTo>
                      <a:lnTo>
                        <a:pt x="1223" y="714"/>
                      </a:lnTo>
                      <a:lnTo>
                        <a:pt x="1225" y="714"/>
                      </a:lnTo>
                      <a:lnTo>
                        <a:pt x="1226" y="714"/>
                      </a:lnTo>
                      <a:lnTo>
                        <a:pt x="1227" y="714"/>
                      </a:lnTo>
                      <a:lnTo>
                        <a:pt x="1229" y="714"/>
                      </a:lnTo>
                      <a:lnTo>
                        <a:pt x="1230" y="714"/>
                      </a:lnTo>
                      <a:lnTo>
                        <a:pt x="1232" y="714"/>
                      </a:lnTo>
                      <a:lnTo>
                        <a:pt x="1233" y="714"/>
                      </a:lnTo>
                      <a:lnTo>
                        <a:pt x="1235" y="714"/>
                      </a:lnTo>
                      <a:lnTo>
                        <a:pt x="1236" y="714"/>
                      </a:lnTo>
                      <a:lnTo>
                        <a:pt x="1237" y="714"/>
                      </a:lnTo>
                      <a:lnTo>
                        <a:pt x="1239" y="714"/>
                      </a:lnTo>
                      <a:lnTo>
                        <a:pt x="1240" y="714"/>
                      </a:lnTo>
                      <a:lnTo>
                        <a:pt x="1242" y="714"/>
                      </a:lnTo>
                      <a:lnTo>
                        <a:pt x="1243" y="714"/>
                      </a:lnTo>
                      <a:lnTo>
                        <a:pt x="1244" y="714"/>
                      </a:lnTo>
                      <a:lnTo>
                        <a:pt x="1246" y="714"/>
                      </a:lnTo>
                      <a:lnTo>
                        <a:pt x="1247" y="714"/>
                      </a:lnTo>
                      <a:lnTo>
                        <a:pt x="1249" y="714"/>
                      </a:lnTo>
                      <a:lnTo>
                        <a:pt x="1250" y="714"/>
                      </a:lnTo>
                      <a:lnTo>
                        <a:pt x="1251" y="714"/>
                      </a:lnTo>
                      <a:lnTo>
                        <a:pt x="1253" y="714"/>
                      </a:lnTo>
                      <a:lnTo>
                        <a:pt x="1254" y="714"/>
                      </a:lnTo>
                      <a:lnTo>
                        <a:pt x="1256" y="714"/>
                      </a:lnTo>
                      <a:lnTo>
                        <a:pt x="1257" y="714"/>
                      </a:lnTo>
                      <a:lnTo>
                        <a:pt x="1258" y="714"/>
                      </a:lnTo>
                      <a:lnTo>
                        <a:pt x="1260" y="714"/>
                      </a:lnTo>
                      <a:lnTo>
                        <a:pt x="1261" y="714"/>
                      </a:lnTo>
                      <a:lnTo>
                        <a:pt x="1263" y="714"/>
                      </a:lnTo>
                      <a:lnTo>
                        <a:pt x="1264" y="714"/>
                      </a:lnTo>
                      <a:lnTo>
                        <a:pt x="1265" y="714"/>
                      </a:lnTo>
                      <a:lnTo>
                        <a:pt x="1267" y="714"/>
                      </a:lnTo>
                      <a:lnTo>
                        <a:pt x="1268" y="714"/>
                      </a:lnTo>
                      <a:lnTo>
                        <a:pt x="1270" y="714"/>
                      </a:lnTo>
                      <a:lnTo>
                        <a:pt x="1271" y="714"/>
                      </a:lnTo>
                      <a:lnTo>
                        <a:pt x="1272" y="714"/>
                      </a:lnTo>
                      <a:lnTo>
                        <a:pt x="1274" y="714"/>
                      </a:lnTo>
                      <a:lnTo>
                        <a:pt x="1275" y="714"/>
                      </a:lnTo>
                      <a:lnTo>
                        <a:pt x="1277" y="715"/>
                      </a:lnTo>
                      <a:lnTo>
                        <a:pt x="1278" y="715"/>
                      </a:lnTo>
                      <a:lnTo>
                        <a:pt x="1279" y="715"/>
                      </a:lnTo>
                      <a:lnTo>
                        <a:pt x="1281" y="715"/>
                      </a:lnTo>
                      <a:lnTo>
                        <a:pt x="1282" y="715"/>
                      </a:lnTo>
                      <a:lnTo>
                        <a:pt x="1284" y="715"/>
                      </a:lnTo>
                      <a:lnTo>
                        <a:pt x="1285" y="715"/>
                      </a:lnTo>
                      <a:lnTo>
                        <a:pt x="1286" y="715"/>
                      </a:lnTo>
                      <a:lnTo>
                        <a:pt x="1288" y="715"/>
                      </a:lnTo>
                      <a:lnTo>
                        <a:pt x="1289" y="715"/>
                      </a:lnTo>
                      <a:lnTo>
                        <a:pt x="1291" y="715"/>
                      </a:lnTo>
                      <a:lnTo>
                        <a:pt x="1292" y="715"/>
                      </a:lnTo>
                      <a:lnTo>
                        <a:pt x="1293" y="715"/>
                      </a:lnTo>
                      <a:lnTo>
                        <a:pt x="1295" y="715"/>
                      </a:lnTo>
                      <a:lnTo>
                        <a:pt x="1296" y="715"/>
                      </a:lnTo>
                      <a:lnTo>
                        <a:pt x="1298" y="715"/>
                      </a:lnTo>
                      <a:lnTo>
                        <a:pt x="1299" y="715"/>
                      </a:lnTo>
                      <a:lnTo>
                        <a:pt x="1301" y="715"/>
                      </a:lnTo>
                      <a:lnTo>
                        <a:pt x="1302" y="715"/>
                      </a:lnTo>
                      <a:lnTo>
                        <a:pt x="1303" y="715"/>
                      </a:lnTo>
                      <a:lnTo>
                        <a:pt x="1305" y="715"/>
                      </a:lnTo>
                      <a:lnTo>
                        <a:pt x="1306" y="715"/>
                      </a:lnTo>
                      <a:lnTo>
                        <a:pt x="1308" y="715"/>
                      </a:lnTo>
                      <a:lnTo>
                        <a:pt x="1309" y="715"/>
                      </a:lnTo>
                      <a:lnTo>
                        <a:pt x="1310" y="715"/>
                      </a:lnTo>
                      <a:lnTo>
                        <a:pt x="1312" y="715"/>
                      </a:lnTo>
                      <a:lnTo>
                        <a:pt x="1313" y="715"/>
                      </a:lnTo>
                      <a:lnTo>
                        <a:pt x="1315" y="715"/>
                      </a:lnTo>
                      <a:lnTo>
                        <a:pt x="1316" y="715"/>
                      </a:lnTo>
                      <a:lnTo>
                        <a:pt x="1317" y="715"/>
                      </a:lnTo>
                      <a:lnTo>
                        <a:pt x="1319" y="715"/>
                      </a:lnTo>
                      <a:lnTo>
                        <a:pt x="1320" y="715"/>
                      </a:lnTo>
                      <a:lnTo>
                        <a:pt x="1322" y="715"/>
                      </a:lnTo>
                      <a:lnTo>
                        <a:pt x="1323" y="715"/>
                      </a:lnTo>
                      <a:lnTo>
                        <a:pt x="1324" y="715"/>
                      </a:lnTo>
                      <a:lnTo>
                        <a:pt x="1326" y="715"/>
                      </a:lnTo>
                      <a:lnTo>
                        <a:pt x="1327" y="715"/>
                      </a:lnTo>
                      <a:lnTo>
                        <a:pt x="1329" y="715"/>
                      </a:lnTo>
                      <a:lnTo>
                        <a:pt x="1330" y="715"/>
                      </a:lnTo>
                      <a:lnTo>
                        <a:pt x="1331" y="715"/>
                      </a:lnTo>
                      <a:lnTo>
                        <a:pt x="1333" y="715"/>
                      </a:lnTo>
                      <a:lnTo>
                        <a:pt x="1334" y="715"/>
                      </a:lnTo>
                      <a:lnTo>
                        <a:pt x="1336" y="715"/>
                      </a:lnTo>
                      <a:lnTo>
                        <a:pt x="1337" y="715"/>
                      </a:lnTo>
                      <a:lnTo>
                        <a:pt x="1338" y="715"/>
                      </a:lnTo>
                      <a:lnTo>
                        <a:pt x="1340" y="716"/>
                      </a:lnTo>
                      <a:lnTo>
                        <a:pt x="1341" y="716"/>
                      </a:lnTo>
                      <a:lnTo>
                        <a:pt x="1343" y="716"/>
                      </a:lnTo>
                      <a:lnTo>
                        <a:pt x="1344" y="716"/>
                      </a:lnTo>
                      <a:lnTo>
                        <a:pt x="1345" y="716"/>
                      </a:lnTo>
                      <a:lnTo>
                        <a:pt x="1347" y="716"/>
                      </a:lnTo>
                      <a:lnTo>
                        <a:pt x="1348" y="716"/>
                      </a:lnTo>
                      <a:lnTo>
                        <a:pt x="1350" y="716"/>
                      </a:lnTo>
                      <a:lnTo>
                        <a:pt x="1351" y="716"/>
                      </a:lnTo>
                      <a:lnTo>
                        <a:pt x="1352" y="716"/>
                      </a:lnTo>
                      <a:lnTo>
                        <a:pt x="1354" y="716"/>
                      </a:lnTo>
                      <a:lnTo>
                        <a:pt x="1355" y="716"/>
                      </a:lnTo>
                      <a:lnTo>
                        <a:pt x="1357" y="716"/>
                      </a:lnTo>
                      <a:lnTo>
                        <a:pt x="1358" y="716"/>
                      </a:lnTo>
                      <a:lnTo>
                        <a:pt x="1359" y="716"/>
                      </a:lnTo>
                      <a:lnTo>
                        <a:pt x="1361" y="716"/>
                      </a:lnTo>
                      <a:lnTo>
                        <a:pt x="1362" y="716"/>
                      </a:lnTo>
                      <a:lnTo>
                        <a:pt x="1364" y="716"/>
                      </a:lnTo>
                      <a:lnTo>
                        <a:pt x="1365" y="716"/>
                      </a:lnTo>
                      <a:lnTo>
                        <a:pt x="1367" y="716"/>
                      </a:lnTo>
                      <a:lnTo>
                        <a:pt x="1368" y="716"/>
                      </a:lnTo>
                      <a:lnTo>
                        <a:pt x="1369" y="716"/>
                      </a:lnTo>
                      <a:lnTo>
                        <a:pt x="1371" y="716"/>
                      </a:lnTo>
                      <a:lnTo>
                        <a:pt x="1372" y="716"/>
                      </a:lnTo>
                      <a:lnTo>
                        <a:pt x="1374" y="716"/>
                      </a:lnTo>
                      <a:lnTo>
                        <a:pt x="1375" y="716"/>
                      </a:lnTo>
                      <a:lnTo>
                        <a:pt x="1376" y="716"/>
                      </a:lnTo>
                      <a:lnTo>
                        <a:pt x="1378" y="716"/>
                      </a:lnTo>
                      <a:lnTo>
                        <a:pt x="1379" y="716"/>
                      </a:lnTo>
                      <a:lnTo>
                        <a:pt x="1381" y="716"/>
                      </a:lnTo>
                      <a:lnTo>
                        <a:pt x="1382" y="716"/>
                      </a:lnTo>
                      <a:lnTo>
                        <a:pt x="1383" y="716"/>
                      </a:lnTo>
                      <a:lnTo>
                        <a:pt x="1385" y="716"/>
                      </a:lnTo>
                      <a:lnTo>
                        <a:pt x="1386" y="716"/>
                      </a:lnTo>
                      <a:lnTo>
                        <a:pt x="1388" y="716"/>
                      </a:lnTo>
                      <a:lnTo>
                        <a:pt x="1389" y="716"/>
                      </a:lnTo>
                      <a:lnTo>
                        <a:pt x="1390" y="716"/>
                      </a:lnTo>
                      <a:lnTo>
                        <a:pt x="1392" y="716"/>
                      </a:lnTo>
                      <a:lnTo>
                        <a:pt x="1393" y="716"/>
                      </a:lnTo>
                      <a:lnTo>
                        <a:pt x="1395" y="716"/>
                      </a:lnTo>
                      <a:lnTo>
                        <a:pt x="1396" y="716"/>
                      </a:lnTo>
                      <a:lnTo>
                        <a:pt x="1397" y="716"/>
                      </a:lnTo>
                      <a:lnTo>
                        <a:pt x="1399" y="716"/>
                      </a:lnTo>
                      <a:lnTo>
                        <a:pt x="1400" y="716"/>
                      </a:lnTo>
                      <a:lnTo>
                        <a:pt x="1402" y="716"/>
                      </a:lnTo>
                      <a:lnTo>
                        <a:pt x="1403" y="716"/>
                      </a:lnTo>
                      <a:lnTo>
                        <a:pt x="1404" y="717"/>
                      </a:lnTo>
                      <a:lnTo>
                        <a:pt x="1406" y="717"/>
                      </a:lnTo>
                      <a:lnTo>
                        <a:pt x="1407" y="717"/>
                      </a:lnTo>
                      <a:lnTo>
                        <a:pt x="1409" y="717"/>
                      </a:lnTo>
                      <a:lnTo>
                        <a:pt x="1410" y="717"/>
                      </a:lnTo>
                      <a:lnTo>
                        <a:pt x="1411" y="717"/>
                      </a:lnTo>
                      <a:lnTo>
                        <a:pt x="1413" y="717"/>
                      </a:lnTo>
                      <a:lnTo>
                        <a:pt x="1414" y="717"/>
                      </a:lnTo>
                      <a:lnTo>
                        <a:pt x="1416" y="717"/>
                      </a:lnTo>
                      <a:lnTo>
                        <a:pt x="1417" y="717"/>
                      </a:lnTo>
                      <a:lnTo>
                        <a:pt x="1418" y="717"/>
                      </a:lnTo>
                      <a:lnTo>
                        <a:pt x="1420" y="717"/>
                      </a:lnTo>
                      <a:lnTo>
                        <a:pt x="1421" y="717"/>
                      </a:lnTo>
                      <a:lnTo>
                        <a:pt x="1423" y="717"/>
                      </a:lnTo>
                      <a:lnTo>
                        <a:pt x="1424" y="717"/>
                      </a:lnTo>
                      <a:lnTo>
                        <a:pt x="1426" y="717"/>
                      </a:lnTo>
                      <a:lnTo>
                        <a:pt x="1427" y="717"/>
                      </a:lnTo>
                      <a:lnTo>
                        <a:pt x="1428" y="717"/>
                      </a:lnTo>
                      <a:lnTo>
                        <a:pt x="1430" y="717"/>
                      </a:lnTo>
                      <a:lnTo>
                        <a:pt x="1431" y="717"/>
                      </a:lnTo>
                      <a:lnTo>
                        <a:pt x="1433" y="717"/>
                      </a:lnTo>
                      <a:lnTo>
                        <a:pt x="1434" y="717"/>
                      </a:lnTo>
                      <a:lnTo>
                        <a:pt x="1435" y="717"/>
                      </a:lnTo>
                      <a:lnTo>
                        <a:pt x="1437" y="717"/>
                      </a:lnTo>
                      <a:lnTo>
                        <a:pt x="1438" y="717"/>
                      </a:lnTo>
                      <a:lnTo>
                        <a:pt x="1440" y="717"/>
                      </a:lnTo>
                      <a:lnTo>
                        <a:pt x="1441" y="717"/>
                      </a:lnTo>
                      <a:lnTo>
                        <a:pt x="1442" y="717"/>
                      </a:lnTo>
                      <a:lnTo>
                        <a:pt x="1444" y="717"/>
                      </a:lnTo>
                      <a:lnTo>
                        <a:pt x="1445" y="717"/>
                      </a:lnTo>
                      <a:lnTo>
                        <a:pt x="1447" y="717"/>
                      </a:lnTo>
                      <a:lnTo>
                        <a:pt x="1448" y="717"/>
                      </a:lnTo>
                      <a:lnTo>
                        <a:pt x="1449" y="717"/>
                      </a:lnTo>
                      <a:lnTo>
                        <a:pt x="1451" y="717"/>
                      </a:lnTo>
                      <a:lnTo>
                        <a:pt x="1452" y="717"/>
                      </a:lnTo>
                      <a:lnTo>
                        <a:pt x="1454" y="717"/>
                      </a:lnTo>
                      <a:lnTo>
                        <a:pt x="1455" y="717"/>
                      </a:lnTo>
                      <a:lnTo>
                        <a:pt x="1456" y="717"/>
                      </a:lnTo>
                      <a:lnTo>
                        <a:pt x="1458" y="717"/>
                      </a:lnTo>
                      <a:lnTo>
                        <a:pt x="1459" y="717"/>
                      </a:lnTo>
                      <a:lnTo>
                        <a:pt x="1461" y="717"/>
                      </a:lnTo>
                      <a:lnTo>
                        <a:pt x="1462" y="717"/>
                      </a:lnTo>
                      <a:lnTo>
                        <a:pt x="1463" y="717"/>
                      </a:lnTo>
                      <a:lnTo>
                        <a:pt x="1465" y="717"/>
                      </a:lnTo>
                      <a:lnTo>
                        <a:pt x="1466" y="717"/>
                      </a:lnTo>
                      <a:lnTo>
                        <a:pt x="1468" y="717"/>
                      </a:lnTo>
                      <a:lnTo>
                        <a:pt x="1469" y="717"/>
                      </a:lnTo>
                      <a:lnTo>
                        <a:pt x="1470" y="718"/>
                      </a:lnTo>
                      <a:lnTo>
                        <a:pt x="1472" y="718"/>
                      </a:lnTo>
                      <a:lnTo>
                        <a:pt x="1473" y="718"/>
                      </a:lnTo>
                      <a:lnTo>
                        <a:pt x="1475" y="718"/>
                      </a:lnTo>
                      <a:lnTo>
                        <a:pt x="1476" y="718"/>
                      </a:lnTo>
                      <a:lnTo>
                        <a:pt x="1477" y="718"/>
                      </a:lnTo>
                      <a:lnTo>
                        <a:pt x="1479" y="718"/>
                      </a:lnTo>
                      <a:lnTo>
                        <a:pt x="1480" y="718"/>
                      </a:lnTo>
                      <a:lnTo>
                        <a:pt x="1482" y="718"/>
                      </a:lnTo>
                      <a:lnTo>
                        <a:pt x="1483" y="718"/>
                      </a:lnTo>
                      <a:lnTo>
                        <a:pt x="1484" y="718"/>
                      </a:lnTo>
                      <a:lnTo>
                        <a:pt x="1486" y="718"/>
                      </a:lnTo>
                      <a:lnTo>
                        <a:pt x="1487" y="718"/>
                      </a:lnTo>
                      <a:lnTo>
                        <a:pt x="1489" y="718"/>
                      </a:lnTo>
                      <a:lnTo>
                        <a:pt x="1490" y="718"/>
                      </a:lnTo>
                      <a:lnTo>
                        <a:pt x="1492" y="718"/>
                      </a:lnTo>
                      <a:lnTo>
                        <a:pt x="1493" y="718"/>
                      </a:lnTo>
                      <a:lnTo>
                        <a:pt x="1494" y="718"/>
                      </a:lnTo>
                      <a:lnTo>
                        <a:pt x="1496" y="718"/>
                      </a:lnTo>
                      <a:lnTo>
                        <a:pt x="1497" y="718"/>
                      </a:lnTo>
                      <a:lnTo>
                        <a:pt x="1499" y="718"/>
                      </a:lnTo>
                      <a:lnTo>
                        <a:pt x="1500" y="718"/>
                      </a:lnTo>
                      <a:lnTo>
                        <a:pt x="1501" y="718"/>
                      </a:lnTo>
                      <a:lnTo>
                        <a:pt x="1503" y="718"/>
                      </a:lnTo>
                      <a:lnTo>
                        <a:pt x="1504" y="718"/>
                      </a:lnTo>
                      <a:lnTo>
                        <a:pt x="1506" y="718"/>
                      </a:lnTo>
                      <a:lnTo>
                        <a:pt x="1507" y="718"/>
                      </a:lnTo>
                      <a:lnTo>
                        <a:pt x="1508" y="718"/>
                      </a:lnTo>
                      <a:lnTo>
                        <a:pt x="1510" y="718"/>
                      </a:lnTo>
                      <a:lnTo>
                        <a:pt x="1511" y="718"/>
                      </a:lnTo>
                      <a:lnTo>
                        <a:pt x="1513" y="718"/>
                      </a:lnTo>
                      <a:lnTo>
                        <a:pt x="1514" y="718"/>
                      </a:lnTo>
                      <a:lnTo>
                        <a:pt x="1515" y="718"/>
                      </a:lnTo>
                      <a:lnTo>
                        <a:pt x="1517" y="718"/>
                      </a:lnTo>
                      <a:lnTo>
                        <a:pt x="1518" y="718"/>
                      </a:lnTo>
                      <a:lnTo>
                        <a:pt x="1520" y="718"/>
                      </a:lnTo>
                      <a:lnTo>
                        <a:pt x="1521" y="718"/>
                      </a:lnTo>
                      <a:lnTo>
                        <a:pt x="1522" y="718"/>
                      </a:lnTo>
                      <a:lnTo>
                        <a:pt x="1524" y="718"/>
                      </a:lnTo>
                      <a:lnTo>
                        <a:pt x="1525" y="718"/>
                      </a:lnTo>
                      <a:lnTo>
                        <a:pt x="1527" y="718"/>
                      </a:lnTo>
                      <a:lnTo>
                        <a:pt x="1528" y="718"/>
                      </a:lnTo>
                      <a:lnTo>
                        <a:pt x="1529" y="718"/>
                      </a:lnTo>
                      <a:lnTo>
                        <a:pt x="1531" y="718"/>
                      </a:lnTo>
                      <a:lnTo>
                        <a:pt x="1532" y="718"/>
                      </a:lnTo>
                      <a:lnTo>
                        <a:pt x="1534" y="718"/>
                      </a:lnTo>
                      <a:lnTo>
                        <a:pt x="1535" y="718"/>
                      </a:lnTo>
                      <a:lnTo>
                        <a:pt x="1536" y="718"/>
                      </a:lnTo>
                      <a:lnTo>
                        <a:pt x="1538" y="718"/>
                      </a:lnTo>
                      <a:lnTo>
                        <a:pt x="1539" y="719"/>
                      </a:lnTo>
                      <a:lnTo>
                        <a:pt x="1541" y="719"/>
                      </a:lnTo>
                      <a:lnTo>
                        <a:pt x="1542" y="719"/>
                      </a:lnTo>
                      <a:lnTo>
                        <a:pt x="1543" y="719"/>
                      </a:lnTo>
                      <a:lnTo>
                        <a:pt x="1545" y="719"/>
                      </a:lnTo>
                      <a:lnTo>
                        <a:pt x="1546" y="719"/>
                      </a:lnTo>
                      <a:lnTo>
                        <a:pt x="1548" y="719"/>
                      </a:lnTo>
                      <a:lnTo>
                        <a:pt x="1549" y="719"/>
                      </a:lnTo>
                      <a:lnTo>
                        <a:pt x="1550" y="719"/>
                      </a:lnTo>
                      <a:lnTo>
                        <a:pt x="1552" y="719"/>
                      </a:lnTo>
                      <a:lnTo>
                        <a:pt x="1553" y="719"/>
                      </a:lnTo>
                      <a:lnTo>
                        <a:pt x="1555" y="719"/>
                      </a:lnTo>
                      <a:lnTo>
                        <a:pt x="1556" y="719"/>
                      </a:lnTo>
                      <a:lnTo>
                        <a:pt x="1558" y="719"/>
                      </a:lnTo>
                      <a:lnTo>
                        <a:pt x="1559" y="719"/>
                      </a:lnTo>
                      <a:lnTo>
                        <a:pt x="1560" y="719"/>
                      </a:lnTo>
                      <a:lnTo>
                        <a:pt x="1562" y="719"/>
                      </a:lnTo>
                      <a:lnTo>
                        <a:pt x="1563" y="719"/>
                      </a:lnTo>
                      <a:lnTo>
                        <a:pt x="1565" y="719"/>
                      </a:lnTo>
                      <a:lnTo>
                        <a:pt x="1566" y="719"/>
                      </a:lnTo>
                      <a:lnTo>
                        <a:pt x="1567" y="719"/>
                      </a:lnTo>
                      <a:lnTo>
                        <a:pt x="1569" y="719"/>
                      </a:lnTo>
                      <a:lnTo>
                        <a:pt x="1570" y="719"/>
                      </a:lnTo>
                      <a:lnTo>
                        <a:pt x="1572" y="719"/>
                      </a:lnTo>
                      <a:lnTo>
                        <a:pt x="1573" y="719"/>
                      </a:lnTo>
                      <a:lnTo>
                        <a:pt x="1574" y="719"/>
                      </a:lnTo>
                      <a:lnTo>
                        <a:pt x="1576" y="719"/>
                      </a:lnTo>
                      <a:lnTo>
                        <a:pt x="1577" y="719"/>
                      </a:lnTo>
                      <a:lnTo>
                        <a:pt x="1579" y="719"/>
                      </a:lnTo>
                      <a:lnTo>
                        <a:pt x="1580" y="719"/>
                      </a:lnTo>
                      <a:lnTo>
                        <a:pt x="1581" y="719"/>
                      </a:lnTo>
                      <a:lnTo>
                        <a:pt x="1583" y="719"/>
                      </a:lnTo>
                      <a:lnTo>
                        <a:pt x="1584" y="719"/>
                      </a:lnTo>
                      <a:lnTo>
                        <a:pt x="1586" y="719"/>
                      </a:lnTo>
                      <a:lnTo>
                        <a:pt x="1587" y="719"/>
                      </a:lnTo>
                      <a:lnTo>
                        <a:pt x="1588" y="719"/>
                      </a:lnTo>
                      <a:lnTo>
                        <a:pt x="1590" y="719"/>
                      </a:lnTo>
                      <a:lnTo>
                        <a:pt x="1591" y="719"/>
                      </a:lnTo>
                      <a:lnTo>
                        <a:pt x="1593" y="719"/>
                      </a:lnTo>
                      <a:lnTo>
                        <a:pt x="1594" y="719"/>
                      </a:lnTo>
                      <a:lnTo>
                        <a:pt x="1595" y="719"/>
                      </a:lnTo>
                      <a:lnTo>
                        <a:pt x="1597" y="719"/>
                      </a:lnTo>
                      <a:lnTo>
                        <a:pt x="1598" y="719"/>
                      </a:lnTo>
                      <a:lnTo>
                        <a:pt x="1600" y="719"/>
                      </a:lnTo>
                      <a:lnTo>
                        <a:pt x="1601" y="719"/>
                      </a:lnTo>
                      <a:lnTo>
                        <a:pt x="1602" y="719"/>
                      </a:lnTo>
                      <a:lnTo>
                        <a:pt x="1604" y="719"/>
                      </a:lnTo>
                      <a:lnTo>
                        <a:pt x="1605" y="719"/>
                      </a:lnTo>
                      <a:lnTo>
                        <a:pt x="1607" y="719"/>
                      </a:lnTo>
                      <a:lnTo>
                        <a:pt x="1608" y="719"/>
                      </a:lnTo>
                      <a:lnTo>
                        <a:pt x="1609" y="719"/>
                      </a:lnTo>
                      <a:lnTo>
                        <a:pt x="1611" y="719"/>
                      </a:lnTo>
                      <a:lnTo>
                        <a:pt x="1612" y="720"/>
                      </a:lnTo>
                      <a:lnTo>
                        <a:pt x="1614" y="720"/>
                      </a:lnTo>
                      <a:lnTo>
                        <a:pt x="1615" y="720"/>
                      </a:lnTo>
                      <a:lnTo>
                        <a:pt x="1617" y="720"/>
                      </a:lnTo>
                      <a:lnTo>
                        <a:pt x="1618" y="720"/>
                      </a:lnTo>
                      <a:lnTo>
                        <a:pt x="1619" y="720"/>
                      </a:lnTo>
                      <a:lnTo>
                        <a:pt x="1621" y="720"/>
                      </a:lnTo>
                      <a:lnTo>
                        <a:pt x="1622" y="720"/>
                      </a:lnTo>
                      <a:lnTo>
                        <a:pt x="1624" y="720"/>
                      </a:lnTo>
                      <a:lnTo>
                        <a:pt x="1625" y="720"/>
                      </a:lnTo>
                      <a:lnTo>
                        <a:pt x="1626" y="720"/>
                      </a:lnTo>
                      <a:lnTo>
                        <a:pt x="1628" y="720"/>
                      </a:lnTo>
                      <a:lnTo>
                        <a:pt x="1629" y="720"/>
                      </a:lnTo>
                      <a:lnTo>
                        <a:pt x="1631" y="720"/>
                      </a:lnTo>
                      <a:lnTo>
                        <a:pt x="1632" y="720"/>
                      </a:lnTo>
                      <a:lnTo>
                        <a:pt x="1633" y="720"/>
                      </a:lnTo>
                      <a:lnTo>
                        <a:pt x="1635" y="720"/>
                      </a:lnTo>
                      <a:lnTo>
                        <a:pt x="1636" y="720"/>
                      </a:lnTo>
                      <a:lnTo>
                        <a:pt x="1638" y="720"/>
                      </a:lnTo>
                      <a:lnTo>
                        <a:pt x="1639" y="720"/>
                      </a:lnTo>
                      <a:lnTo>
                        <a:pt x="1640" y="720"/>
                      </a:lnTo>
                      <a:lnTo>
                        <a:pt x="1642" y="720"/>
                      </a:lnTo>
                      <a:lnTo>
                        <a:pt x="1643" y="720"/>
                      </a:lnTo>
                      <a:lnTo>
                        <a:pt x="1645" y="720"/>
                      </a:lnTo>
                      <a:lnTo>
                        <a:pt x="1646" y="720"/>
                      </a:lnTo>
                      <a:lnTo>
                        <a:pt x="1647" y="720"/>
                      </a:lnTo>
                      <a:lnTo>
                        <a:pt x="1649" y="720"/>
                      </a:lnTo>
                      <a:lnTo>
                        <a:pt x="1650" y="720"/>
                      </a:lnTo>
                      <a:lnTo>
                        <a:pt x="1652" y="720"/>
                      </a:lnTo>
                      <a:lnTo>
                        <a:pt x="1653" y="720"/>
                      </a:lnTo>
                      <a:lnTo>
                        <a:pt x="1654" y="720"/>
                      </a:lnTo>
                      <a:lnTo>
                        <a:pt x="1656" y="720"/>
                      </a:lnTo>
                      <a:lnTo>
                        <a:pt x="1657" y="720"/>
                      </a:lnTo>
                      <a:lnTo>
                        <a:pt x="1659" y="720"/>
                      </a:lnTo>
                      <a:lnTo>
                        <a:pt x="1660" y="720"/>
                      </a:lnTo>
                      <a:lnTo>
                        <a:pt x="1661" y="720"/>
                      </a:lnTo>
                      <a:lnTo>
                        <a:pt x="1663" y="720"/>
                      </a:lnTo>
                      <a:lnTo>
                        <a:pt x="1664" y="720"/>
                      </a:lnTo>
                      <a:lnTo>
                        <a:pt x="1666" y="720"/>
                      </a:lnTo>
                      <a:lnTo>
                        <a:pt x="1667" y="720"/>
                      </a:lnTo>
                      <a:lnTo>
                        <a:pt x="1668" y="720"/>
                      </a:lnTo>
                      <a:lnTo>
                        <a:pt x="1670" y="720"/>
                      </a:lnTo>
                      <a:lnTo>
                        <a:pt x="1671" y="720"/>
                      </a:lnTo>
                      <a:lnTo>
                        <a:pt x="1673" y="720"/>
                      </a:lnTo>
                      <a:lnTo>
                        <a:pt x="1674" y="720"/>
                      </a:lnTo>
                      <a:lnTo>
                        <a:pt x="1675" y="720"/>
                      </a:lnTo>
                      <a:lnTo>
                        <a:pt x="1677" y="720"/>
                      </a:lnTo>
                      <a:lnTo>
                        <a:pt x="1678" y="720"/>
                      </a:lnTo>
                      <a:lnTo>
                        <a:pt x="1680" y="720"/>
                      </a:lnTo>
                      <a:lnTo>
                        <a:pt x="1681" y="720"/>
                      </a:lnTo>
                      <a:lnTo>
                        <a:pt x="1683" y="720"/>
                      </a:lnTo>
                      <a:lnTo>
                        <a:pt x="1684" y="720"/>
                      </a:lnTo>
                      <a:lnTo>
                        <a:pt x="1685" y="720"/>
                      </a:lnTo>
                      <a:lnTo>
                        <a:pt x="1687" y="721"/>
                      </a:lnTo>
                      <a:lnTo>
                        <a:pt x="1688" y="721"/>
                      </a:lnTo>
                      <a:lnTo>
                        <a:pt x="1690" y="721"/>
                      </a:lnTo>
                      <a:lnTo>
                        <a:pt x="1691" y="721"/>
                      </a:lnTo>
                      <a:lnTo>
                        <a:pt x="1692" y="721"/>
                      </a:lnTo>
                      <a:lnTo>
                        <a:pt x="1694" y="721"/>
                      </a:lnTo>
                      <a:lnTo>
                        <a:pt x="1695" y="721"/>
                      </a:lnTo>
                      <a:lnTo>
                        <a:pt x="1697" y="721"/>
                      </a:lnTo>
                      <a:lnTo>
                        <a:pt x="1698" y="721"/>
                      </a:lnTo>
                      <a:lnTo>
                        <a:pt x="1699" y="721"/>
                      </a:lnTo>
                      <a:lnTo>
                        <a:pt x="1701" y="721"/>
                      </a:lnTo>
                      <a:lnTo>
                        <a:pt x="1702" y="721"/>
                      </a:lnTo>
                      <a:lnTo>
                        <a:pt x="1704" y="721"/>
                      </a:lnTo>
                      <a:lnTo>
                        <a:pt x="1705" y="721"/>
                      </a:lnTo>
                      <a:lnTo>
                        <a:pt x="1706" y="721"/>
                      </a:lnTo>
                      <a:lnTo>
                        <a:pt x="1708" y="721"/>
                      </a:lnTo>
                      <a:lnTo>
                        <a:pt x="1709" y="721"/>
                      </a:lnTo>
                      <a:lnTo>
                        <a:pt x="1711" y="721"/>
                      </a:lnTo>
                      <a:lnTo>
                        <a:pt x="1712" y="721"/>
                      </a:lnTo>
                      <a:lnTo>
                        <a:pt x="1713" y="721"/>
                      </a:lnTo>
                      <a:lnTo>
                        <a:pt x="1715" y="721"/>
                      </a:lnTo>
                      <a:lnTo>
                        <a:pt x="1716" y="721"/>
                      </a:lnTo>
                      <a:lnTo>
                        <a:pt x="1718" y="721"/>
                      </a:lnTo>
                      <a:lnTo>
                        <a:pt x="1719" y="721"/>
                      </a:lnTo>
                      <a:lnTo>
                        <a:pt x="1720" y="721"/>
                      </a:lnTo>
                      <a:lnTo>
                        <a:pt x="1722" y="721"/>
                      </a:lnTo>
                      <a:lnTo>
                        <a:pt x="1723" y="721"/>
                      </a:lnTo>
                      <a:lnTo>
                        <a:pt x="1725" y="721"/>
                      </a:lnTo>
                      <a:lnTo>
                        <a:pt x="1726" y="721"/>
                      </a:lnTo>
                      <a:lnTo>
                        <a:pt x="1727" y="721"/>
                      </a:lnTo>
                      <a:lnTo>
                        <a:pt x="1729" y="721"/>
                      </a:lnTo>
                      <a:lnTo>
                        <a:pt x="1730" y="721"/>
                      </a:lnTo>
                      <a:lnTo>
                        <a:pt x="1732" y="721"/>
                      </a:lnTo>
                      <a:lnTo>
                        <a:pt x="1733" y="721"/>
                      </a:lnTo>
                      <a:lnTo>
                        <a:pt x="1734" y="721"/>
                      </a:lnTo>
                      <a:lnTo>
                        <a:pt x="1736" y="721"/>
                      </a:lnTo>
                      <a:lnTo>
                        <a:pt x="1737" y="721"/>
                      </a:lnTo>
                      <a:lnTo>
                        <a:pt x="1739" y="721"/>
                      </a:lnTo>
                      <a:lnTo>
                        <a:pt x="1740" y="721"/>
                      </a:lnTo>
                      <a:lnTo>
                        <a:pt x="1742" y="721"/>
                      </a:lnTo>
                      <a:lnTo>
                        <a:pt x="1743" y="721"/>
                      </a:lnTo>
                      <a:lnTo>
                        <a:pt x="1744" y="721"/>
                      </a:lnTo>
                      <a:lnTo>
                        <a:pt x="1746" y="721"/>
                      </a:lnTo>
                      <a:lnTo>
                        <a:pt x="1747" y="721"/>
                      </a:lnTo>
                      <a:lnTo>
                        <a:pt x="1749" y="721"/>
                      </a:lnTo>
                      <a:lnTo>
                        <a:pt x="1750" y="721"/>
                      </a:lnTo>
                      <a:lnTo>
                        <a:pt x="1751" y="721"/>
                      </a:lnTo>
                      <a:lnTo>
                        <a:pt x="1753" y="721"/>
                      </a:lnTo>
                      <a:lnTo>
                        <a:pt x="1754" y="721"/>
                      </a:lnTo>
                      <a:lnTo>
                        <a:pt x="1756" y="721"/>
                      </a:lnTo>
                      <a:lnTo>
                        <a:pt x="1757" y="721"/>
                      </a:lnTo>
                      <a:lnTo>
                        <a:pt x="1758" y="721"/>
                      </a:lnTo>
                      <a:lnTo>
                        <a:pt x="1760" y="722"/>
                      </a:lnTo>
                      <a:lnTo>
                        <a:pt x="1761" y="722"/>
                      </a:lnTo>
                      <a:lnTo>
                        <a:pt x="1763" y="722"/>
                      </a:lnTo>
                      <a:lnTo>
                        <a:pt x="1764" y="722"/>
                      </a:lnTo>
                      <a:lnTo>
                        <a:pt x="1765" y="722"/>
                      </a:lnTo>
                      <a:lnTo>
                        <a:pt x="1767" y="722"/>
                      </a:lnTo>
                      <a:lnTo>
                        <a:pt x="1768" y="722"/>
                      </a:lnTo>
                      <a:lnTo>
                        <a:pt x="1770" y="722"/>
                      </a:lnTo>
                      <a:lnTo>
                        <a:pt x="1771" y="722"/>
                      </a:lnTo>
                      <a:lnTo>
                        <a:pt x="1772" y="722"/>
                      </a:lnTo>
                      <a:lnTo>
                        <a:pt x="1774" y="722"/>
                      </a:lnTo>
                      <a:lnTo>
                        <a:pt x="1775" y="722"/>
                      </a:lnTo>
                      <a:lnTo>
                        <a:pt x="1777" y="722"/>
                      </a:lnTo>
                      <a:lnTo>
                        <a:pt x="1778" y="722"/>
                      </a:lnTo>
                      <a:lnTo>
                        <a:pt x="1779" y="722"/>
                      </a:lnTo>
                      <a:lnTo>
                        <a:pt x="1781" y="722"/>
                      </a:lnTo>
                      <a:lnTo>
                        <a:pt x="1782" y="722"/>
                      </a:lnTo>
                      <a:lnTo>
                        <a:pt x="1784" y="722"/>
                      </a:lnTo>
                      <a:lnTo>
                        <a:pt x="1785" y="722"/>
                      </a:lnTo>
                      <a:lnTo>
                        <a:pt x="1786" y="722"/>
                      </a:lnTo>
                      <a:lnTo>
                        <a:pt x="1788" y="722"/>
                      </a:lnTo>
                      <a:lnTo>
                        <a:pt x="1789" y="722"/>
                      </a:lnTo>
                      <a:lnTo>
                        <a:pt x="1791" y="722"/>
                      </a:lnTo>
                      <a:lnTo>
                        <a:pt x="1792" y="722"/>
                      </a:lnTo>
                      <a:lnTo>
                        <a:pt x="1793" y="722"/>
                      </a:lnTo>
                      <a:lnTo>
                        <a:pt x="1795" y="722"/>
                      </a:lnTo>
                      <a:lnTo>
                        <a:pt x="1796" y="722"/>
                      </a:lnTo>
                      <a:lnTo>
                        <a:pt x="1798" y="722"/>
                      </a:lnTo>
                      <a:lnTo>
                        <a:pt x="1799" y="722"/>
                      </a:lnTo>
                      <a:lnTo>
                        <a:pt x="1800" y="722"/>
                      </a:lnTo>
                      <a:lnTo>
                        <a:pt x="1802" y="722"/>
                      </a:lnTo>
                      <a:lnTo>
                        <a:pt x="1803" y="722"/>
                      </a:lnTo>
                      <a:lnTo>
                        <a:pt x="1805" y="722"/>
                      </a:lnTo>
                      <a:lnTo>
                        <a:pt x="1806" y="722"/>
                      </a:lnTo>
                      <a:lnTo>
                        <a:pt x="1808" y="722"/>
                      </a:lnTo>
                      <a:lnTo>
                        <a:pt x="1809" y="722"/>
                      </a:lnTo>
                      <a:lnTo>
                        <a:pt x="1810" y="722"/>
                      </a:lnTo>
                      <a:lnTo>
                        <a:pt x="1812" y="722"/>
                      </a:lnTo>
                      <a:lnTo>
                        <a:pt x="1813" y="722"/>
                      </a:lnTo>
                      <a:lnTo>
                        <a:pt x="1815" y="722"/>
                      </a:lnTo>
                      <a:lnTo>
                        <a:pt x="1816" y="722"/>
                      </a:lnTo>
                      <a:lnTo>
                        <a:pt x="1817" y="722"/>
                      </a:lnTo>
                      <a:lnTo>
                        <a:pt x="1819" y="722"/>
                      </a:lnTo>
                      <a:lnTo>
                        <a:pt x="1820" y="722"/>
                      </a:lnTo>
                      <a:lnTo>
                        <a:pt x="1822" y="722"/>
                      </a:lnTo>
                      <a:lnTo>
                        <a:pt x="1823" y="722"/>
                      </a:lnTo>
                      <a:lnTo>
                        <a:pt x="1824" y="722"/>
                      </a:lnTo>
                      <a:lnTo>
                        <a:pt x="1826" y="722"/>
                      </a:lnTo>
                      <a:lnTo>
                        <a:pt x="1827" y="722"/>
                      </a:lnTo>
                      <a:lnTo>
                        <a:pt x="1829" y="722"/>
                      </a:lnTo>
                      <a:lnTo>
                        <a:pt x="1830" y="722"/>
                      </a:lnTo>
                      <a:lnTo>
                        <a:pt x="1831" y="722"/>
                      </a:lnTo>
                      <a:lnTo>
                        <a:pt x="1833" y="722"/>
                      </a:lnTo>
                      <a:lnTo>
                        <a:pt x="1834" y="722"/>
                      </a:lnTo>
                      <a:lnTo>
                        <a:pt x="1836" y="722"/>
                      </a:lnTo>
                      <a:lnTo>
                        <a:pt x="1837" y="722"/>
                      </a:lnTo>
                      <a:lnTo>
                        <a:pt x="1838" y="722"/>
                      </a:lnTo>
                      <a:lnTo>
                        <a:pt x="1840" y="722"/>
                      </a:lnTo>
                      <a:lnTo>
                        <a:pt x="1841" y="723"/>
                      </a:lnTo>
                      <a:lnTo>
                        <a:pt x="1843" y="723"/>
                      </a:lnTo>
                      <a:lnTo>
                        <a:pt x="1844" y="723"/>
                      </a:lnTo>
                      <a:lnTo>
                        <a:pt x="1845" y="723"/>
                      </a:lnTo>
                      <a:lnTo>
                        <a:pt x="1847" y="723"/>
                      </a:lnTo>
                      <a:lnTo>
                        <a:pt x="1848" y="723"/>
                      </a:lnTo>
                      <a:lnTo>
                        <a:pt x="1850" y="723"/>
                      </a:lnTo>
                      <a:lnTo>
                        <a:pt x="1851" y="723"/>
                      </a:lnTo>
                      <a:lnTo>
                        <a:pt x="1852" y="723"/>
                      </a:lnTo>
                      <a:lnTo>
                        <a:pt x="1854" y="723"/>
                      </a:lnTo>
                      <a:lnTo>
                        <a:pt x="1855" y="723"/>
                      </a:lnTo>
                      <a:lnTo>
                        <a:pt x="1857" y="723"/>
                      </a:lnTo>
                      <a:lnTo>
                        <a:pt x="1858" y="723"/>
                      </a:lnTo>
                      <a:lnTo>
                        <a:pt x="1859" y="723"/>
                      </a:lnTo>
                      <a:lnTo>
                        <a:pt x="1861" y="723"/>
                      </a:lnTo>
                      <a:lnTo>
                        <a:pt x="1862" y="723"/>
                      </a:lnTo>
                      <a:lnTo>
                        <a:pt x="1864" y="723"/>
                      </a:lnTo>
                      <a:lnTo>
                        <a:pt x="1865" y="723"/>
                      </a:lnTo>
                      <a:lnTo>
                        <a:pt x="1866" y="723"/>
                      </a:lnTo>
                      <a:lnTo>
                        <a:pt x="1868" y="723"/>
                      </a:lnTo>
                      <a:lnTo>
                        <a:pt x="1869" y="723"/>
                      </a:lnTo>
                      <a:lnTo>
                        <a:pt x="1871" y="723"/>
                      </a:lnTo>
                      <a:lnTo>
                        <a:pt x="1872" y="723"/>
                      </a:lnTo>
                      <a:lnTo>
                        <a:pt x="1874" y="723"/>
                      </a:lnTo>
                      <a:lnTo>
                        <a:pt x="1875" y="723"/>
                      </a:lnTo>
                      <a:lnTo>
                        <a:pt x="1876" y="723"/>
                      </a:lnTo>
                      <a:lnTo>
                        <a:pt x="1878" y="723"/>
                      </a:lnTo>
                      <a:lnTo>
                        <a:pt x="1879" y="723"/>
                      </a:lnTo>
                      <a:lnTo>
                        <a:pt x="1881" y="723"/>
                      </a:lnTo>
                      <a:lnTo>
                        <a:pt x="1882" y="723"/>
                      </a:lnTo>
                      <a:lnTo>
                        <a:pt x="1883" y="723"/>
                      </a:lnTo>
                      <a:lnTo>
                        <a:pt x="1885" y="723"/>
                      </a:lnTo>
                      <a:lnTo>
                        <a:pt x="1886" y="723"/>
                      </a:lnTo>
                      <a:lnTo>
                        <a:pt x="1888" y="723"/>
                      </a:lnTo>
                      <a:lnTo>
                        <a:pt x="1889" y="723"/>
                      </a:lnTo>
                      <a:lnTo>
                        <a:pt x="1890" y="723"/>
                      </a:lnTo>
                      <a:lnTo>
                        <a:pt x="1892" y="723"/>
                      </a:lnTo>
                      <a:lnTo>
                        <a:pt x="1893" y="723"/>
                      </a:lnTo>
                      <a:lnTo>
                        <a:pt x="1895" y="723"/>
                      </a:lnTo>
                      <a:lnTo>
                        <a:pt x="1896" y="723"/>
                      </a:lnTo>
                      <a:lnTo>
                        <a:pt x="1897" y="723"/>
                      </a:lnTo>
                      <a:lnTo>
                        <a:pt x="1899" y="723"/>
                      </a:lnTo>
                      <a:lnTo>
                        <a:pt x="1900" y="723"/>
                      </a:lnTo>
                      <a:lnTo>
                        <a:pt x="1902" y="723"/>
                      </a:lnTo>
                      <a:lnTo>
                        <a:pt x="1903" y="723"/>
                      </a:lnTo>
                      <a:lnTo>
                        <a:pt x="1904" y="723"/>
                      </a:lnTo>
                      <a:lnTo>
                        <a:pt x="1906" y="723"/>
                      </a:lnTo>
                      <a:lnTo>
                        <a:pt x="1907" y="723"/>
                      </a:lnTo>
                      <a:lnTo>
                        <a:pt x="1909" y="723"/>
                      </a:lnTo>
                      <a:lnTo>
                        <a:pt x="1910" y="723"/>
                      </a:lnTo>
                      <a:lnTo>
                        <a:pt x="1911" y="723"/>
                      </a:lnTo>
                      <a:lnTo>
                        <a:pt x="1913" y="723"/>
                      </a:lnTo>
                      <a:lnTo>
                        <a:pt x="1914" y="723"/>
                      </a:lnTo>
                      <a:lnTo>
                        <a:pt x="1916" y="724"/>
                      </a:lnTo>
                      <a:lnTo>
                        <a:pt x="1917" y="724"/>
                      </a:lnTo>
                      <a:lnTo>
                        <a:pt x="1918" y="724"/>
                      </a:lnTo>
                      <a:lnTo>
                        <a:pt x="1920" y="724"/>
                      </a:lnTo>
                      <a:lnTo>
                        <a:pt x="1921" y="724"/>
                      </a:lnTo>
                      <a:lnTo>
                        <a:pt x="1923" y="724"/>
                      </a:lnTo>
                      <a:lnTo>
                        <a:pt x="1924" y="724"/>
                      </a:lnTo>
                      <a:lnTo>
                        <a:pt x="1925" y="724"/>
                      </a:lnTo>
                      <a:lnTo>
                        <a:pt x="1927" y="724"/>
                      </a:lnTo>
                      <a:lnTo>
                        <a:pt x="1928" y="724"/>
                      </a:lnTo>
                      <a:lnTo>
                        <a:pt x="1930" y="724"/>
                      </a:lnTo>
                      <a:lnTo>
                        <a:pt x="1931" y="724"/>
                      </a:lnTo>
                      <a:lnTo>
                        <a:pt x="1933" y="724"/>
                      </a:lnTo>
                      <a:lnTo>
                        <a:pt x="1934" y="724"/>
                      </a:lnTo>
                      <a:lnTo>
                        <a:pt x="1935" y="724"/>
                      </a:lnTo>
                      <a:lnTo>
                        <a:pt x="1937" y="724"/>
                      </a:lnTo>
                      <a:lnTo>
                        <a:pt x="1938" y="724"/>
                      </a:lnTo>
                      <a:lnTo>
                        <a:pt x="1940" y="724"/>
                      </a:lnTo>
                      <a:lnTo>
                        <a:pt x="1941" y="724"/>
                      </a:lnTo>
                      <a:lnTo>
                        <a:pt x="1942" y="724"/>
                      </a:lnTo>
                      <a:lnTo>
                        <a:pt x="1944" y="724"/>
                      </a:lnTo>
                      <a:lnTo>
                        <a:pt x="1945" y="724"/>
                      </a:lnTo>
                      <a:lnTo>
                        <a:pt x="1947" y="724"/>
                      </a:lnTo>
                      <a:lnTo>
                        <a:pt x="1948" y="724"/>
                      </a:lnTo>
                      <a:lnTo>
                        <a:pt x="1949" y="724"/>
                      </a:lnTo>
                      <a:lnTo>
                        <a:pt x="1951" y="724"/>
                      </a:lnTo>
                      <a:lnTo>
                        <a:pt x="1952" y="724"/>
                      </a:lnTo>
                      <a:lnTo>
                        <a:pt x="1954" y="724"/>
                      </a:lnTo>
                      <a:lnTo>
                        <a:pt x="1955" y="724"/>
                      </a:lnTo>
                      <a:lnTo>
                        <a:pt x="1956" y="724"/>
                      </a:lnTo>
                      <a:lnTo>
                        <a:pt x="1958" y="724"/>
                      </a:lnTo>
                      <a:lnTo>
                        <a:pt x="1959" y="724"/>
                      </a:lnTo>
                      <a:lnTo>
                        <a:pt x="1961" y="724"/>
                      </a:lnTo>
                      <a:lnTo>
                        <a:pt x="1962" y="724"/>
                      </a:lnTo>
                      <a:lnTo>
                        <a:pt x="1963" y="724"/>
                      </a:lnTo>
                      <a:lnTo>
                        <a:pt x="1965" y="724"/>
                      </a:lnTo>
                      <a:lnTo>
                        <a:pt x="1966" y="724"/>
                      </a:lnTo>
                      <a:lnTo>
                        <a:pt x="1968" y="724"/>
                      </a:lnTo>
                      <a:lnTo>
                        <a:pt x="1969" y="724"/>
                      </a:lnTo>
                      <a:lnTo>
                        <a:pt x="1970" y="724"/>
                      </a:lnTo>
                      <a:lnTo>
                        <a:pt x="1972" y="724"/>
                      </a:lnTo>
                      <a:lnTo>
                        <a:pt x="1973" y="724"/>
                      </a:lnTo>
                      <a:lnTo>
                        <a:pt x="1975" y="724"/>
                      </a:lnTo>
                      <a:lnTo>
                        <a:pt x="1976" y="724"/>
                      </a:lnTo>
                      <a:lnTo>
                        <a:pt x="1977" y="724"/>
                      </a:lnTo>
                      <a:lnTo>
                        <a:pt x="1979" y="724"/>
                      </a:lnTo>
                      <a:lnTo>
                        <a:pt x="1980" y="724"/>
                      </a:lnTo>
                      <a:lnTo>
                        <a:pt x="1982" y="724"/>
                      </a:lnTo>
                      <a:lnTo>
                        <a:pt x="1983" y="724"/>
                      </a:lnTo>
                      <a:lnTo>
                        <a:pt x="1984" y="724"/>
                      </a:lnTo>
                      <a:lnTo>
                        <a:pt x="1986" y="724"/>
                      </a:lnTo>
                      <a:lnTo>
                        <a:pt x="1987" y="724"/>
                      </a:lnTo>
                      <a:lnTo>
                        <a:pt x="1989" y="724"/>
                      </a:lnTo>
                      <a:lnTo>
                        <a:pt x="1990" y="724"/>
                      </a:lnTo>
                      <a:lnTo>
                        <a:pt x="1991" y="724"/>
                      </a:lnTo>
                      <a:lnTo>
                        <a:pt x="1993" y="725"/>
                      </a:lnTo>
                      <a:lnTo>
                        <a:pt x="1994" y="725"/>
                      </a:lnTo>
                      <a:lnTo>
                        <a:pt x="1996" y="725"/>
                      </a:lnTo>
                      <a:lnTo>
                        <a:pt x="1997" y="725"/>
                      </a:lnTo>
                      <a:lnTo>
                        <a:pt x="1999" y="725"/>
                      </a:lnTo>
                      <a:lnTo>
                        <a:pt x="2000" y="725"/>
                      </a:lnTo>
                      <a:lnTo>
                        <a:pt x="2001" y="725"/>
                      </a:lnTo>
                      <a:lnTo>
                        <a:pt x="2003" y="725"/>
                      </a:lnTo>
                      <a:lnTo>
                        <a:pt x="2004" y="725"/>
                      </a:lnTo>
                      <a:lnTo>
                        <a:pt x="2006" y="724"/>
                      </a:lnTo>
                      <a:lnTo>
                        <a:pt x="2007" y="724"/>
                      </a:lnTo>
                      <a:lnTo>
                        <a:pt x="2008" y="724"/>
                      </a:lnTo>
                      <a:lnTo>
                        <a:pt x="2010" y="724"/>
                      </a:lnTo>
                      <a:lnTo>
                        <a:pt x="2011" y="724"/>
                      </a:lnTo>
                      <a:lnTo>
                        <a:pt x="2013" y="724"/>
                      </a:lnTo>
                      <a:lnTo>
                        <a:pt x="2014" y="724"/>
                      </a:lnTo>
                      <a:lnTo>
                        <a:pt x="2015" y="724"/>
                      </a:lnTo>
                      <a:lnTo>
                        <a:pt x="2017" y="724"/>
                      </a:lnTo>
                      <a:lnTo>
                        <a:pt x="2018" y="724"/>
                      </a:lnTo>
                      <a:lnTo>
                        <a:pt x="2020" y="724"/>
                      </a:lnTo>
                      <a:lnTo>
                        <a:pt x="2021" y="724"/>
                      </a:lnTo>
                      <a:lnTo>
                        <a:pt x="2022" y="724"/>
                      </a:lnTo>
                      <a:lnTo>
                        <a:pt x="2024" y="724"/>
                      </a:lnTo>
                      <a:lnTo>
                        <a:pt x="2025" y="724"/>
                      </a:lnTo>
                      <a:lnTo>
                        <a:pt x="2027" y="724"/>
                      </a:lnTo>
                      <a:lnTo>
                        <a:pt x="2028" y="725"/>
                      </a:lnTo>
                      <a:lnTo>
                        <a:pt x="2029" y="725"/>
                      </a:lnTo>
                      <a:lnTo>
                        <a:pt x="2031" y="725"/>
                      </a:lnTo>
                      <a:lnTo>
                        <a:pt x="2032" y="725"/>
                      </a:lnTo>
                      <a:lnTo>
                        <a:pt x="2034" y="725"/>
                      </a:lnTo>
                      <a:lnTo>
                        <a:pt x="2035" y="725"/>
                      </a:lnTo>
                      <a:lnTo>
                        <a:pt x="2036" y="725"/>
                      </a:lnTo>
                      <a:lnTo>
                        <a:pt x="2038" y="725"/>
                      </a:lnTo>
                      <a:lnTo>
                        <a:pt x="2039" y="725"/>
                      </a:lnTo>
                      <a:lnTo>
                        <a:pt x="2041" y="725"/>
                      </a:lnTo>
                      <a:lnTo>
                        <a:pt x="2042" y="725"/>
                      </a:lnTo>
                      <a:lnTo>
                        <a:pt x="2043" y="725"/>
                      </a:lnTo>
                      <a:lnTo>
                        <a:pt x="2045" y="724"/>
                      </a:lnTo>
                      <a:lnTo>
                        <a:pt x="2046" y="724"/>
                      </a:lnTo>
                      <a:lnTo>
                        <a:pt x="2048" y="724"/>
                      </a:lnTo>
                      <a:lnTo>
                        <a:pt x="2049" y="724"/>
                      </a:lnTo>
                      <a:lnTo>
                        <a:pt x="2050" y="724"/>
                      </a:lnTo>
                      <a:lnTo>
                        <a:pt x="2052" y="724"/>
                      </a:lnTo>
                      <a:lnTo>
                        <a:pt x="2053" y="724"/>
                      </a:lnTo>
                      <a:lnTo>
                        <a:pt x="2055" y="724"/>
                      </a:lnTo>
                      <a:lnTo>
                        <a:pt x="2056" y="724"/>
                      </a:lnTo>
                      <a:lnTo>
                        <a:pt x="2057" y="723"/>
                      </a:lnTo>
                      <a:lnTo>
                        <a:pt x="2059" y="723"/>
                      </a:lnTo>
                      <a:lnTo>
                        <a:pt x="2060" y="723"/>
                      </a:lnTo>
                      <a:lnTo>
                        <a:pt x="2062" y="723"/>
                      </a:lnTo>
                      <a:lnTo>
                        <a:pt x="2063" y="723"/>
                      </a:lnTo>
                      <a:lnTo>
                        <a:pt x="2065" y="723"/>
                      </a:lnTo>
                      <a:lnTo>
                        <a:pt x="2066" y="723"/>
                      </a:lnTo>
                      <a:lnTo>
                        <a:pt x="2067" y="723"/>
                      </a:lnTo>
                      <a:lnTo>
                        <a:pt x="2069" y="723"/>
                      </a:lnTo>
                      <a:lnTo>
                        <a:pt x="2070" y="723"/>
                      </a:lnTo>
                      <a:lnTo>
                        <a:pt x="2072" y="723"/>
                      </a:lnTo>
                      <a:lnTo>
                        <a:pt x="2073" y="723"/>
                      </a:lnTo>
                      <a:lnTo>
                        <a:pt x="2074" y="723"/>
                      </a:lnTo>
                      <a:lnTo>
                        <a:pt x="2076" y="723"/>
                      </a:lnTo>
                      <a:lnTo>
                        <a:pt x="2077" y="723"/>
                      </a:lnTo>
                      <a:lnTo>
                        <a:pt x="2079" y="723"/>
                      </a:lnTo>
                      <a:lnTo>
                        <a:pt x="2080" y="723"/>
                      </a:lnTo>
                      <a:lnTo>
                        <a:pt x="2081" y="723"/>
                      </a:lnTo>
                      <a:lnTo>
                        <a:pt x="2083" y="723"/>
                      </a:lnTo>
                      <a:lnTo>
                        <a:pt x="2084" y="723"/>
                      </a:lnTo>
                      <a:lnTo>
                        <a:pt x="2086" y="723"/>
                      </a:lnTo>
                      <a:lnTo>
                        <a:pt x="2087" y="723"/>
                      </a:lnTo>
                      <a:lnTo>
                        <a:pt x="2088" y="723"/>
                      </a:lnTo>
                      <a:lnTo>
                        <a:pt x="2090" y="723"/>
                      </a:lnTo>
                      <a:lnTo>
                        <a:pt x="2091" y="723"/>
                      </a:lnTo>
                      <a:lnTo>
                        <a:pt x="2093" y="724"/>
                      </a:lnTo>
                      <a:lnTo>
                        <a:pt x="2094" y="724"/>
                      </a:lnTo>
                      <a:lnTo>
                        <a:pt x="2095" y="724"/>
                      </a:lnTo>
                      <a:lnTo>
                        <a:pt x="2097" y="724"/>
                      </a:lnTo>
                      <a:lnTo>
                        <a:pt x="2098" y="724"/>
                      </a:lnTo>
                      <a:lnTo>
                        <a:pt x="2100" y="724"/>
                      </a:lnTo>
                      <a:lnTo>
                        <a:pt x="2101" y="724"/>
                      </a:lnTo>
                      <a:lnTo>
                        <a:pt x="2102" y="724"/>
                      </a:lnTo>
                      <a:lnTo>
                        <a:pt x="2104" y="724"/>
                      </a:lnTo>
                      <a:lnTo>
                        <a:pt x="2105" y="724"/>
                      </a:lnTo>
                      <a:lnTo>
                        <a:pt x="2107" y="724"/>
                      </a:lnTo>
                      <a:lnTo>
                        <a:pt x="2108" y="724"/>
                      </a:lnTo>
                      <a:lnTo>
                        <a:pt x="2109" y="724"/>
                      </a:lnTo>
                      <a:lnTo>
                        <a:pt x="2111" y="724"/>
                      </a:lnTo>
                      <a:lnTo>
                        <a:pt x="2112" y="724"/>
                      </a:lnTo>
                      <a:lnTo>
                        <a:pt x="2114" y="724"/>
                      </a:lnTo>
                      <a:lnTo>
                        <a:pt x="2115" y="724"/>
                      </a:lnTo>
                      <a:lnTo>
                        <a:pt x="2116" y="724"/>
                      </a:lnTo>
                      <a:lnTo>
                        <a:pt x="2118" y="724"/>
                      </a:lnTo>
                      <a:lnTo>
                        <a:pt x="2119" y="724"/>
                      </a:lnTo>
                      <a:lnTo>
                        <a:pt x="2121" y="724"/>
                      </a:lnTo>
                      <a:lnTo>
                        <a:pt x="2122" y="724"/>
                      </a:lnTo>
                      <a:lnTo>
                        <a:pt x="2124" y="724"/>
                      </a:lnTo>
                      <a:lnTo>
                        <a:pt x="2125" y="724"/>
                      </a:lnTo>
                      <a:lnTo>
                        <a:pt x="2126" y="724"/>
                      </a:lnTo>
                      <a:lnTo>
                        <a:pt x="2128" y="724"/>
                      </a:lnTo>
                      <a:lnTo>
                        <a:pt x="2129" y="724"/>
                      </a:lnTo>
                      <a:lnTo>
                        <a:pt x="2131" y="724"/>
                      </a:lnTo>
                      <a:lnTo>
                        <a:pt x="2132" y="724"/>
                      </a:lnTo>
                      <a:lnTo>
                        <a:pt x="2133" y="724"/>
                      </a:lnTo>
                      <a:lnTo>
                        <a:pt x="2135" y="724"/>
                      </a:lnTo>
                      <a:lnTo>
                        <a:pt x="2136" y="724"/>
                      </a:lnTo>
                      <a:lnTo>
                        <a:pt x="2138" y="724"/>
                      </a:lnTo>
                      <a:lnTo>
                        <a:pt x="2139" y="724"/>
                      </a:lnTo>
                      <a:lnTo>
                        <a:pt x="2140" y="724"/>
                      </a:lnTo>
                      <a:lnTo>
                        <a:pt x="2142" y="724"/>
                      </a:lnTo>
                      <a:lnTo>
                        <a:pt x="2143" y="724"/>
                      </a:lnTo>
                      <a:lnTo>
                        <a:pt x="2145" y="724"/>
                      </a:lnTo>
                      <a:lnTo>
                        <a:pt x="2146" y="724"/>
                      </a:lnTo>
                      <a:lnTo>
                        <a:pt x="2147" y="724"/>
                      </a:lnTo>
                      <a:lnTo>
                        <a:pt x="2149" y="724"/>
                      </a:lnTo>
                      <a:lnTo>
                        <a:pt x="2150" y="724"/>
                      </a:lnTo>
                      <a:lnTo>
                        <a:pt x="2152" y="724"/>
                      </a:lnTo>
                      <a:lnTo>
                        <a:pt x="2153" y="724"/>
                      </a:lnTo>
                      <a:lnTo>
                        <a:pt x="2154" y="724"/>
                      </a:lnTo>
                      <a:lnTo>
                        <a:pt x="2156" y="725"/>
                      </a:lnTo>
                      <a:lnTo>
                        <a:pt x="2157" y="725"/>
                      </a:lnTo>
                      <a:lnTo>
                        <a:pt x="2159" y="725"/>
                      </a:lnTo>
                      <a:lnTo>
                        <a:pt x="2160" y="725"/>
                      </a:lnTo>
                      <a:lnTo>
                        <a:pt x="2161" y="725"/>
                      </a:lnTo>
                    </a:path>
                  </a:pathLst>
                </a:custGeom>
                <a:noFill/>
                <a:ln cap="flat" cmpd="sng" w="25400">
                  <a:solidFill>
                    <a:srgbClr val="228B2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360" name="Google Shape;360;p16"/>
                <p:cNvSpPr/>
                <p:nvPr/>
              </p:nvSpPr>
              <p:spPr>
                <a:xfrm flipH="1" rot="10800000">
                  <a:off x="4673600" y="3994150"/>
                  <a:ext cx="350838" cy="11113"/>
                </a:xfrm>
                <a:custGeom>
                  <a:rect b="b" l="l" r="r" t="t"/>
                  <a:pathLst>
                    <a:path extrusionOk="0" h="7" w="238">
                      <a:moveTo>
                        <a:pt x="0" y="7"/>
                      </a:moveTo>
                      <a:lnTo>
                        <a:pt x="1" y="7"/>
                      </a:lnTo>
                      <a:lnTo>
                        <a:pt x="2" y="7"/>
                      </a:lnTo>
                      <a:lnTo>
                        <a:pt x="4" y="7"/>
                      </a:lnTo>
                      <a:lnTo>
                        <a:pt x="5" y="6"/>
                      </a:lnTo>
                      <a:lnTo>
                        <a:pt x="7" y="6"/>
                      </a:lnTo>
                      <a:lnTo>
                        <a:pt x="8" y="6"/>
                      </a:lnTo>
                      <a:lnTo>
                        <a:pt x="9" y="3"/>
                      </a:lnTo>
                      <a:lnTo>
                        <a:pt x="11" y="2"/>
                      </a:lnTo>
                      <a:lnTo>
                        <a:pt x="12" y="1"/>
                      </a:lnTo>
                      <a:lnTo>
                        <a:pt x="14" y="1"/>
                      </a:lnTo>
                      <a:lnTo>
                        <a:pt x="15" y="1"/>
                      </a:lnTo>
                      <a:lnTo>
                        <a:pt x="16" y="1"/>
                      </a:lnTo>
                      <a:lnTo>
                        <a:pt x="18" y="1"/>
                      </a:lnTo>
                      <a:lnTo>
                        <a:pt x="19" y="1"/>
                      </a:lnTo>
                      <a:lnTo>
                        <a:pt x="21" y="1"/>
                      </a:lnTo>
                      <a:lnTo>
                        <a:pt x="22" y="1"/>
                      </a:lnTo>
                      <a:lnTo>
                        <a:pt x="23" y="1"/>
                      </a:lnTo>
                      <a:lnTo>
                        <a:pt x="25" y="0"/>
                      </a:lnTo>
                      <a:lnTo>
                        <a:pt x="26" y="0"/>
                      </a:lnTo>
                      <a:lnTo>
                        <a:pt x="28" y="0"/>
                      </a:lnTo>
                      <a:lnTo>
                        <a:pt x="29" y="0"/>
                      </a:lnTo>
                      <a:lnTo>
                        <a:pt x="31" y="0"/>
                      </a:lnTo>
                      <a:lnTo>
                        <a:pt x="32" y="2"/>
                      </a:lnTo>
                      <a:lnTo>
                        <a:pt x="33" y="4"/>
                      </a:lnTo>
                      <a:lnTo>
                        <a:pt x="35" y="4"/>
                      </a:lnTo>
                      <a:lnTo>
                        <a:pt x="36" y="4"/>
                      </a:lnTo>
                      <a:lnTo>
                        <a:pt x="38" y="4"/>
                      </a:lnTo>
                      <a:lnTo>
                        <a:pt x="39" y="4"/>
                      </a:lnTo>
                      <a:lnTo>
                        <a:pt x="40" y="4"/>
                      </a:lnTo>
                      <a:lnTo>
                        <a:pt x="42" y="4"/>
                      </a:lnTo>
                      <a:lnTo>
                        <a:pt x="43" y="4"/>
                      </a:lnTo>
                      <a:lnTo>
                        <a:pt x="45" y="3"/>
                      </a:lnTo>
                      <a:lnTo>
                        <a:pt x="46" y="3"/>
                      </a:lnTo>
                      <a:lnTo>
                        <a:pt x="47" y="3"/>
                      </a:lnTo>
                      <a:lnTo>
                        <a:pt x="49" y="3"/>
                      </a:lnTo>
                      <a:lnTo>
                        <a:pt x="50" y="2"/>
                      </a:lnTo>
                      <a:lnTo>
                        <a:pt x="52" y="2"/>
                      </a:lnTo>
                      <a:lnTo>
                        <a:pt x="53" y="2"/>
                      </a:lnTo>
                      <a:lnTo>
                        <a:pt x="54" y="2"/>
                      </a:lnTo>
                      <a:lnTo>
                        <a:pt x="56" y="3"/>
                      </a:lnTo>
                      <a:lnTo>
                        <a:pt x="57" y="2"/>
                      </a:lnTo>
                      <a:lnTo>
                        <a:pt x="59" y="2"/>
                      </a:lnTo>
                      <a:lnTo>
                        <a:pt x="60" y="1"/>
                      </a:lnTo>
                      <a:lnTo>
                        <a:pt x="61" y="1"/>
                      </a:lnTo>
                      <a:lnTo>
                        <a:pt x="63" y="1"/>
                      </a:lnTo>
                      <a:lnTo>
                        <a:pt x="64" y="0"/>
                      </a:lnTo>
                      <a:lnTo>
                        <a:pt x="66" y="0"/>
                      </a:lnTo>
                      <a:lnTo>
                        <a:pt x="67" y="0"/>
                      </a:lnTo>
                      <a:lnTo>
                        <a:pt x="68" y="1"/>
                      </a:lnTo>
                      <a:lnTo>
                        <a:pt x="70" y="1"/>
                      </a:lnTo>
                      <a:lnTo>
                        <a:pt x="71" y="1"/>
                      </a:lnTo>
                      <a:lnTo>
                        <a:pt x="73" y="1"/>
                      </a:lnTo>
                      <a:lnTo>
                        <a:pt x="74" y="1"/>
                      </a:lnTo>
                      <a:lnTo>
                        <a:pt x="75" y="1"/>
                      </a:lnTo>
                      <a:lnTo>
                        <a:pt x="77" y="1"/>
                      </a:lnTo>
                      <a:lnTo>
                        <a:pt x="78" y="1"/>
                      </a:lnTo>
                      <a:lnTo>
                        <a:pt x="80" y="1"/>
                      </a:lnTo>
                      <a:lnTo>
                        <a:pt x="81" y="1"/>
                      </a:lnTo>
                      <a:lnTo>
                        <a:pt x="82" y="1"/>
                      </a:lnTo>
                      <a:lnTo>
                        <a:pt x="84" y="1"/>
                      </a:lnTo>
                      <a:lnTo>
                        <a:pt x="85" y="1"/>
                      </a:lnTo>
                      <a:lnTo>
                        <a:pt x="87" y="1"/>
                      </a:lnTo>
                      <a:lnTo>
                        <a:pt x="88" y="1"/>
                      </a:lnTo>
                      <a:lnTo>
                        <a:pt x="90" y="1"/>
                      </a:lnTo>
                      <a:lnTo>
                        <a:pt x="91" y="1"/>
                      </a:lnTo>
                      <a:lnTo>
                        <a:pt x="92" y="1"/>
                      </a:lnTo>
                      <a:lnTo>
                        <a:pt x="94" y="1"/>
                      </a:lnTo>
                      <a:lnTo>
                        <a:pt x="95" y="1"/>
                      </a:lnTo>
                      <a:lnTo>
                        <a:pt x="97" y="1"/>
                      </a:lnTo>
                      <a:lnTo>
                        <a:pt x="98" y="1"/>
                      </a:lnTo>
                      <a:lnTo>
                        <a:pt x="99" y="1"/>
                      </a:lnTo>
                      <a:lnTo>
                        <a:pt x="101" y="1"/>
                      </a:lnTo>
                      <a:lnTo>
                        <a:pt x="102" y="1"/>
                      </a:lnTo>
                      <a:lnTo>
                        <a:pt x="104" y="1"/>
                      </a:lnTo>
                      <a:lnTo>
                        <a:pt x="105" y="1"/>
                      </a:lnTo>
                      <a:lnTo>
                        <a:pt x="106" y="1"/>
                      </a:lnTo>
                      <a:lnTo>
                        <a:pt x="108" y="1"/>
                      </a:lnTo>
                      <a:lnTo>
                        <a:pt x="109" y="1"/>
                      </a:lnTo>
                      <a:lnTo>
                        <a:pt x="111" y="1"/>
                      </a:lnTo>
                      <a:lnTo>
                        <a:pt x="112" y="1"/>
                      </a:lnTo>
                      <a:lnTo>
                        <a:pt x="113" y="1"/>
                      </a:lnTo>
                      <a:lnTo>
                        <a:pt x="115" y="1"/>
                      </a:lnTo>
                      <a:lnTo>
                        <a:pt x="116" y="1"/>
                      </a:lnTo>
                      <a:lnTo>
                        <a:pt x="118" y="1"/>
                      </a:lnTo>
                      <a:lnTo>
                        <a:pt x="119" y="1"/>
                      </a:lnTo>
                      <a:lnTo>
                        <a:pt x="120" y="1"/>
                      </a:lnTo>
                      <a:lnTo>
                        <a:pt x="122" y="1"/>
                      </a:lnTo>
                      <a:lnTo>
                        <a:pt x="123" y="1"/>
                      </a:lnTo>
                      <a:lnTo>
                        <a:pt x="125" y="1"/>
                      </a:lnTo>
                      <a:lnTo>
                        <a:pt x="126" y="1"/>
                      </a:lnTo>
                      <a:lnTo>
                        <a:pt x="127" y="1"/>
                      </a:lnTo>
                      <a:lnTo>
                        <a:pt x="129" y="1"/>
                      </a:lnTo>
                      <a:lnTo>
                        <a:pt x="130" y="1"/>
                      </a:lnTo>
                      <a:lnTo>
                        <a:pt x="132" y="1"/>
                      </a:lnTo>
                      <a:lnTo>
                        <a:pt x="133" y="1"/>
                      </a:lnTo>
                      <a:lnTo>
                        <a:pt x="134" y="1"/>
                      </a:lnTo>
                      <a:lnTo>
                        <a:pt x="136" y="1"/>
                      </a:lnTo>
                      <a:lnTo>
                        <a:pt x="137" y="1"/>
                      </a:lnTo>
                      <a:lnTo>
                        <a:pt x="139" y="1"/>
                      </a:lnTo>
                      <a:lnTo>
                        <a:pt x="140" y="1"/>
                      </a:lnTo>
                      <a:lnTo>
                        <a:pt x="141" y="1"/>
                      </a:lnTo>
                      <a:lnTo>
                        <a:pt x="143" y="1"/>
                      </a:lnTo>
                      <a:lnTo>
                        <a:pt x="144" y="1"/>
                      </a:lnTo>
                      <a:lnTo>
                        <a:pt x="146" y="1"/>
                      </a:lnTo>
                      <a:lnTo>
                        <a:pt x="147" y="1"/>
                      </a:lnTo>
                      <a:lnTo>
                        <a:pt x="148" y="1"/>
                      </a:lnTo>
                      <a:lnTo>
                        <a:pt x="150" y="1"/>
                      </a:lnTo>
                      <a:lnTo>
                        <a:pt x="151" y="1"/>
                      </a:lnTo>
                      <a:lnTo>
                        <a:pt x="153" y="1"/>
                      </a:lnTo>
                      <a:lnTo>
                        <a:pt x="154" y="1"/>
                      </a:lnTo>
                      <a:lnTo>
                        <a:pt x="156" y="1"/>
                      </a:lnTo>
                      <a:lnTo>
                        <a:pt x="157" y="1"/>
                      </a:lnTo>
                      <a:lnTo>
                        <a:pt x="158" y="1"/>
                      </a:lnTo>
                      <a:lnTo>
                        <a:pt x="160" y="1"/>
                      </a:lnTo>
                      <a:lnTo>
                        <a:pt x="161" y="1"/>
                      </a:lnTo>
                      <a:lnTo>
                        <a:pt x="163" y="1"/>
                      </a:lnTo>
                      <a:lnTo>
                        <a:pt x="164" y="1"/>
                      </a:lnTo>
                      <a:lnTo>
                        <a:pt x="165" y="1"/>
                      </a:lnTo>
                      <a:lnTo>
                        <a:pt x="167" y="1"/>
                      </a:lnTo>
                      <a:lnTo>
                        <a:pt x="168" y="1"/>
                      </a:lnTo>
                      <a:lnTo>
                        <a:pt x="170" y="1"/>
                      </a:lnTo>
                      <a:lnTo>
                        <a:pt x="171" y="1"/>
                      </a:lnTo>
                      <a:lnTo>
                        <a:pt x="172" y="1"/>
                      </a:lnTo>
                      <a:lnTo>
                        <a:pt x="174" y="1"/>
                      </a:lnTo>
                      <a:lnTo>
                        <a:pt x="175" y="1"/>
                      </a:lnTo>
                      <a:lnTo>
                        <a:pt x="177" y="1"/>
                      </a:lnTo>
                      <a:lnTo>
                        <a:pt x="178" y="1"/>
                      </a:lnTo>
                      <a:lnTo>
                        <a:pt x="179" y="1"/>
                      </a:lnTo>
                      <a:lnTo>
                        <a:pt x="181" y="1"/>
                      </a:lnTo>
                      <a:lnTo>
                        <a:pt x="182" y="1"/>
                      </a:lnTo>
                      <a:lnTo>
                        <a:pt x="184" y="1"/>
                      </a:lnTo>
                      <a:lnTo>
                        <a:pt x="185" y="1"/>
                      </a:lnTo>
                      <a:lnTo>
                        <a:pt x="186" y="1"/>
                      </a:lnTo>
                      <a:lnTo>
                        <a:pt x="188" y="1"/>
                      </a:lnTo>
                      <a:lnTo>
                        <a:pt x="189" y="1"/>
                      </a:lnTo>
                      <a:lnTo>
                        <a:pt x="191" y="1"/>
                      </a:lnTo>
                      <a:lnTo>
                        <a:pt x="192" y="1"/>
                      </a:lnTo>
                      <a:lnTo>
                        <a:pt x="193" y="1"/>
                      </a:lnTo>
                      <a:lnTo>
                        <a:pt x="195" y="1"/>
                      </a:lnTo>
                      <a:lnTo>
                        <a:pt x="196" y="1"/>
                      </a:lnTo>
                      <a:lnTo>
                        <a:pt x="198" y="1"/>
                      </a:lnTo>
                      <a:lnTo>
                        <a:pt x="199" y="1"/>
                      </a:lnTo>
                      <a:lnTo>
                        <a:pt x="200" y="1"/>
                      </a:lnTo>
                      <a:lnTo>
                        <a:pt x="202" y="1"/>
                      </a:lnTo>
                      <a:lnTo>
                        <a:pt x="203" y="1"/>
                      </a:lnTo>
                      <a:lnTo>
                        <a:pt x="205" y="1"/>
                      </a:lnTo>
                      <a:lnTo>
                        <a:pt x="206" y="1"/>
                      </a:lnTo>
                      <a:lnTo>
                        <a:pt x="207" y="1"/>
                      </a:lnTo>
                      <a:lnTo>
                        <a:pt x="209" y="1"/>
                      </a:lnTo>
                      <a:lnTo>
                        <a:pt x="210" y="1"/>
                      </a:lnTo>
                      <a:lnTo>
                        <a:pt x="212" y="2"/>
                      </a:lnTo>
                      <a:lnTo>
                        <a:pt x="213" y="2"/>
                      </a:lnTo>
                      <a:lnTo>
                        <a:pt x="214" y="2"/>
                      </a:lnTo>
                      <a:lnTo>
                        <a:pt x="216" y="2"/>
                      </a:lnTo>
                      <a:lnTo>
                        <a:pt x="217" y="2"/>
                      </a:lnTo>
                      <a:lnTo>
                        <a:pt x="219" y="1"/>
                      </a:lnTo>
                      <a:lnTo>
                        <a:pt x="220" y="1"/>
                      </a:lnTo>
                      <a:lnTo>
                        <a:pt x="222" y="1"/>
                      </a:lnTo>
                      <a:lnTo>
                        <a:pt x="223" y="1"/>
                      </a:lnTo>
                      <a:lnTo>
                        <a:pt x="224" y="1"/>
                      </a:lnTo>
                      <a:lnTo>
                        <a:pt x="226" y="1"/>
                      </a:lnTo>
                      <a:lnTo>
                        <a:pt x="227" y="1"/>
                      </a:lnTo>
                      <a:lnTo>
                        <a:pt x="229" y="1"/>
                      </a:lnTo>
                      <a:lnTo>
                        <a:pt x="230" y="1"/>
                      </a:lnTo>
                      <a:lnTo>
                        <a:pt x="231" y="1"/>
                      </a:lnTo>
                      <a:lnTo>
                        <a:pt x="233" y="1"/>
                      </a:lnTo>
                      <a:lnTo>
                        <a:pt x="234" y="1"/>
                      </a:lnTo>
                      <a:lnTo>
                        <a:pt x="236" y="1"/>
                      </a:lnTo>
                      <a:lnTo>
                        <a:pt x="237" y="1"/>
                      </a:lnTo>
                      <a:lnTo>
                        <a:pt x="238" y="1"/>
                      </a:lnTo>
                    </a:path>
                  </a:pathLst>
                </a:custGeom>
                <a:noFill/>
                <a:ln cap="flat" cmpd="sng" w="25400">
                  <a:solidFill>
                    <a:srgbClr val="228B2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361" name="Google Shape;361;p16"/>
                <p:cNvSpPr/>
                <p:nvPr/>
              </p:nvSpPr>
              <p:spPr>
                <a:xfrm flipH="1" rot="10800000">
                  <a:off x="1201738" y="4059238"/>
                  <a:ext cx="3192463" cy="119063"/>
                </a:xfrm>
                <a:custGeom>
                  <a:rect b="b" l="l" r="r" t="t"/>
                  <a:pathLst>
                    <a:path extrusionOk="0" h="81" w="2161">
                      <a:moveTo>
                        <a:pt x="0" y="17"/>
                      </a:moveTo>
                      <a:lnTo>
                        <a:pt x="1" y="17"/>
                      </a:lnTo>
                      <a:lnTo>
                        <a:pt x="3" y="17"/>
                      </a:lnTo>
                      <a:lnTo>
                        <a:pt x="4" y="17"/>
                      </a:lnTo>
                      <a:lnTo>
                        <a:pt x="6" y="17"/>
                      </a:lnTo>
                      <a:lnTo>
                        <a:pt x="7" y="17"/>
                      </a:lnTo>
                      <a:lnTo>
                        <a:pt x="8" y="17"/>
                      </a:lnTo>
                      <a:lnTo>
                        <a:pt x="10" y="17"/>
                      </a:lnTo>
                      <a:lnTo>
                        <a:pt x="11" y="17"/>
                      </a:lnTo>
                      <a:lnTo>
                        <a:pt x="13" y="17"/>
                      </a:lnTo>
                      <a:lnTo>
                        <a:pt x="14" y="17"/>
                      </a:lnTo>
                      <a:lnTo>
                        <a:pt x="15" y="17"/>
                      </a:lnTo>
                      <a:lnTo>
                        <a:pt x="17" y="17"/>
                      </a:lnTo>
                      <a:lnTo>
                        <a:pt x="18" y="17"/>
                      </a:lnTo>
                      <a:lnTo>
                        <a:pt x="20" y="17"/>
                      </a:lnTo>
                      <a:lnTo>
                        <a:pt x="21" y="17"/>
                      </a:lnTo>
                      <a:lnTo>
                        <a:pt x="22" y="17"/>
                      </a:lnTo>
                      <a:lnTo>
                        <a:pt x="24" y="17"/>
                      </a:lnTo>
                      <a:lnTo>
                        <a:pt x="25" y="17"/>
                      </a:lnTo>
                      <a:lnTo>
                        <a:pt x="27" y="16"/>
                      </a:lnTo>
                      <a:lnTo>
                        <a:pt x="28" y="17"/>
                      </a:lnTo>
                      <a:lnTo>
                        <a:pt x="30" y="17"/>
                      </a:lnTo>
                      <a:lnTo>
                        <a:pt x="31" y="17"/>
                      </a:lnTo>
                      <a:lnTo>
                        <a:pt x="32" y="17"/>
                      </a:lnTo>
                      <a:lnTo>
                        <a:pt x="34" y="17"/>
                      </a:lnTo>
                      <a:lnTo>
                        <a:pt x="35" y="17"/>
                      </a:lnTo>
                      <a:lnTo>
                        <a:pt x="37" y="17"/>
                      </a:lnTo>
                      <a:lnTo>
                        <a:pt x="38" y="17"/>
                      </a:lnTo>
                      <a:lnTo>
                        <a:pt x="39" y="17"/>
                      </a:lnTo>
                      <a:lnTo>
                        <a:pt x="41" y="17"/>
                      </a:lnTo>
                      <a:lnTo>
                        <a:pt x="42" y="17"/>
                      </a:lnTo>
                      <a:lnTo>
                        <a:pt x="44" y="17"/>
                      </a:lnTo>
                      <a:lnTo>
                        <a:pt x="45" y="17"/>
                      </a:lnTo>
                      <a:lnTo>
                        <a:pt x="46" y="17"/>
                      </a:lnTo>
                      <a:lnTo>
                        <a:pt x="48" y="17"/>
                      </a:lnTo>
                      <a:lnTo>
                        <a:pt x="49" y="17"/>
                      </a:lnTo>
                      <a:lnTo>
                        <a:pt x="51" y="17"/>
                      </a:lnTo>
                      <a:lnTo>
                        <a:pt x="52" y="17"/>
                      </a:lnTo>
                      <a:lnTo>
                        <a:pt x="53" y="17"/>
                      </a:lnTo>
                      <a:lnTo>
                        <a:pt x="55" y="17"/>
                      </a:lnTo>
                      <a:lnTo>
                        <a:pt x="56" y="17"/>
                      </a:lnTo>
                      <a:lnTo>
                        <a:pt x="58" y="17"/>
                      </a:lnTo>
                      <a:lnTo>
                        <a:pt x="59" y="17"/>
                      </a:lnTo>
                      <a:lnTo>
                        <a:pt x="60" y="17"/>
                      </a:lnTo>
                      <a:lnTo>
                        <a:pt x="62" y="17"/>
                      </a:lnTo>
                      <a:lnTo>
                        <a:pt x="63" y="17"/>
                      </a:lnTo>
                      <a:lnTo>
                        <a:pt x="65" y="17"/>
                      </a:lnTo>
                      <a:lnTo>
                        <a:pt x="66" y="17"/>
                      </a:lnTo>
                      <a:lnTo>
                        <a:pt x="67" y="17"/>
                      </a:lnTo>
                      <a:lnTo>
                        <a:pt x="69" y="17"/>
                      </a:lnTo>
                      <a:lnTo>
                        <a:pt x="70" y="17"/>
                      </a:lnTo>
                      <a:lnTo>
                        <a:pt x="72" y="17"/>
                      </a:lnTo>
                      <a:lnTo>
                        <a:pt x="73" y="17"/>
                      </a:lnTo>
                      <a:lnTo>
                        <a:pt x="74" y="17"/>
                      </a:lnTo>
                      <a:lnTo>
                        <a:pt x="76" y="17"/>
                      </a:lnTo>
                      <a:lnTo>
                        <a:pt x="77" y="17"/>
                      </a:lnTo>
                      <a:lnTo>
                        <a:pt x="79" y="17"/>
                      </a:lnTo>
                      <a:lnTo>
                        <a:pt x="80" y="17"/>
                      </a:lnTo>
                      <a:lnTo>
                        <a:pt x="81" y="17"/>
                      </a:lnTo>
                      <a:lnTo>
                        <a:pt x="83" y="17"/>
                      </a:lnTo>
                      <a:lnTo>
                        <a:pt x="84" y="17"/>
                      </a:lnTo>
                      <a:lnTo>
                        <a:pt x="86" y="17"/>
                      </a:lnTo>
                      <a:lnTo>
                        <a:pt x="87" y="17"/>
                      </a:lnTo>
                      <a:lnTo>
                        <a:pt x="88" y="17"/>
                      </a:lnTo>
                      <a:lnTo>
                        <a:pt x="90" y="17"/>
                      </a:lnTo>
                      <a:lnTo>
                        <a:pt x="91" y="17"/>
                      </a:lnTo>
                      <a:lnTo>
                        <a:pt x="93" y="17"/>
                      </a:lnTo>
                      <a:lnTo>
                        <a:pt x="94" y="17"/>
                      </a:lnTo>
                      <a:lnTo>
                        <a:pt x="96" y="17"/>
                      </a:lnTo>
                      <a:lnTo>
                        <a:pt x="97" y="17"/>
                      </a:lnTo>
                      <a:lnTo>
                        <a:pt x="98" y="17"/>
                      </a:lnTo>
                      <a:lnTo>
                        <a:pt x="100" y="17"/>
                      </a:lnTo>
                      <a:lnTo>
                        <a:pt x="101" y="17"/>
                      </a:lnTo>
                      <a:lnTo>
                        <a:pt x="103" y="17"/>
                      </a:lnTo>
                      <a:lnTo>
                        <a:pt x="104" y="17"/>
                      </a:lnTo>
                      <a:lnTo>
                        <a:pt x="105" y="17"/>
                      </a:lnTo>
                      <a:lnTo>
                        <a:pt x="107" y="17"/>
                      </a:lnTo>
                      <a:lnTo>
                        <a:pt x="108" y="17"/>
                      </a:lnTo>
                      <a:lnTo>
                        <a:pt x="110" y="16"/>
                      </a:lnTo>
                      <a:lnTo>
                        <a:pt x="111" y="16"/>
                      </a:lnTo>
                      <a:lnTo>
                        <a:pt x="112" y="16"/>
                      </a:lnTo>
                      <a:lnTo>
                        <a:pt x="114" y="16"/>
                      </a:lnTo>
                      <a:lnTo>
                        <a:pt x="115" y="16"/>
                      </a:lnTo>
                      <a:lnTo>
                        <a:pt x="117" y="16"/>
                      </a:lnTo>
                      <a:lnTo>
                        <a:pt x="118" y="16"/>
                      </a:lnTo>
                      <a:lnTo>
                        <a:pt x="119" y="16"/>
                      </a:lnTo>
                      <a:lnTo>
                        <a:pt x="121" y="16"/>
                      </a:lnTo>
                      <a:lnTo>
                        <a:pt x="122" y="16"/>
                      </a:lnTo>
                      <a:lnTo>
                        <a:pt x="124" y="16"/>
                      </a:lnTo>
                      <a:lnTo>
                        <a:pt x="125" y="16"/>
                      </a:lnTo>
                      <a:lnTo>
                        <a:pt x="126" y="16"/>
                      </a:lnTo>
                      <a:lnTo>
                        <a:pt x="128" y="16"/>
                      </a:lnTo>
                      <a:lnTo>
                        <a:pt x="129" y="16"/>
                      </a:lnTo>
                      <a:lnTo>
                        <a:pt x="131" y="16"/>
                      </a:lnTo>
                      <a:lnTo>
                        <a:pt x="132" y="16"/>
                      </a:lnTo>
                      <a:lnTo>
                        <a:pt x="133" y="16"/>
                      </a:lnTo>
                      <a:lnTo>
                        <a:pt x="135" y="16"/>
                      </a:lnTo>
                      <a:lnTo>
                        <a:pt x="136" y="16"/>
                      </a:lnTo>
                      <a:lnTo>
                        <a:pt x="138" y="16"/>
                      </a:lnTo>
                      <a:lnTo>
                        <a:pt x="139" y="16"/>
                      </a:lnTo>
                      <a:lnTo>
                        <a:pt x="140" y="16"/>
                      </a:lnTo>
                      <a:lnTo>
                        <a:pt x="142" y="16"/>
                      </a:lnTo>
                      <a:lnTo>
                        <a:pt x="143" y="16"/>
                      </a:lnTo>
                      <a:lnTo>
                        <a:pt x="145" y="16"/>
                      </a:lnTo>
                      <a:lnTo>
                        <a:pt x="146" y="16"/>
                      </a:lnTo>
                      <a:lnTo>
                        <a:pt x="147" y="16"/>
                      </a:lnTo>
                      <a:lnTo>
                        <a:pt x="149" y="16"/>
                      </a:lnTo>
                      <a:lnTo>
                        <a:pt x="150" y="16"/>
                      </a:lnTo>
                      <a:lnTo>
                        <a:pt x="152" y="16"/>
                      </a:lnTo>
                      <a:lnTo>
                        <a:pt x="153" y="16"/>
                      </a:lnTo>
                      <a:lnTo>
                        <a:pt x="154" y="16"/>
                      </a:lnTo>
                      <a:lnTo>
                        <a:pt x="156" y="16"/>
                      </a:lnTo>
                      <a:lnTo>
                        <a:pt x="157" y="16"/>
                      </a:lnTo>
                      <a:lnTo>
                        <a:pt x="159" y="16"/>
                      </a:lnTo>
                      <a:lnTo>
                        <a:pt x="160" y="16"/>
                      </a:lnTo>
                      <a:lnTo>
                        <a:pt x="162" y="16"/>
                      </a:lnTo>
                      <a:lnTo>
                        <a:pt x="163" y="16"/>
                      </a:lnTo>
                      <a:lnTo>
                        <a:pt x="164" y="37"/>
                      </a:lnTo>
                      <a:lnTo>
                        <a:pt x="166" y="12"/>
                      </a:lnTo>
                      <a:lnTo>
                        <a:pt x="167" y="15"/>
                      </a:lnTo>
                      <a:lnTo>
                        <a:pt x="169" y="16"/>
                      </a:lnTo>
                      <a:lnTo>
                        <a:pt x="170" y="16"/>
                      </a:lnTo>
                      <a:lnTo>
                        <a:pt x="171" y="16"/>
                      </a:lnTo>
                      <a:lnTo>
                        <a:pt x="173" y="16"/>
                      </a:lnTo>
                      <a:lnTo>
                        <a:pt x="174" y="15"/>
                      </a:lnTo>
                      <a:lnTo>
                        <a:pt x="176" y="15"/>
                      </a:lnTo>
                      <a:lnTo>
                        <a:pt x="177" y="15"/>
                      </a:lnTo>
                      <a:lnTo>
                        <a:pt x="178" y="14"/>
                      </a:lnTo>
                      <a:lnTo>
                        <a:pt x="180" y="14"/>
                      </a:lnTo>
                      <a:lnTo>
                        <a:pt x="181" y="14"/>
                      </a:lnTo>
                      <a:lnTo>
                        <a:pt x="183" y="13"/>
                      </a:lnTo>
                      <a:lnTo>
                        <a:pt x="184" y="13"/>
                      </a:lnTo>
                      <a:lnTo>
                        <a:pt x="185" y="13"/>
                      </a:lnTo>
                      <a:lnTo>
                        <a:pt x="187" y="12"/>
                      </a:lnTo>
                      <a:lnTo>
                        <a:pt x="188" y="12"/>
                      </a:lnTo>
                      <a:lnTo>
                        <a:pt x="190" y="12"/>
                      </a:lnTo>
                      <a:lnTo>
                        <a:pt x="191" y="11"/>
                      </a:lnTo>
                      <a:lnTo>
                        <a:pt x="192" y="11"/>
                      </a:lnTo>
                      <a:lnTo>
                        <a:pt x="194" y="11"/>
                      </a:lnTo>
                      <a:lnTo>
                        <a:pt x="195" y="11"/>
                      </a:lnTo>
                      <a:lnTo>
                        <a:pt x="197" y="10"/>
                      </a:lnTo>
                      <a:lnTo>
                        <a:pt x="198" y="10"/>
                      </a:lnTo>
                      <a:lnTo>
                        <a:pt x="199" y="10"/>
                      </a:lnTo>
                      <a:lnTo>
                        <a:pt x="201" y="10"/>
                      </a:lnTo>
                      <a:lnTo>
                        <a:pt x="202" y="9"/>
                      </a:lnTo>
                      <a:lnTo>
                        <a:pt x="204" y="9"/>
                      </a:lnTo>
                      <a:lnTo>
                        <a:pt x="205" y="9"/>
                      </a:lnTo>
                      <a:lnTo>
                        <a:pt x="206" y="9"/>
                      </a:lnTo>
                      <a:lnTo>
                        <a:pt x="208" y="9"/>
                      </a:lnTo>
                      <a:lnTo>
                        <a:pt x="209" y="8"/>
                      </a:lnTo>
                      <a:lnTo>
                        <a:pt x="211" y="8"/>
                      </a:lnTo>
                      <a:lnTo>
                        <a:pt x="212" y="8"/>
                      </a:lnTo>
                      <a:lnTo>
                        <a:pt x="213" y="8"/>
                      </a:lnTo>
                      <a:lnTo>
                        <a:pt x="215" y="7"/>
                      </a:lnTo>
                      <a:lnTo>
                        <a:pt x="216" y="7"/>
                      </a:lnTo>
                      <a:lnTo>
                        <a:pt x="218" y="7"/>
                      </a:lnTo>
                      <a:lnTo>
                        <a:pt x="219" y="7"/>
                      </a:lnTo>
                      <a:lnTo>
                        <a:pt x="221" y="7"/>
                      </a:lnTo>
                      <a:lnTo>
                        <a:pt x="222" y="6"/>
                      </a:lnTo>
                      <a:lnTo>
                        <a:pt x="223" y="6"/>
                      </a:lnTo>
                      <a:lnTo>
                        <a:pt x="225" y="6"/>
                      </a:lnTo>
                      <a:lnTo>
                        <a:pt x="226" y="6"/>
                      </a:lnTo>
                      <a:lnTo>
                        <a:pt x="228" y="6"/>
                      </a:lnTo>
                      <a:lnTo>
                        <a:pt x="229" y="5"/>
                      </a:lnTo>
                      <a:lnTo>
                        <a:pt x="230" y="5"/>
                      </a:lnTo>
                      <a:lnTo>
                        <a:pt x="232" y="5"/>
                      </a:lnTo>
                      <a:lnTo>
                        <a:pt x="233" y="5"/>
                      </a:lnTo>
                      <a:lnTo>
                        <a:pt x="235" y="5"/>
                      </a:lnTo>
                      <a:lnTo>
                        <a:pt x="236" y="5"/>
                      </a:lnTo>
                      <a:lnTo>
                        <a:pt x="237" y="4"/>
                      </a:lnTo>
                      <a:lnTo>
                        <a:pt x="239" y="4"/>
                      </a:lnTo>
                      <a:lnTo>
                        <a:pt x="240" y="4"/>
                      </a:lnTo>
                      <a:lnTo>
                        <a:pt x="242" y="4"/>
                      </a:lnTo>
                      <a:lnTo>
                        <a:pt x="243" y="4"/>
                      </a:lnTo>
                      <a:lnTo>
                        <a:pt x="244" y="4"/>
                      </a:lnTo>
                      <a:lnTo>
                        <a:pt x="246" y="3"/>
                      </a:lnTo>
                      <a:lnTo>
                        <a:pt x="247" y="3"/>
                      </a:lnTo>
                      <a:lnTo>
                        <a:pt x="249" y="3"/>
                      </a:lnTo>
                      <a:lnTo>
                        <a:pt x="250" y="3"/>
                      </a:lnTo>
                      <a:lnTo>
                        <a:pt x="251" y="3"/>
                      </a:lnTo>
                      <a:lnTo>
                        <a:pt x="253" y="3"/>
                      </a:lnTo>
                      <a:lnTo>
                        <a:pt x="254" y="2"/>
                      </a:lnTo>
                      <a:lnTo>
                        <a:pt x="256" y="2"/>
                      </a:lnTo>
                      <a:lnTo>
                        <a:pt x="257" y="2"/>
                      </a:lnTo>
                      <a:lnTo>
                        <a:pt x="258" y="2"/>
                      </a:lnTo>
                      <a:lnTo>
                        <a:pt x="260" y="2"/>
                      </a:lnTo>
                      <a:lnTo>
                        <a:pt x="261" y="2"/>
                      </a:lnTo>
                      <a:lnTo>
                        <a:pt x="263" y="2"/>
                      </a:lnTo>
                      <a:lnTo>
                        <a:pt x="264" y="2"/>
                      </a:lnTo>
                      <a:lnTo>
                        <a:pt x="265" y="1"/>
                      </a:lnTo>
                      <a:lnTo>
                        <a:pt x="267" y="1"/>
                      </a:lnTo>
                      <a:lnTo>
                        <a:pt x="268" y="1"/>
                      </a:lnTo>
                      <a:lnTo>
                        <a:pt x="270" y="1"/>
                      </a:lnTo>
                      <a:lnTo>
                        <a:pt x="271" y="1"/>
                      </a:lnTo>
                      <a:lnTo>
                        <a:pt x="272" y="1"/>
                      </a:lnTo>
                      <a:lnTo>
                        <a:pt x="274" y="1"/>
                      </a:lnTo>
                      <a:lnTo>
                        <a:pt x="275" y="1"/>
                      </a:lnTo>
                      <a:lnTo>
                        <a:pt x="277" y="1"/>
                      </a:lnTo>
                      <a:lnTo>
                        <a:pt x="278" y="0"/>
                      </a:lnTo>
                      <a:lnTo>
                        <a:pt x="279" y="0"/>
                      </a:lnTo>
                      <a:lnTo>
                        <a:pt x="281" y="0"/>
                      </a:lnTo>
                      <a:lnTo>
                        <a:pt x="282" y="0"/>
                      </a:lnTo>
                      <a:lnTo>
                        <a:pt x="284" y="0"/>
                      </a:lnTo>
                      <a:lnTo>
                        <a:pt x="285" y="0"/>
                      </a:lnTo>
                      <a:lnTo>
                        <a:pt x="287" y="0"/>
                      </a:lnTo>
                      <a:lnTo>
                        <a:pt x="288" y="0"/>
                      </a:lnTo>
                      <a:lnTo>
                        <a:pt x="289" y="0"/>
                      </a:lnTo>
                      <a:lnTo>
                        <a:pt x="291" y="0"/>
                      </a:lnTo>
                      <a:lnTo>
                        <a:pt x="292" y="0"/>
                      </a:lnTo>
                      <a:lnTo>
                        <a:pt x="294" y="0"/>
                      </a:lnTo>
                      <a:lnTo>
                        <a:pt x="295" y="0"/>
                      </a:lnTo>
                      <a:lnTo>
                        <a:pt x="296" y="0"/>
                      </a:lnTo>
                      <a:lnTo>
                        <a:pt x="298" y="0"/>
                      </a:lnTo>
                      <a:lnTo>
                        <a:pt x="299" y="0"/>
                      </a:lnTo>
                      <a:lnTo>
                        <a:pt x="301" y="0"/>
                      </a:lnTo>
                      <a:lnTo>
                        <a:pt x="302" y="0"/>
                      </a:lnTo>
                      <a:lnTo>
                        <a:pt x="303" y="0"/>
                      </a:lnTo>
                      <a:lnTo>
                        <a:pt x="305" y="0"/>
                      </a:lnTo>
                      <a:lnTo>
                        <a:pt x="306" y="0"/>
                      </a:lnTo>
                      <a:lnTo>
                        <a:pt x="308" y="0"/>
                      </a:lnTo>
                      <a:lnTo>
                        <a:pt x="309" y="0"/>
                      </a:lnTo>
                      <a:lnTo>
                        <a:pt x="310" y="0"/>
                      </a:lnTo>
                      <a:lnTo>
                        <a:pt x="312" y="0"/>
                      </a:lnTo>
                      <a:lnTo>
                        <a:pt x="313" y="0"/>
                      </a:lnTo>
                      <a:lnTo>
                        <a:pt x="315" y="0"/>
                      </a:lnTo>
                      <a:lnTo>
                        <a:pt x="316" y="0"/>
                      </a:lnTo>
                      <a:lnTo>
                        <a:pt x="317" y="1"/>
                      </a:lnTo>
                      <a:lnTo>
                        <a:pt x="319" y="1"/>
                      </a:lnTo>
                      <a:lnTo>
                        <a:pt x="320" y="1"/>
                      </a:lnTo>
                      <a:lnTo>
                        <a:pt x="322" y="1"/>
                      </a:lnTo>
                      <a:lnTo>
                        <a:pt x="323" y="1"/>
                      </a:lnTo>
                      <a:lnTo>
                        <a:pt x="324" y="1"/>
                      </a:lnTo>
                      <a:lnTo>
                        <a:pt x="326" y="2"/>
                      </a:lnTo>
                      <a:lnTo>
                        <a:pt x="327" y="2"/>
                      </a:lnTo>
                      <a:lnTo>
                        <a:pt x="329" y="2"/>
                      </a:lnTo>
                      <a:lnTo>
                        <a:pt x="330" y="2"/>
                      </a:lnTo>
                      <a:lnTo>
                        <a:pt x="331" y="2"/>
                      </a:lnTo>
                      <a:lnTo>
                        <a:pt x="333" y="3"/>
                      </a:lnTo>
                      <a:lnTo>
                        <a:pt x="334" y="3"/>
                      </a:lnTo>
                      <a:lnTo>
                        <a:pt x="336" y="3"/>
                      </a:lnTo>
                      <a:lnTo>
                        <a:pt x="337" y="4"/>
                      </a:lnTo>
                      <a:lnTo>
                        <a:pt x="338" y="4"/>
                      </a:lnTo>
                      <a:lnTo>
                        <a:pt x="340" y="4"/>
                      </a:lnTo>
                      <a:lnTo>
                        <a:pt x="341" y="5"/>
                      </a:lnTo>
                      <a:lnTo>
                        <a:pt x="343" y="5"/>
                      </a:lnTo>
                      <a:lnTo>
                        <a:pt x="344" y="5"/>
                      </a:lnTo>
                      <a:lnTo>
                        <a:pt x="345" y="6"/>
                      </a:lnTo>
                      <a:lnTo>
                        <a:pt x="347" y="6"/>
                      </a:lnTo>
                      <a:lnTo>
                        <a:pt x="348" y="7"/>
                      </a:lnTo>
                      <a:lnTo>
                        <a:pt x="350" y="7"/>
                      </a:lnTo>
                      <a:lnTo>
                        <a:pt x="351" y="8"/>
                      </a:lnTo>
                      <a:lnTo>
                        <a:pt x="353" y="8"/>
                      </a:lnTo>
                      <a:lnTo>
                        <a:pt x="354" y="9"/>
                      </a:lnTo>
                      <a:lnTo>
                        <a:pt x="355" y="9"/>
                      </a:lnTo>
                      <a:lnTo>
                        <a:pt x="357" y="10"/>
                      </a:lnTo>
                      <a:lnTo>
                        <a:pt x="358" y="10"/>
                      </a:lnTo>
                      <a:lnTo>
                        <a:pt x="360" y="11"/>
                      </a:lnTo>
                      <a:lnTo>
                        <a:pt x="361" y="11"/>
                      </a:lnTo>
                      <a:lnTo>
                        <a:pt x="362" y="12"/>
                      </a:lnTo>
                      <a:lnTo>
                        <a:pt x="364" y="12"/>
                      </a:lnTo>
                      <a:lnTo>
                        <a:pt x="365" y="13"/>
                      </a:lnTo>
                      <a:lnTo>
                        <a:pt x="367" y="14"/>
                      </a:lnTo>
                      <a:lnTo>
                        <a:pt x="368" y="14"/>
                      </a:lnTo>
                      <a:lnTo>
                        <a:pt x="369" y="15"/>
                      </a:lnTo>
                      <a:lnTo>
                        <a:pt x="371" y="15"/>
                      </a:lnTo>
                      <a:lnTo>
                        <a:pt x="372" y="16"/>
                      </a:lnTo>
                      <a:lnTo>
                        <a:pt x="374" y="17"/>
                      </a:lnTo>
                      <a:lnTo>
                        <a:pt x="375" y="17"/>
                      </a:lnTo>
                      <a:lnTo>
                        <a:pt x="376" y="18"/>
                      </a:lnTo>
                      <a:lnTo>
                        <a:pt x="378" y="19"/>
                      </a:lnTo>
                      <a:lnTo>
                        <a:pt x="379" y="20"/>
                      </a:lnTo>
                      <a:lnTo>
                        <a:pt x="381" y="20"/>
                      </a:lnTo>
                      <a:lnTo>
                        <a:pt x="382" y="21"/>
                      </a:lnTo>
                      <a:lnTo>
                        <a:pt x="383" y="22"/>
                      </a:lnTo>
                      <a:lnTo>
                        <a:pt x="385" y="22"/>
                      </a:lnTo>
                      <a:lnTo>
                        <a:pt x="386" y="23"/>
                      </a:lnTo>
                      <a:lnTo>
                        <a:pt x="388" y="24"/>
                      </a:lnTo>
                      <a:lnTo>
                        <a:pt x="389" y="25"/>
                      </a:lnTo>
                      <a:lnTo>
                        <a:pt x="390" y="25"/>
                      </a:lnTo>
                      <a:lnTo>
                        <a:pt x="392" y="26"/>
                      </a:lnTo>
                      <a:lnTo>
                        <a:pt x="393" y="27"/>
                      </a:lnTo>
                      <a:lnTo>
                        <a:pt x="395" y="28"/>
                      </a:lnTo>
                      <a:lnTo>
                        <a:pt x="396" y="28"/>
                      </a:lnTo>
                      <a:lnTo>
                        <a:pt x="397" y="29"/>
                      </a:lnTo>
                      <a:lnTo>
                        <a:pt x="399" y="30"/>
                      </a:lnTo>
                      <a:lnTo>
                        <a:pt x="400" y="30"/>
                      </a:lnTo>
                      <a:lnTo>
                        <a:pt x="402" y="31"/>
                      </a:lnTo>
                      <a:lnTo>
                        <a:pt x="403" y="32"/>
                      </a:lnTo>
                      <a:lnTo>
                        <a:pt x="404" y="33"/>
                      </a:lnTo>
                      <a:lnTo>
                        <a:pt x="406" y="33"/>
                      </a:lnTo>
                      <a:lnTo>
                        <a:pt x="407" y="34"/>
                      </a:lnTo>
                      <a:lnTo>
                        <a:pt x="409" y="35"/>
                      </a:lnTo>
                      <a:lnTo>
                        <a:pt x="410" y="36"/>
                      </a:lnTo>
                      <a:lnTo>
                        <a:pt x="412" y="36"/>
                      </a:lnTo>
                      <a:lnTo>
                        <a:pt x="413" y="37"/>
                      </a:lnTo>
                      <a:lnTo>
                        <a:pt x="414" y="38"/>
                      </a:lnTo>
                      <a:lnTo>
                        <a:pt x="416" y="39"/>
                      </a:lnTo>
                      <a:lnTo>
                        <a:pt x="417" y="39"/>
                      </a:lnTo>
                      <a:lnTo>
                        <a:pt x="419" y="40"/>
                      </a:lnTo>
                      <a:lnTo>
                        <a:pt x="420" y="41"/>
                      </a:lnTo>
                      <a:lnTo>
                        <a:pt x="421" y="41"/>
                      </a:lnTo>
                      <a:lnTo>
                        <a:pt x="423" y="42"/>
                      </a:lnTo>
                      <a:lnTo>
                        <a:pt x="424" y="43"/>
                      </a:lnTo>
                      <a:lnTo>
                        <a:pt x="426" y="43"/>
                      </a:lnTo>
                      <a:lnTo>
                        <a:pt x="427" y="44"/>
                      </a:lnTo>
                      <a:lnTo>
                        <a:pt x="428" y="45"/>
                      </a:lnTo>
                      <a:lnTo>
                        <a:pt x="430" y="45"/>
                      </a:lnTo>
                      <a:lnTo>
                        <a:pt x="431" y="46"/>
                      </a:lnTo>
                      <a:lnTo>
                        <a:pt x="433" y="47"/>
                      </a:lnTo>
                      <a:lnTo>
                        <a:pt x="434" y="47"/>
                      </a:lnTo>
                      <a:lnTo>
                        <a:pt x="435" y="48"/>
                      </a:lnTo>
                      <a:lnTo>
                        <a:pt x="437" y="49"/>
                      </a:lnTo>
                      <a:lnTo>
                        <a:pt x="438" y="49"/>
                      </a:lnTo>
                      <a:lnTo>
                        <a:pt x="440" y="50"/>
                      </a:lnTo>
                      <a:lnTo>
                        <a:pt x="441" y="50"/>
                      </a:lnTo>
                      <a:lnTo>
                        <a:pt x="442" y="51"/>
                      </a:lnTo>
                      <a:lnTo>
                        <a:pt x="444" y="52"/>
                      </a:lnTo>
                      <a:lnTo>
                        <a:pt x="445" y="52"/>
                      </a:lnTo>
                      <a:lnTo>
                        <a:pt x="447" y="53"/>
                      </a:lnTo>
                      <a:lnTo>
                        <a:pt x="448" y="53"/>
                      </a:lnTo>
                      <a:lnTo>
                        <a:pt x="449" y="54"/>
                      </a:lnTo>
                      <a:lnTo>
                        <a:pt x="451" y="54"/>
                      </a:lnTo>
                      <a:lnTo>
                        <a:pt x="452" y="55"/>
                      </a:lnTo>
                      <a:lnTo>
                        <a:pt x="454" y="55"/>
                      </a:lnTo>
                      <a:lnTo>
                        <a:pt x="455" y="56"/>
                      </a:lnTo>
                      <a:lnTo>
                        <a:pt x="456" y="56"/>
                      </a:lnTo>
                      <a:lnTo>
                        <a:pt x="458" y="57"/>
                      </a:lnTo>
                      <a:lnTo>
                        <a:pt x="459" y="57"/>
                      </a:lnTo>
                      <a:lnTo>
                        <a:pt x="461" y="58"/>
                      </a:lnTo>
                      <a:lnTo>
                        <a:pt x="462" y="58"/>
                      </a:lnTo>
                      <a:lnTo>
                        <a:pt x="463" y="59"/>
                      </a:lnTo>
                      <a:lnTo>
                        <a:pt x="465" y="59"/>
                      </a:lnTo>
                      <a:lnTo>
                        <a:pt x="466" y="59"/>
                      </a:lnTo>
                      <a:lnTo>
                        <a:pt x="468" y="60"/>
                      </a:lnTo>
                      <a:lnTo>
                        <a:pt x="469" y="60"/>
                      </a:lnTo>
                      <a:lnTo>
                        <a:pt x="470" y="60"/>
                      </a:lnTo>
                      <a:lnTo>
                        <a:pt x="472" y="61"/>
                      </a:lnTo>
                      <a:lnTo>
                        <a:pt x="473" y="61"/>
                      </a:lnTo>
                      <a:lnTo>
                        <a:pt x="475" y="62"/>
                      </a:lnTo>
                      <a:lnTo>
                        <a:pt x="476" y="62"/>
                      </a:lnTo>
                      <a:lnTo>
                        <a:pt x="478" y="62"/>
                      </a:lnTo>
                      <a:lnTo>
                        <a:pt x="479" y="62"/>
                      </a:lnTo>
                      <a:lnTo>
                        <a:pt x="480" y="63"/>
                      </a:lnTo>
                      <a:lnTo>
                        <a:pt x="482" y="63"/>
                      </a:lnTo>
                      <a:lnTo>
                        <a:pt x="483" y="63"/>
                      </a:lnTo>
                      <a:lnTo>
                        <a:pt x="485" y="64"/>
                      </a:lnTo>
                      <a:lnTo>
                        <a:pt x="486" y="64"/>
                      </a:lnTo>
                      <a:lnTo>
                        <a:pt x="487" y="64"/>
                      </a:lnTo>
                      <a:lnTo>
                        <a:pt x="489" y="65"/>
                      </a:lnTo>
                      <a:lnTo>
                        <a:pt x="490" y="65"/>
                      </a:lnTo>
                      <a:lnTo>
                        <a:pt x="492" y="65"/>
                      </a:lnTo>
                      <a:lnTo>
                        <a:pt x="493" y="65"/>
                      </a:lnTo>
                      <a:lnTo>
                        <a:pt x="494" y="66"/>
                      </a:lnTo>
                      <a:lnTo>
                        <a:pt x="496" y="66"/>
                      </a:lnTo>
                      <a:lnTo>
                        <a:pt x="497" y="66"/>
                      </a:lnTo>
                      <a:lnTo>
                        <a:pt x="499" y="66"/>
                      </a:lnTo>
                      <a:lnTo>
                        <a:pt x="500" y="66"/>
                      </a:lnTo>
                      <a:lnTo>
                        <a:pt x="501" y="66"/>
                      </a:lnTo>
                      <a:lnTo>
                        <a:pt x="503" y="67"/>
                      </a:lnTo>
                      <a:lnTo>
                        <a:pt x="504" y="67"/>
                      </a:lnTo>
                      <a:lnTo>
                        <a:pt x="506" y="67"/>
                      </a:lnTo>
                      <a:lnTo>
                        <a:pt x="507" y="67"/>
                      </a:lnTo>
                      <a:lnTo>
                        <a:pt x="508" y="67"/>
                      </a:lnTo>
                      <a:lnTo>
                        <a:pt x="510" y="67"/>
                      </a:lnTo>
                      <a:lnTo>
                        <a:pt x="511" y="68"/>
                      </a:lnTo>
                      <a:lnTo>
                        <a:pt x="513" y="68"/>
                      </a:lnTo>
                      <a:lnTo>
                        <a:pt x="514" y="68"/>
                      </a:lnTo>
                      <a:lnTo>
                        <a:pt x="515" y="68"/>
                      </a:lnTo>
                      <a:lnTo>
                        <a:pt x="517" y="68"/>
                      </a:lnTo>
                      <a:lnTo>
                        <a:pt x="518" y="68"/>
                      </a:lnTo>
                      <a:lnTo>
                        <a:pt x="520" y="68"/>
                      </a:lnTo>
                      <a:lnTo>
                        <a:pt x="521" y="68"/>
                      </a:lnTo>
                      <a:lnTo>
                        <a:pt x="522" y="68"/>
                      </a:lnTo>
                      <a:lnTo>
                        <a:pt x="524" y="68"/>
                      </a:lnTo>
                      <a:lnTo>
                        <a:pt x="525" y="69"/>
                      </a:lnTo>
                      <a:lnTo>
                        <a:pt x="527" y="69"/>
                      </a:lnTo>
                      <a:lnTo>
                        <a:pt x="528" y="69"/>
                      </a:lnTo>
                      <a:lnTo>
                        <a:pt x="529" y="69"/>
                      </a:lnTo>
                      <a:lnTo>
                        <a:pt x="531" y="69"/>
                      </a:lnTo>
                      <a:lnTo>
                        <a:pt x="532" y="69"/>
                      </a:lnTo>
                      <a:lnTo>
                        <a:pt x="534" y="69"/>
                      </a:lnTo>
                      <a:lnTo>
                        <a:pt x="535" y="69"/>
                      </a:lnTo>
                      <a:lnTo>
                        <a:pt x="537" y="69"/>
                      </a:lnTo>
                      <a:lnTo>
                        <a:pt x="538" y="69"/>
                      </a:lnTo>
                      <a:lnTo>
                        <a:pt x="539" y="69"/>
                      </a:lnTo>
                      <a:lnTo>
                        <a:pt x="541" y="69"/>
                      </a:lnTo>
                      <a:lnTo>
                        <a:pt x="542" y="69"/>
                      </a:lnTo>
                      <a:lnTo>
                        <a:pt x="544" y="69"/>
                      </a:lnTo>
                      <a:lnTo>
                        <a:pt x="545" y="69"/>
                      </a:lnTo>
                      <a:lnTo>
                        <a:pt x="546" y="69"/>
                      </a:lnTo>
                      <a:lnTo>
                        <a:pt x="548" y="69"/>
                      </a:lnTo>
                      <a:lnTo>
                        <a:pt x="549" y="69"/>
                      </a:lnTo>
                      <a:lnTo>
                        <a:pt x="551" y="69"/>
                      </a:lnTo>
                      <a:lnTo>
                        <a:pt x="552" y="69"/>
                      </a:lnTo>
                      <a:lnTo>
                        <a:pt x="553" y="69"/>
                      </a:lnTo>
                      <a:lnTo>
                        <a:pt x="555" y="69"/>
                      </a:lnTo>
                      <a:lnTo>
                        <a:pt x="556" y="69"/>
                      </a:lnTo>
                      <a:lnTo>
                        <a:pt x="558" y="69"/>
                      </a:lnTo>
                      <a:lnTo>
                        <a:pt x="559" y="69"/>
                      </a:lnTo>
                      <a:lnTo>
                        <a:pt x="560" y="69"/>
                      </a:lnTo>
                      <a:lnTo>
                        <a:pt x="562" y="68"/>
                      </a:lnTo>
                      <a:lnTo>
                        <a:pt x="563" y="68"/>
                      </a:lnTo>
                      <a:lnTo>
                        <a:pt x="565" y="68"/>
                      </a:lnTo>
                      <a:lnTo>
                        <a:pt x="566" y="68"/>
                      </a:lnTo>
                      <a:lnTo>
                        <a:pt x="567" y="68"/>
                      </a:lnTo>
                      <a:lnTo>
                        <a:pt x="569" y="68"/>
                      </a:lnTo>
                      <a:lnTo>
                        <a:pt x="570" y="68"/>
                      </a:lnTo>
                      <a:lnTo>
                        <a:pt x="572" y="68"/>
                      </a:lnTo>
                      <a:lnTo>
                        <a:pt x="573" y="68"/>
                      </a:lnTo>
                      <a:lnTo>
                        <a:pt x="574" y="68"/>
                      </a:lnTo>
                      <a:lnTo>
                        <a:pt x="576" y="67"/>
                      </a:lnTo>
                      <a:lnTo>
                        <a:pt x="577" y="67"/>
                      </a:lnTo>
                      <a:lnTo>
                        <a:pt x="579" y="67"/>
                      </a:lnTo>
                      <a:lnTo>
                        <a:pt x="580" y="67"/>
                      </a:lnTo>
                      <a:lnTo>
                        <a:pt x="581" y="67"/>
                      </a:lnTo>
                      <a:lnTo>
                        <a:pt x="583" y="67"/>
                      </a:lnTo>
                      <a:lnTo>
                        <a:pt x="584" y="34"/>
                      </a:lnTo>
                      <a:lnTo>
                        <a:pt x="586" y="69"/>
                      </a:lnTo>
                      <a:lnTo>
                        <a:pt x="587" y="67"/>
                      </a:lnTo>
                      <a:lnTo>
                        <a:pt x="588" y="67"/>
                      </a:lnTo>
                      <a:lnTo>
                        <a:pt x="590" y="67"/>
                      </a:lnTo>
                      <a:lnTo>
                        <a:pt x="591" y="67"/>
                      </a:lnTo>
                      <a:lnTo>
                        <a:pt x="593" y="67"/>
                      </a:lnTo>
                      <a:lnTo>
                        <a:pt x="594" y="67"/>
                      </a:lnTo>
                      <a:lnTo>
                        <a:pt x="595" y="68"/>
                      </a:lnTo>
                      <a:lnTo>
                        <a:pt x="597" y="68"/>
                      </a:lnTo>
                      <a:lnTo>
                        <a:pt x="598" y="68"/>
                      </a:lnTo>
                      <a:lnTo>
                        <a:pt x="600" y="68"/>
                      </a:lnTo>
                      <a:lnTo>
                        <a:pt x="601" y="68"/>
                      </a:lnTo>
                      <a:lnTo>
                        <a:pt x="603" y="69"/>
                      </a:lnTo>
                      <a:lnTo>
                        <a:pt x="604" y="69"/>
                      </a:lnTo>
                      <a:lnTo>
                        <a:pt x="605" y="69"/>
                      </a:lnTo>
                      <a:lnTo>
                        <a:pt x="607" y="69"/>
                      </a:lnTo>
                      <a:lnTo>
                        <a:pt x="608" y="69"/>
                      </a:lnTo>
                      <a:lnTo>
                        <a:pt x="610" y="70"/>
                      </a:lnTo>
                      <a:lnTo>
                        <a:pt x="611" y="70"/>
                      </a:lnTo>
                      <a:lnTo>
                        <a:pt x="612" y="70"/>
                      </a:lnTo>
                      <a:lnTo>
                        <a:pt x="614" y="70"/>
                      </a:lnTo>
                      <a:lnTo>
                        <a:pt x="615" y="70"/>
                      </a:lnTo>
                      <a:lnTo>
                        <a:pt x="617" y="70"/>
                      </a:lnTo>
                      <a:lnTo>
                        <a:pt x="618" y="71"/>
                      </a:lnTo>
                      <a:lnTo>
                        <a:pt x="619" y="71"/>
                      </a:lnTo>
                      <a:lnTo>
                        <a:pt x="621" y="71"/>
                      </a:lnTo>
                      <a:lnTo>
                        <a:pt x="622" y="71"/>
                      </a:lnTo>
                      <a:lnTo>
                        <a:pt x="624" y="71"/>
                      </a:lnTo>
                      <a:lnTo>
                        <a:pt x="625" y="71"/>
                      </a:lnTo>
                      <a:lnTo>
                        <a:pt x="626" y="71"/>
                      </a:lnTo>
                      <a:lnTo>
                        <a:pt x="628" y="72"/>
                      </a:lnTo>
                      <a:lnTo>
                        <a:pt x="629" y="72"/>
                      </a:lnTo>
                      <a:lnTo>
                        <a:pt x="631" y="72"/>
                      </a:lnTo>
                      <a:lnTo>
                        <a:pt x="632" y="72"/>
                      </a:lnTo>
                      <a:lnTo>
                        <a:pt x="633" y="72"/>
                      </a:lnTo>
                      <a:lnTo>
                        <a:pt x="635" y="72"/>
                      </a:lnTo>
                      <a:lnTo>
                        <a:pt x="636" y="72"/>
                      </a:lnTo>
                      <a:lnTo>
                        <a:pt x="638" y="72"/>
                      </a:lnTo>
                      <a:lnTo>
                        <a:pt x="639" y="73"/>
                      </a:lnTo>
                      <a:lnTo>
                        <a:pt x="640" y="73"/>
                      </a:lnTo>
                      <a:lnTo>
                        <a:pt x="642" y="73"/>
                      </a:lnTo>
                      <a:lnTo>
                        <a:pt x="643" y="73"/>
                      </a:lnTo>
                      <a:lnTo>
                        <a:pt x="645" y="73"/>
                      </a:lnTo>
                      <a:lnTo>
                        <a:pt x="646" y="73"/>
                      </a:lnTo>
                      <a:lnTo>
                        <a:pt x="647" y="73"/>
                      </a:lnTo>
                      <a:lnTo>
                        <a:pt x="649" y="73"/>
                      </a:lnTo>
                      <a:lnTo>
                        <a:pt x="650" y="74"/>
                      </a:lnTo>
                      <a:lnTo>
                        <a:pt x="652" y="74"/>
                      </a:lnTo>
                      <a:lnTo>
                        <a:pt x="653" y="74"/>
                      </a:lnTo>
                      <a:lnTo>
                        <a:pt x="654" y="74"/>
                      </a:lnTo>
                      <a:lnTo>
                        <a:pt x="656" y="74"/>
                      </a:lnTo>
                      <a:lnTo>
                        <a:pt x="657" y="74"/>
                      </a:lnTo>
                      <a:lnTo>
                        <a:pt x="659" y="74"/>
                      </a:lnTo>
                      <a:lnTo>
                        <a:pt x="660" y="74"/>
                      </a:lnTo>
                      <a:lnTo>
                        <a:pt x="661" y="74"/>
                      </a:lnTo>
                      <a:lnTo>
                        <a:pt x="663" y="75"/>
                      </a:lnTo>
                      <a:lnTo>
                        <a:pt x="664" y="75"/>
                      </a:lnTo>
                      <a:lnTo>
                        <a:pt x="666" y="75"/>
                      </a:lnTo>
                      <a:lnTo>
                        <a:pt x="667" y="75"/>
                      </a:lnTo>
                      <a:lnTo>
                        <a:pt x="669" y="75"/>
                      </a:lnTo>
                      <a:lnTo>
                        <a:pt x="670" y="75"/>
                      </a:lnTo>
                      <a:lnTo>
                        <a:pt x="671" y="75"/>
                      </a:lnTo>
                      <a:lnTo>
                        <a:pt x="673" y="75"/>
                      </a:lnTo>
                      <a:lnTo>
                        <a:pt x="674" y="75"/>
                      </a:lnTo>
                      <a:lnTo>
                        <a:pt x="676" y="75"/>
                      </a:lnTo>
                      <a:lnTo>
                        <a:pt x="677" y="75"/>
                      </a:lnTo>
                      <a:lnTo>
                        <a:pt x="678" y="75"/>
                      </a:lnTo>
                      <a:lnTo>
                        <a:pt x="680" y="76"/>
                      </a:lnTo>
                      <a:lnTo>
                        <a:pt x="681" y="76"/>
                      </a:lnTo>
                      <a:lnTo>
                        <a:pt x="683" y="76"/>
                      </a:lnTo>
                      <a:lnTo>
                        <a:pt x="684" y="76"/>
                      </a:lnTo>
                      <a:lnTo>
                        <a:pt x="685" y="76"/>
                      </a:lnTo>
                      <a:lnTo>
                        <a:pt x="687" y="76"/>
                      </a:lnTo>
                      <a:lnTo>
                        <a:pt x="688" y="76"/>
                      </a:lnTo>
                      <a:lnTo>
                        <a:pt x="690" y="76"/>
                      </a:lnTo>
                      <a:lnTo>
                        <a:pt x="691" y="76"/>
                      </a:lnTo>
                      <a:lnTo>
                        <a:pt x="692" y="76"/>
                      </a:lnTo>
                      <a:lnTo>
                        <a:pt x="694" y="76"/>
                      </a:lnTo>
                      <a:lnTo>
                        <a:pt x="695" y="76"/>
                      </a:lnTo>
                      <a:lnTo>
                        <a:pt x="697" y="76"/>
                      </a:lnTo>
                      <a:lnTo>
                        <a:pt x="698" y="76"/>
                      </a:lnTo>
                      <a:lnTo>
                        <a:pt x="699" y="77"/>
                      </a:lnTo>
                      <a:lnTo>
                        <a:pt x="701" y="77"/>
                      </a:lnTo>
                      <a:lnTo>
                        <a:pt x="702" y="77"/>
                      </a:lnTo>
                      <a:lnTo>
                        <a:pt x="704" y="77"/>
                      </a:lnTo>
                      <a:lnTo>
                        <a:pt x="705" y="77"/>
                      </a:lnTo>
                      <a:lnTo>
                        <a:pt x="706" y="77"/>
                      </a:lnTo>
                      <a:lnTo>
                        <a:pt x="708" y="77"/>
                      </a:lnTo>
                      <a:lnTo>
                        <a:pt x="709" y="77"/>
                      </a:lnTo>
                      <a:lnTo>
                        <a:pt x="711" y="77"/>
                      </a:lnTo>
                      <a:lnTo>
                        <a:pt x="712" y="77"/>
                      </a:lnTo>
                      <a:lnTo>
                        <a:pt x="713" y="77"/>
                      </a:lnTo>
                      <a:lnTo>
                        <a:pt x="715" y="77"/>
                      </a:lnTo>
                      <a:lnTo>
                        <a:pt x="716" y="77"/>
                      </a:lnTo>
                      <a:lnTo>
                        <a:pt x="718" y="77"/>
                      </a:lnTo>
                      <a:lnTo>
                        <a:pt x="719" y="77"/>
                      </a:lnTo>
                      <a:lnTo>
                        <a:pt x="720" y="77"/>
                      </a:lnTo>
                      <a:lnTo>
                        <a:pt x="722" y="77"/>
                      </a:lnTo>
                      <a:lnTo>
                        <a:pt x="723" y="78"/>
                      </a:lnTo>
                      <a:lnTo>
                        <a:pt x="725" y="78"/>
                      </a:lnTo>
                      <a:lnTo>
                        <a:pt x="726" y="78"/>
                      </a:lnTo>
                      <a:lnTo>
                        <a:pt x="728" y="78"/>
                      </a:lnTo>
                      <a:lnTo>
                        <a:pt x="729" y="78"/>
                      </a:lnTo>
                      <a:lnTo>
                        <a:pt x="730" y="78"/>
                      </a:lnTo>
                      <a:lnTo>
                        <a:pt x="732" y="78"/>
                      </a:lnTo>
                      <a:lnTo>
                        <a:pt x="733" y="78"/>
                      </a:lnTo>
                      <a:lnTo>
                        <a:pt x="735" y="78"/>
                      </a:lnTo>
                      <a:lnTo>
                        <a:pt x="736" y="78"/>
                      </a:lnTo>
                      <a:lnTo>
                        <a:pt x="737" y="78"/>
                      </a:lnTo>
                      <a:lnTo>
                        <a:pt x="739" y="78"/>
                      </a:lnTo>
                      <a:lnTo>
                        <a:pt x="740" y="78"/>
                      </a:lnTo>
                      <a:lnTo>
                        <a:pt x="742" y="78"/>
                      </a:lnTo>
                      <a:lnTo>
                        <a:pt x="743" y="78"/>
                      </a:lnTo>
                      <a:lnTo>
                        <a:pt x="744" y="78"/>
                      </a:lnTo>
                      <a:lnTo>
                        <a:pt x="746" y="78"/>
                      </a:lnTo>
                      <a:lnTo>
                        <a:pt x="747" y="78"/>
                      </a:lnTo>
                      <a:lnTo>
                        <a:pt x="749" y="78"/>
                      </a:lnTo>
                      <a:lnTo>
                        <a:pt x="750" y="78"/>
                      </a:lnTo>
                      <a:lnTo>
                        <a:pt x="751" y="79"/>
                      </a:lnTo>
                      <a:lnTo>
                        <a:pt x="753" y="79"/>
                      </a:lnTo>
                      <a:lnTo>
                        <a:pt x="754" y="79"/>
                      </a:lnTo>
                      <a:lnTo>
                        <a:pt x="756" y="79"/>
                      </a:lnTo>
                      <a:lnTo>
                        <a:pt x="757" y="79"/>
                      </a:lnTo>
                      <a:lnTo>
                        <a:pt x="758" y="79"/>
                      </a:lnTo>
                      <a:lnTo>
                        <a:pt x="760" y="79"/>
                      </a:lnTo>
                      <a:lnTo>
                        <a:pt x="761" y="79"/>
                      </a:lnTo>
                      <a:lnTo>
                        <a:pt x="763" y="79"/>
                      </a:lnTo>
                      <a:lnTo>
                        <a:pt x="764" y="79"/>
                      </a:lnTo>
                      <a:lnTo>
                        <a:pt x="765" y="79"/>
                      </a:lnTo>
                      <a:lnTo>
                        <a:pt x="767" y="79"/>
                      </a:lnTo>
                      <a:lnTo>
                        <a:pt x="768" y="79"/>
                      </a:lnTo>
                      <a:lnTo>
                        <a:pt x="770" y="79"/>
                      </a:lnTo>
                      <a:lnTo>
                        <a:pt x="771" y="79"/>
                      </a:lnTo>
                      <a:lnTo>
                        <a:pt x="772" y="79"/>
                      </a:lnTo>
                      <a:lnTo>
                        <a:pt x="774" y="79"/>
                      </a:lnTo>
                      <a:lnTo>
                        <a:pt x="775" y="79"/>
                      </a:lnTo>
                      <a:lnTo>
                        <a:pt x="777" y="79"/>
                      </a:lnTo>
                      <a:lnTo>
                        <a:pt x="778" y="79"/>
                      </a:lnTo>
                      <a:lnTo>
                        <a:pt x="779" y="79"/>
                      </a:lnTo>
                      <a:lnTo>
                        <a:pt x="781" y="79"/>
                      </a:lnTo>
                      <a:lnTo>
                        <a:pt x="782" y="79"/>
                      </a:lnTo>
                      <a:lnTo>
                        <a:pt x="784" y="79"/>
                      </a:lnTo>
                      <a:lnTo>
                        <a:pt x="785" y="79"/>
                      </a:lnTo>
                      <a:lnTo>
                        <a:pt x="786" y="79"/>
                      </a:lnTo>
                      <a:lnTo>
                        <a:pt x="788" y="79"/>
                      </a:lnTo>
                      <a:lnTo>
                        <a:pt x="789" y="79"/>
                      </a:lnTo>
                      <a:lnTo>
                        <a:pt x="791" y="79"/>
                      </a:lnTo>
                      <a:lnTo>
                        <a:pt x="792" y="80"/>
                      </a:lnTo>
                      <a:lnTo>
                        <a:pt x="794" y="80"/>
                      </a:lnTo>
                      <a:lnTo>
                        <a:pt x="795" y="80"/>
                      </a:lnTo>
                      <a:lnTo>
                        <a:pt x="796" y="80"/>
                      </a:lnTo>
                      <a:lnTo>
                        <a:pt x="798" y="80"/>
                      </a:lnTo>
                      <a:lnTo>
                        <a:pt x="799" y="80"/>
                      </a:lnTo>
                      <a:lnTo>
                        <a:pt x="801" y="80"/>
                      </a:lnTo>
                      <a:lnTo>
                        <a:pt x="802" y="80"/>
                      </a:lnTo>
                      <a:lnTo>
                        <a:pt x="803" y="80"/>
                      </a:lnTo>
                      <a:lnTo>
                        <a:pt x="805" y="80"/>
                      </a:lnTo>
                      <a:lnTo>
                        <a:pt x="806" y="80"/>
                      </a:lnTo>
                      <a:lnTo>
                        <a:pt x="808" y="80"/>
                      </a:lnTo>
                      <a:lnTo>
                        <a:pt x="809" y="80"/>
                      </a:lnTo>
                      <a:lnTo>
                        <a:pt x="810" y="80"/>
                      </a:lnTo>
                      <a:lnTo>
                        <a:pt x="812" y="80"/>
                      </a:lnTo>
                      <a:lnTo>
                        <a:pt x="813" y="80"/>
                      </a:lnTo>
                      <a:lnTo>
                        <a:pt x="815" y="80"/>
                      </a:lnTo>
                      <a:lnTo>
                        <a:pt x="816" y="80"/>
                      </a:lnTo>
                      <a:lnTo>
                        <a:pt x="817" y="80"/>
                      </a:lnTo>
                      <a:lnTo>
                        <a:pt x="819" y="80"/>
                      </a:lnTo>
                      <a:lnTo>
                        <a:pt x="820" y="80"/>
                      </a:lnTo>
                      <a:lnTo>
                        <a:pt x="822" y="80"/>
                      </a:lnTo>
                      <a:lnTo>
                        <a:pt x="823" y="80"/>
                      </a:lnTo>
                      <a:lnTo>
                        <a:pt x="824" y="80"/>
                      </a:lnTo>
                      <a:lnTo>
                        <a:pt x="826" y="80"/>
                      </a:lnTo>
                      <a:lnTo>
                        <a:pt x="827" y="80"/>
                      </a:lnTo>
                      <a:lnTo>
                        <a:pt x="829" y="80"/>
                      </a:lnTo>
                      <a:lnTo>
                        <a:pt x="830" y="80"/>
                      </a:lnTo>
                      <a:lnTo>
                        <a:pt x="831" y="80"/>
                      </a:lnTo>
                      <a:lnTo>
                        <a:pt x="833" y="80"/>
                      </a:lnTo>
                      <a:lnTo>
                        <a:pt x="834" y="80"/>
                      </a:lnTo>
                      <a:lnTo>
                        <a:pt x="836" y="80"/>
                      </a:lnTo>
                      <a:lnTo>
                        <a:pt x="837" y="80"/>
                      </a:lnTo>
                      <a:lnTo>
                        <a:pt x="838" y="80"/>
                      </a:lnTo>
                      <a:lnTo>
                        <a:pt x="840" y="80"/>
                      </a:lnTo>
                      <a:lnTo>
                        <a:pt x="841" y="80"/>
                      </a:lnTo>
                      <a:lnTo>
                        <a:pt x="843" y="80"/>
                      </a:lnTo>
                      <a:lnTo>
                        <a:pt x="844" y="80"/>
                      </a:lnTo>
                      <a:lnTo>
                        <a:pt x="845" y="80"/>
                      </a:lnTo>
                      <a:lnTo>
                        <a:pt x="847" y="80"/>
                      </a:lnTo>
                      <a:lnTo>
                        <a:pt x="848" y="80"/>
                      </a:lnTo>
                      <a:lnTo>
                        <a:pt x="850" y="80"/>
                      </a:lnTo>
                      <a:lnTo>
                        <a:pt x="851" y="80"/>
                      </a:lnTo>
                      <a:lnTo>
                        <a:pt x="852" y="80"/>
                      </a:lnTo>
                      <a:lnTo>
                        <a:pt x="854" y="80"/>
                      </a:lnTo>
                      <a:lnTo>
                        <a:pt x="855" y="80"/>
                      </a:lnTo>
                      <a:lnTo>
                        <a:pt x="857" y="80"/>
                      </a:lnTo>
                      <a:lnTo>
                        <a:pt x="858" y="80"/>
                      </a:lnTo>
                      <a:lnTo>
                        <a:pt x="860" y="81"/>
                      </a:lnTo>
                      <a:lnTo>
                        <a:pt x="861" y="81"/>
                      </a:lnTo>
                      <a:lnTo>
                        <a:pt x="862" y="81"/>
                      </a:lnTo>
                      <a:lnTo>
                        <a:pt x="864" y="81"/>
                      </a:lnTo>
                      <a:lnTo>
                        <a:pt x="865" y="81"/>
                      </a:lnTo>
                      <a:lnTo>
                        <a:pt x="867" y="81"/>
                      </a:lnTo>
                      <a:lnTo>
                        <a:pt x="868" y="81"/>
                      </a:lnTo>
                      <a:lnTo>
                        <a:pt x="869" y="81"/>
                      </a:lnTo>
                      <a:lnTo>
                        <a:pt x="871" y="81"/>
                      </a:lnTo>
                      <a:lnTo>
                        <a:pt x="872" y="81"/>
                      </a:lnTo>
                      <a:lnTo>
                        <a:pt x="874" y="81"/>
                      </a:lnTo>
                      <a:lnTo>
                        <a:pt x="875" y="81"/>
                      </a:lnTo>
                      <a:lnTo>
                        <a:pt x="876" y="81"/>
                      </a:lnTo>
                      <a:lnTo>
                        <a:pt x="878" y="81"/>
                      </a:lnTo>
                      <a:lnTo>
                        <a:pt x="879" y="81"/>
                      </a:lnTo>
                      <a:lnTo>
                        <a:pt x="881" y="81"/>
                      </a:lnTo>
                      <a:lnTo>
                        <a:pt x="882" y="81"/>
                      </a:lnTo>
                      <a:lnTo>
                        <a:pt x="883" y="81"/>
                      </a:lnTo>
                      <a:lnTo>
                        <a:pt x="885" y="81"/>
                      </a:lnTo>
                      <a:lnTo>
                        <a:pt x="886" y="81"/>
                      </a:lnTo>
                      <a:lnTo>
                        <a:pt x="888" y="81"/>
                      </a:lnTo>
                      <a:lnTo>
                        <a:pt x="889" y="81"/>
                      </a:lnTo>
                      <a:lnTo>
                        <a:pt x="890" y="81"/>
                      </a:lnTo>
                      <a:lnTo>
                        <a:pt x="892" y="81"/>
                      </a:lnTo>
                      <a:lnTo>
                        <a:pt x="893" y="81"/>
                      </a:lnTo>
                      <a:lnTo>
                        <a:pt x="895" y="81"/>
                      </a:lnTo>
                      <a:lnTo>
                        <a:pt x="896" y="81"/>
                      </a:lnTo>
                      <a:lnTo>
                        <a:pt x="897" y="81"/>
                      </a:lnTo>
                      <a:lnTo>
                        <a:pt x="899" y="81"/>
                      </a:lnTo>
                      <a:lnTo>
                        <a:pt x="900" y="81"/>
                      </a:lnTo>
                      <a:lnTo>
                        <a:pt x="902" y="81"/>
                      </a:lnTo>
                      <a:lnTo>
                        <a:pt x="903" y="81"/>
                      </a:lnTo>
                      <a:lnTo>
                        <a:pt x="904" y="81"/>
                      </a:lnTo>
                      <a:lnTo>
                        <a:pt x="906" y="81"/>
                      </a:lnTo>
                      <a:lnTo>
                        <a:pt x="907" y="81"/>
                      </a:lnTo>
                      <a:lnTo>
                        <a:pt x="909" y="81"/>
                      </a:lnTo>
                      <a:lnTo>
                        <a:pt x="910" y="81"/>
                      </a:lnTo>
                      <a:lnTo>
                        <a:pt x="911" y="81"/>
                      </a:lnTo>
                      <a:lnTo>
                        <a:pt x="913" y="81"/>
                      </a:lnTo>
                      <a:lnTo>
                        <a:pt x="914" y="81"/>
                      </a:lnTo>
                      <a:lnTo>
                        <a:pt x="916" y="81"/>
                      </a:lnTo>
                      <a:lnTo>
                        <a:pt x="917" y="81"/>
                      </a:lnTo>
                      <a:lnTo>
                        <a:pt x="919" y="81"/>
                      </a:lnTo>
                      <a:lnTo>
                        <a:pt x="920" y="81"/>
                      </a:lnTo>
                      <a:lnTo>
                        <a:pt x="921" y="81"/>
                      </a:lnTo>
                      <a:lnTo>
                        <a:pt x="923" y="81"/>
                      </a:lnTo>
                      <a:lnTo>
                        <a:pt x="924" y="81"/>
                      </a:lnTo>
                      <a:lnTo>
                        <a:pt x="926" y="81"/>
                      </a:lnTo>
                      <a:lnTo>
                        <a:pt x="927" y="81"/>
                      </a:lnTo>
                      <a:lnTo>
                        <a:pt x="928" y="81"/>
                      </a:lnTo>
                      <a:lnTo>
                        <a:pt x="930" y="81"/>
                      </a:lnTo>
                      <a:lnTo>
                        <a:pt x="931" y="81"/>
                      </a:lnTo>
                      <a:lnTo>
                        <a:pt x="933" y="81"/>
                      </a:lnTo>
                      <a:lnTo>
                        <a:pt x="934" y="81"/>
                      </a:lnTo>
                      <a:lnTo>
                        <a:pt x="935" y="81"/>
                      </a:lnTo>
                      <a:lnTo>
                        <a:pt x="937" y="81"/>
                      </a:lnTo>
                      <a:lnTo>
                        <a:pt x="938" y="81"/>
                      </a:lnTo>
                      <a:lnTo>
                        <a:pt x="940" y="81"/>
                      </a:lnTo>
                      <a:lnTo>
                        <a:pt x="941" y="81"/>
                      </a:lnTo>
                      <a:lnTo>
                        <a:pt x="942" y="81"/>
                      </a:lnTo>
                      <a:lnTo>
                        <a:pt x="944" y="81"/>
                      </a:lnTo>
                      <a:lnTo>
                        <a:pt x="945" y="81"/>
                      </a:lnTo>
                      <a:lnTo>
                        <a:pt x="947" y="81"/>
                      </a:lnTo>
                      <a:lnTo>
                        <a:pt x="948" y="81"/>
                      </a:lnTo>
                      <a:lnTo>
                        <a:pt x="949" y="81"/>
                      </a:lnTo>
                      <a:lnTo>
                        <a:pt x="951" y="81"/>
                      </a:lnTo>
                      <a:lnTo>
                        <a:pt x="952" y="81"/>
                      </a:lnTo>
                      <a:lnTo>
                        <a:pt x="954" y="81"/>
                      </a:lnTo>
                      <a:lnTo>
                        <a:pt x="955" y="81"/>
                      </a:lnTo>
                      <a:lnTo>
                        <a:pt x="956" y="81"/>
                      </a:lnTo>
                      <a:lnTo>
                        <a:pt x="958" y="81"/>
                      </a:lnTo>
                      <a:lnTo>
                        <a:pt x="959" y="81"/>
                      </a:lnTo>
                      <a:lnTo>
                        <a:pt x="961" y="81"/>
                      </a:lnTo>
                      <a:lnTo>
                        <a:pt x="962" y="81"/>
                      </a:lnTo>
                      <a:lnTo>
                        <a:pt x="963" y="81"/>
                      </a:lnTo>
                      <a:lnTo>
                        <a:pt x="965" y="81"/>
                      </a:lnTo>
                      <a:lnTo>
                        <a:pt x="966" y="81"/>
                      </a:lnTo>
                      <a:lnTo>
                        <a:pt x="968" y="81"/>
                      </a:lnTo>
                      <a:lnTo>
                        <a:pt x="969" y="81"/>
                      </a:lnTo>
                      <a:lnTo>
                        <a:pt x="970" y="81"/>
                      </a:lnTo>
                      <a:lnTo>
                        <a:pt x="972" y="81"/>
                      </a:lnTo>
                      <a:lnTo>
                        <a:pt x="973" y="81"/>
                      </a:lnTo>
                      <a:lnTo>
                        <a:pt x="975" y="81"/>
                      </a:lnTo>
                      <a:lnTo>
                        <a:pt x="976" y="81"/>
                      </a:lnTo>
                      <a:lnTo>
                        <a:pt x="977" y="81"/>
                      </a:lnTo>
                      <a:lnTo>
                        <a:pt x="979" y="81"/>
                      </a:lnTo>
                      <a:lnTo>
                        <a:pt x="980" y="81"/>
                      </a:lnTo>
                      <a:lnTo>
                        <a:pt x="982" y="81"/>
                      </a:lnTo>
                      <a:lnTo>
                        <a:pt x="983" y="81"/>
                      </a:lnTo>
                      <a:lnTo>
                        <a:pt x="985" y="81"/>
                      </a:lnTo>
                      <a:lnTo>
                        <a:pt x="986" y="81"/>
                      </a:lnTo>
                      <a:lnTo>
                        <a:pt x="987" y="81"/>
                      </a:lnTo>
                      <a:lnTo>
                        <a:pt x="989" y="81"/>
                      </a:lnTo>
                      <a:lnTo>
                        <a:pt x="990" y="81"/>
                      </a:lnTo>
                      <a:lnTo>
                        <a:pt x="992" y="81"/>
                      </a:lnTo>
                      <a:lnTo>
                        <a:pt x="993" y="81"/>
                      </a:lnTo>
                      <a:lnTo>
                        <a:pt x="994" y="81"/>
                      </a:lnTo>
                      <a:lnTo>
                        <a:pt x="996" y="81"/>
                      </a:lnTo>
                      <a:lnTo>
                        <a:pt x="997" y="81"/>
                      </a:lnTo>
                      <a:lnTo>
                        <a:pt x="999" y="81"/>
                      </a:lnTo>
                      <a:lnTo>
                        <a:pt x="1000" y="81"/>
                      </a:lnTo>
                      <a:lnTo>
                        <a:pt x="1001" y="81"/>
                      </a:lnTo>
                      <a:lnTo>
                        <a:pt x="1003" y="81"/>
                      </a:lnTo>
                      <a:lnTo>
                        <a:pt x="1004" y="81"/>
                      </a:lnTo>
                      <a:lnTo>
                        <a:pt x="1006" y="81"/>
                      </a:lnTo>
                      <a:lnTo>
                        <a:pt x="1007" y="81"/>
                      </a:lnTo>
                      <a:lnTo>
                        <a:pt x="1008" y="81"/>
                      </a:lnTo>
                      <a:lnTo>
                        <a:pt x="1010" y="81"/>
                      </a:lnTo>
                      <a:lnTo>
                        <a:pt x="1011" y="81"/>
                      </a:lnTo>
                      <a:lnTo>
                        <a:pt x="1013" y="81"/>
                      </a:lnTo>
                      <a:lnTo>
                        <a:pt x="1014" y="81"/>
                      </a:lnTo>
                      <a:lnTo>
                        <a:pt x="1015" y="81"/>
                      </a:lnTo>
                      <a:lnTo>
                        <a:pt x="1017" y="81"/>
                      </a:lnTo>
                      <a:lnTo>
                        <a:pt x="1018" y="81"/>
                      </a:lnTo>
                      <a:lnTo>
                        <a:pt x="1020" y="81"/>
                      </a:lnTo>
                      <a:lnTo>
                        <a:pt x="1021" y="81"/>
                      </a:lnTo>
                      <a:lnTo>
                        <a:pt x="1022" y="81"/>
                      </a:lnTo>
                      <a:lnTo>
                        <a:pt x="1024" y="81"/>
                      </a:lnTo>
                      <a:lnTo>
                        <a:pt x="1025" y="81"/>
                      </a:lnTo>
                      <a:lnTo>
                        <a:pt x="1027" y="81"/>
                      </a:lnTo>
                      <a:lnTo>
                        <a:pt x="1028" y="81"/>
                      </a:lnTo>
                      <a:lnTo>
                        <a:pt x="1029" y="81"/>
                      </a:lnTo>
                      <a:lnTo>
                        <a:pt x="1031" y="81"/>
                      </a:lnTo>
                      <a:lnTo>
                        <a:pt x="1032" y="81"/>
                      </a:lnTo>
                      <a:lnTo>
                        <a:pt x="1034" y="81"/>
                      </a:lnTo>
                      <a:lnTo>
                        <a:pt x="1035" y="81"/>
                      </a:lnTo>
                      <a:lnTo>
                        <a:pt x="1036" y="81"/>
                      </a:lnTo>
                      <a:lnTo>
                        <a:pt x="1038" y="81"/>
                      </a:lnTo>
                      <a:lnTo>
                        <a:pt x="1039" y="81"/>
                      </a:lnTo>
                      <a:lnTo>
                        <a:pt x="1041" y="81"/>
                      </a:lnTo>
                      <a:lnTo>
                        <a:pt x="1042" y="81"/>
                      </a:lnTo>
                      <a:lnTo>
                        <a:pt x="1043" y="81"/>
                      </a:lnTo>
                      <a:lnTo>
                        <a:pt x="1045" y="81"/>
                      </a:lnTo>
                      <a:lnTo>
                        <a:pt x="1046" y="81"/>
                      </a:lnTo>
                      <a:lnTo>
                        <a:pt x="1048" y="81"/>
                      </a:lnTo>
                      <a:lnTo>
                        <a:pt x="1049" y="81"/>
                      </a:lnTo>
                      <a:lnTo>
                        <a:pt x="1051" y="81"/>
                      </a:lnTo>
                      <a:lnTo>
                        <a:pt x="1052" y="81"/>
                      </a:lnTo>
                      <a:lnTo>
                        <a:pt x="1053" y="81"/>
                      </a:lnTo>
                      <a:lnTo>
                        <a:pt x="1055" y="81"/>
                      </a:lnTo>
                      <a:lnTo>
                        <a:pt x="1056" y="81"/>
                      </a:lnTo>
                      <a:lnTo>
                        <a:pt x="1058" y="81"/>
                      </a:lnTo>
                      <a:lnTo>
                        <a:pt x="1059" y="81"/>
                      </a:lnTo>
                      <a:lnTo>
                        <a:pt x="1060" y="81"/>
                      </a:lnTo>
                      <a:lnTo>
                        <a:pt x="1062" y="81"/>
                      </a:lnTo>
                      <a:lnTo>
                        <a:pt x="1063" y="81"/>
                      </a:lnTo>
                      <a:lnTo>
                        <a:pt x="1065" y="81"/>
                      </a:lnTo>
                      <a:lnTo>
                        <a:pt x="1066" y="81"/>
                      </a:lnTo>
                      <a:lnTo>
                        <a:pt x="1067" y="81"/>
                      </a:lnTo>
                      <a:lnTo>
                        <a:pt x="1069" y="81"/>
                      </a:lnTo>
                      <a:lnTo>
                        <a:pt x="1070" y="81"/>
                      </a:lnTo>
                      <a:lnTo>
                        <a:pt x="1072" y="81"/>
                      </a:lnTo>
                      <a:lnTo>
                        <a:pt x="1073" y="81"/>
                      </a:lnTo>
                      <a:lnTo>
                        <a:pt x="1074" y="81"/>
                      </a:lnTo>
                      <a:lnTo>
                        <a:pt x="1076" y="81"/>
                      </a:lnTo>
                      <a:lnTo>
                        <a:pt x="1077" y="81"/>
                      </a:lnTo>
                      <a:lnTo>
                        <a:pt x="1079" y="81"/>
                      </a:lnTo>
                      <a:lnTo>
                        <a:pt x="1080" y="81"/>
                      </a:lnTo>
                      <a:lnTo>
                        <a:pt x="1081" y="81"/>
                      </a:lnTo>
                      <a:lnTo>
                        <a:pt x="1083" y="81"/>
                      </a:lnTo>
                      <a:lnTo>
                        <a:pt x="1084" y="81"/>
                      </a:lnTo>
                      <a:lnTo>
                        <a:pt x="1086" y="81"/>
                      </a:lnTo>
                      <a:lnTo>
                        <a:pt x="1087" y="81"/>
                      </a:lnTo>
                      <a:lnTo>
                        <a:pt x="1088" y="81"/>
                      </a:lnTo>
                      <a:lnTo>
                        <a:pt x="1090" y="81"/>
                      </a:lnTo>
                      <a:lnTo>
                        <a:pt x="1091" y="81"/>
                      </a:lnTo>
                      <a:lnTo>
                        <a:pt x="1093" y="81"/>
                      </a:lnTo>
                      <a:lnTo>
                        <a:pt x="1094" y="81"/>
                      </a:lnTo>
                      <a:lnTo>
                        <a:pt x="1095" y="81"/>
                      </a:lnTo>
                      <a:lnTo>
                        <a:pt x="1097" y="81"/>
                      </a:lnTo>
                      <a:lnTo>
                        <a:pt x="1098" y="81"/>
                      </a:lnTo>
                      <a:lnTo>
                        <a:pt x="1100" y="81"/>
                      </a:lnTo>
                      <a:lnTo>
                        <a:pt x="1101" y="81"/>
                      </a:lnTo>
                      <a:lnTo>
                        <a:pt x="1102" y="81"/>
                      </a:lnTo>
                      <a:lnTo>
                        <a:pt x="1104" y="81"/>
                      </a:lnTo>
                      <a:lnTo>
                        <a:pt x="1105" y="81"/>
                      </a:lnTo>
                      <a:lnTo>
                        <a:pt x="1107" y="81"/>
                      </a:lnTo>
                      <a:lnTo>
                        <a:pt x="1108" y="81"/>
                      </a:lnTo>
                      <a:lnTo>
                        <a:pt x="1110" y="81"/>
                      </a:lnTo>
                      <a:lnTo>
                        <a:pt x="1111" y="81"/>
                      </a:lnTo>
                      <a:lnTo>
                        <a:pt x="1112" y="81"/>
                      </a:lnTo>
                      <a:lnTo>
                        <a:pt x="1114" y="81"/>
                      </a:lnTo>
                      <a:lnTo>
                        <a:pt x="1115" y="81"/>
                      </a:lnTo>
                      <a:lnTo>
                        <a:pt x="1117" y="81"/>
                      </a:lnTo>
                      <a:lnTo>
                        <a:pt x="1118" y="81"/>
                      </a:lnTo>
                      <a:lnTo>
                        <a:pt x="1119" y="81"/>
                      </a:lnTo>
                      <a:lnTo>
                        <a:pt x="1121" y="81"/>
                      </a:lnTo>
                      <a:lnTo>
                        <a:pt x="1122" y="81"/>
                      </a:lnTo>
                      <a:lnTo>
                        <a:pt x="1124" y="81"/>
                      </a:lnTo>
                      <a:lnTo>
                        <a:pt x="1125" y="81"/>
                      </a:lnTo>
                      <a:lnTo>
                        <a:pt x="1126" y="81"/>
                      </a:lnTo>
                      <a:lnTo>
                        <a:pt x="1128" y="81"/>
                      </a:lnTo>
                      <a:lnTo>
                        <a:pt x="1129" y="81"/>
                      </a:lnTo>
                      <a:lnTo>
                        <a:pt x="1131" y="81"/>
                      </a:lnTo>
                      <a:lnTo>
                        <a:pt x="1132" y="81"/>
                      </a:lnTo>
                      <a:lnTo>
                        <a:pt x="1133" y="81"/>
                      </a:lnTo>
                      <a:lnTo>
                        <a:pt x="1135" y="81"/>
                      </a:lnTo>
                      <a:lnTo>
                        <a:pt x="1136" y="81"/>
                      </a:lnTo>
                      <a:lnTo>
                        <a:pt x="1138" y="81"/>
                      </a:lnTo>
                      <a:lnTo>
                        <a:pt x="1139" y="81"/>
                      </a:lnTo>
                      <a:lnTo>
                        <a:pt x="1140" y="81"/>
                      </a:lnTo>
                      <a:lnTo>
                        <a:pt x="1142" y="81"/>
                      </a:lnTo>
                      <a:lnTo>
                        <a:pt x="1143" y="81"/>
                      </a:lnTo>
                      <a:lnTo>
                        <a:pt x="1145" y="81"/>
                      </a:lnTo>
                      <a:lnTo>
                        <a:pt x="1146" y="81"/>
                      </a:lnTo>
                      <a:lnTo>
                        <a:pt x="1147" y="81"/>
                      </a:lnTo>
                      <a:lnTo>
                        <a:pt x="1149" y="81"/>
                      </a:lnTo>
                      <a:lnTo>
                        <a:pt x="1150" y="81"/>
                      </a:lnTo>
                      <a:lnTo>
                        <a:pt x="1152" y="81"/>
                      </a:lnTo>
                      <a:lnTo>
                        <a:pt x="1153" y="81"/>
                      </a:lnTo>
                      <a:lnTo>
                        <a:pt x="1154" y="81"/>
                      </a:lnTo>
                      <a:lnTo>
                        <a:pt x="1156" y="81"/>
                      </a:lnTo>
                      <a:lnTo>
                        <a:pt x="1157" y="81"/>
                      </a:lnTo>
                      <a:lnTo>
                        <a:pt x="1159" y="81"/>
                      </a:lnTo>
                      <a:lnTo>
                        <a:pt x="1160" y="81"/>
                      </a:lnTo>
                      <a:lnTo>
                        <a:pt x="1161" y="81"/>
                      </a:lnTo>
                      <a:lnTo>
                        <a:pt x="1163" y="81"/>
                      </a:lnTo>
                      <a:lnTo>
                        <a:pt x="1164" y="81"/>
                      </a:lnTo>
                      <a:lnTo>
                        <a:pt x="1166" y="81"/>
                      </a:lnTo>
                      <a:lnTo>
                        <a:pt x="1167" y="81"/>
                      </a:lnTo>
                      <a:lnTo>
                        <a:pt x="1168" y="81"/>
                      </a:lnTo>
                      <a:lnTo>
                        <a:pt x="1170" y="81"/>
                      </a:lnTo>
                      <a:lnTo>
                        <a:pt x="1171" y="81"/>
                      </a:lnTo>
                      <a:lnTo>
                        <a:pt x="1173" y="81"/>
                      </a:lnTo>
                      <a:lnTo>
                        <a:pt x="1174" y="81"/>
                      </a:lnTo>
                      <a:lnTo>
                        <a:pt x="1176" y="81"/>
                      </a:lnTo>
                      <a:lnTo>
                        <a:pt x="1177" y="81"/>
                      </a:lnTo>
                      <a:lnTo>
                        <a:pt x="1178" y="81"/>
                      </a:lnTo>
                      <a:lnTo>
                        <a:pt x="1180" y="81"/>
                      </a:lnTo>
                      <a:lnTo>
                        <a:pt x="1181" y="81"/>
                      </a:lnTo>
                      <a:lnTo>
                        <a:pt x="1183" y="81"/>
                      </a:lnTo>
                      <a:lnTo>
                        <a:pt x="1184" y="81"/>
                      </a:lnTo>
                      <a:lnTo>
                        <a:pt x="1185" y="81"/>
                      </a:lnTo>
                      <a:lnTo>
                        <a:pt x="1187" y="81"/>
                      </a:lnTo>
                      <a:lnTo>
                        <a:pt x="1188" y="81"/>
                      </a:lnTo>
                      <a:lnTo>
                        <a:pt x="1190" y="81"/>
                      </a:lnTo>
                      <a:lnTo>
                        <a:pt x="1191" y="81"/>
                      </a:lnTo>
                      <a:lnTo>
                        <a:pt x="1192" y="81"/>
                      </a:lnTo>
                      <a:lnTo>
                        <a:pt x="1194" y="81"/>
                      </a:lnTo>
                      <a:lnTo>
                        <a:pt x="1195" y="81"/>
                      </a:lnTo>
                      <a:lnTo>
                        <a:pt x="1197" y="81"/>
                      </a:lnTo>
                      <a:lnTo>
                        <a:pt x="1198" y="81"/>
                      </a:lnTo>
                      <a:lnTo>
                        <a:pt x="1199" y="81"/>
                      </a:lnTo>
                      <a:lnTo>
                        <a:pt x="1201" y="81"/>
                      </a:lnTo>
                      <a:lnTo>
                        <a:pt x="1202" y="81"/>
                      </a:lnTo>
                      <a:lnTo>
                        <a:pt x="1204" y="81"/>
                      </a:lnTo>
                      <a:lnTo>
                        <a:pt x="1205" y="81"/>
                      </a:lnTo>
                      <a:lnTo>
                        <a:pt x="1206" y="81"/>
                      </a:lnTo>
                      <a:lnTo>
                        <a:pt x="1208" y="81"/>
                      </a:lnTo>
                      <a:lnTo>
                        <a:pt x="1209" y="81"/>
                      </a:lnTo>
                      <a:lnTo>
                        <a:pt x="1211" y="81"/>
                      </a:lnTo>
                      <a:lnTo>
                        <a:pt x="1212" y="81"/>
                      </a:lnTo>
                      <a:lnTo>
                        <a:pt x="1213" y="81"/>
                      </a:lnTo>
                      <a:lnTo>
                        <a:pt x="1215" y="81"/>
                      </a:lnTo>
                      <a:lnTo>
                        <a:pt x="1216" y="81"/>
                      </a:lnTo>
                      <a:lnTo>
                        <a:pt x="1218" y="81"/>
                      </a:lnTo>
                      <a:lnTo>
                        <a:pt x="1219" y="81"/>
                      </a:lnTo>
                      <a:lnTo>
                        <a:pt x="1220" y="81"/>
                      </a:lnTo>
                      <a:lnTo>
                        <a:pt x="1222" y="81"/>
                      </a:lnTo>
                      <a:lnTo>
                        <a:pt x="1223" y="81"/>
                      </a:lnTo>
                      <a:lnTo>
                        <a:pt x="1225" y="81"/>
                      </a:lnTo>
                      <a:lnTo>
                        <a:pt x="1226" y="81"/>
                      </a:lnTo>
                      <a:lnTo>
                        <a:pt x="1227" y="81"/>
                      </a:lnTo>
                      <a:lnTo>
                        <a:pt x="1229" y="81"/>
                      </a:lnTo>
                      <a:lnTo>
                        <a:pt x="1230" y="81"/>
                      </a:lnTo>
                      <a:lnTo>
                        <a:pt x="1232" y="81"/>
                      </a:lnTo>
                      <a:lnTo>
                        <a:pt x="1233" y="81"/>
                      </a:lnTo>
                      <a:lnTo>
                        <a:pt x="1235" y="81"/>
                      </a:lnTo>
                      <a:lnTo>
                        <a:pt x="1236" y="81"/>
                      </a:lnTo>
                      <a:lnTo>
                        <a:pt x="1237" y="81"/>
                      </a:lnTo>
                      <a:lnTo>
                        <a:pt x="1239" y="81"/>
                      </a:lnTo>
                      <a:lnTo>
                        <a:pt x="1240" y="81"/>
                      </a:lnTo>
                      <a:lnTo>
                        <a:pt x="1242" y="81"/>
                      </a:lnTo>
                      <a:lnTo>
                        <a:pt x="1243" y="81"/>
                      </a:lnTo>
                      <a:lnTo>
                        <a:pt x="1244" y="81"/>
                      </a:lnTo>
                      <a:lnTo>
                        <a:pt x="1246" y="81"/>
                      </a:lnTo>
                      <a:lnTo>
                        <a:pt x="1247" y="81"/>
                      </a:lnTo>
                      <a:lnTo>
                        <a:pt x="1249" y="81"/>
                      </a:lnTo>
                      <a:lnTo>
                        <a:pt x="1250" y="81"/>
                      </a:lnTo>
                      <a:lnTo>
                        <a:pt x="1251" y="81"/>
                      </a:lnTo>
                      <a:lnTo>
                        <a:pt x="1253" y="81"/>
                      </a:lnTo>
                      <a:lnTo>
                        <a:pt x="1254" y="81"/>
                      </a:lnTo>
                      <a:lnTo>
                        <a:pt x="1256" y="81"/>
                      </a:lnTo>
                      <a:lnTo>
                        <a:pt x="1257" y="81"/>
                      </a:lnTo>
                      <a:lnTo>
                        <a:pt x="1258" y="81"/>
                      </a:lnTo>
                      <a:lnTo>
                        <a:pt x="1260" y="81"/>
                      </a:lnTo>
                      <a:lnTo>
                        <a:pt x="1261" y="81"/>
                      </a:lnTo>
                      <a:lnTo>
                        <a:pt x="1263" y="81"/>
                      </a:lnTo>
                      <a:lnTo>
                        <a:pt x="1264" y="81"/>
                      </a:lnTo>
                      <a:lnTo>
                        <a:pt x="1265" y="81"/>
                      </a:lnTo>
                      <a:lnTo>
                        <a:pt x="1267" y="81"/>
                      </a:lnTo>
                      <a:lnTo>
                        <a:pt x="1268" y="81"/>
                      </a:lnTo>
                      <a:lnTo>
                        <a:pt x="1270" y="81"/>
                      </a:lnTo>
                      <a:lnTo>
                        <a:pt x="1271" y="81"/>
                      </a:lnTo>
                      <a:lnTo>
                        <a:pt x="1272" y="81"/>
                      </a:lnTo>
                      <a:lnTo>
                        <a:pt x="1274" y="81"/>
                      </a:lnTo>
                      <a:lnTo>
                        <a:pt x="1275" y="81"/>
                      </a:lnTo>
                      <a:lnTo>
                        <a:pt x="1277" y="81"/>
                      </a:lnTo>
                      <a:lnTo>
                        <a:pt x="1278" y="81"/>
                      </a:lnTo>
                      <a:lnTo>
                        <a:pt x="1279" y="81"/>
                      </a:lnTo>
                      <a:lnTo>
                        <a:pt x="1281" y="81"/>
                      </a:lnTo>
                      <a:lnTo>
                        <a:pt x="1282" y="81"/>
                      </a:lnTo>
                      <a:lnTo>
                        <a:pt x="1284" y="81"/>
                      </a:lnTo>
                      <a:lnTo>
                        <a:pt x="1285" y="81"/>
                      </a:lnTo>
                      <a:lnTo>
                        <a:pt x="1286" y="81"/>
                      </a:lnTo>
                      <a:lnTo>
                        <a:pt x="1288" y="81"/>
                      </a:lnTo>
                      <a:lnTo>
                        <a:pt x="1289" y="81"/>
                      </a:lnTo>
                      <a:lnTo>
                        <a:pt x="1291" y="81"/>
                      </a:lnTo>
                      <a:lnTo>
                        <a:pt x="1292" y="81"/>
                      </a:lnTo>
                      <a:lnTo>
                        <a:pt x="1293" y="81"/>
                      </a:lnTo>
                      <a:lnTo>
                        <a:pt x="1295" y="81"/>
                      </a:lnTo>
                      <a:lnTo>
                        <a:pt x="1296" y="81"/>
                      </a:lnTo>
                      <a:lnTo>
                        <a:pt x="1298" y="81"/>
                      </a:lnTo>
                      <a:lnTo>
                        <a:pt x="1299" y="81"/>
                      </a:lnTo>
                      <a:lnTo>
                        <a:pt x="1301" y="81"/>
                      </a:lnTo>
                      <a:lnTo>
                        <a:pt x="1302" y="81"/>
                      </a:lnTo>
                      <a:lnTo>
                        <a:pt x="1303" y="81"/>
                      </a:lnTo>
                      <a:lnTo>
                        <a:pt x="1305" y="81"/>
                      </a:lnTo>
                      <a:lnTo>
                        <a:pt x="1306" y="81"/>
                      </a:lnTo>
                      <a:lnTo>
                        <a:pt x="1308" y="81"/>
                      </a:lnTo>
                      <a:lnTo>
                        <a:pt x="1309" y="81"/>
                      </a:lnTo>
                      <a:lnTo>
                        <a:pt x="1310" y="81"/>
                      </a:lnTo>
                      <a:lnTo>
                        <a:pt x="1312" y="81"/>
                      </a:lnTo>
                      <a:lnTo>
                        <a:pt x="1313" y="81"/>
                      </a:lnTo>
                      <a:lnTo>
                        <a:pt x="1315" y="81"/>
                      </a:lnTo>
                      <a:lnTo>
                        <a:pt x="1316" y="81"/>
                      </a:lnTo>
                      <a:lnTo>
                        <a:pt x="1317" y="81"/>
                      </a:lnTo>
                      <a:lnTo>
                        <a:pt x="1319" y="81"/>
                      </a:lnTo>
                      <a:lnTo>
                        <a:pt x="1320" y="81"/>
                      </a:lnTo>
                      <a:lnTo>
                        <a:pt x="1322" y="81"/>
                      </a:lnTo>
                      <a:lnTo>
                        <a:pt x="1323" y="81"/>
                      </a:lnTo>
                      <a:lnTo>
                        <a:pt x="1324" y="81"/>
                      </a:lnTo>
                      <a:lnTo>
                        <a:pt x="1326" y="81"/>
                      </a:lnTo>
                      <a:lnTo>
                        <a:pt x="1327" y="81"/>
                      </a:lnTo>
                      <a:lnTo>
                        <a:pt x="1329" y="81"/>
                      </a:lnTo>
                      <a:lnTo>
                        <a:pt x="1330" y="81"/>
                      </a:lnTo>
                      <a:lnTo>
                        <a:pt x="1331" y="81"/>
                      </a:lnTo>
                      <a:lnTo>
                        <a:pt x="1333" y="81"/>
                      </a:lnTo>
                      <a:lnTo>
                        <a:pt x="1334" y="81"/>
                      </a:lnTo>
                      <a:lnTo>
                        <a:pt x="1336" y="81"/>
                      </a:lnTo>
                      <a:lnTo>
                        <a:pt x="1337" y="81"/>
                      </a:lnTo>
                      <a:lnTo>
                        <a:pt x="1338" y="81"/>
                      </a:lnTo>
                      <a:lnTo>
                        <a:pt x="1340" y="81"/>
                      </a:lnTo>
                      <a:lnTo>
                        <a:pt x="1341" y="81"/>
                      </a:lnTo>
                      <a:lnTo>
                        <a:pt x="1343" y="81"/>
                      </a:lnTo>
                      <a:lnTo>
                        <a:pt x="1344" y="81"/>
                      </a:lnTo>
                      <a:lnTo>
                        <a:pt x="1345" y="81"/>
                      </a:lnTo>
                      <a:lnTo>
                        <a:pt x="1347" y="81"/>
                      </a:lnTo>
                      <a:lnTo>
                        <a:pt x="1348" y="81"/>
                      </a:lnTo>
                      <a:lnTo>
                        <a:pt x="1350" y="81"/>
                      </a:lnTo>
                      <a:lnTo>
                        <a:pt x="1351" y="81"/>
                      </a:lnTo>
                      <a:lnTo>
                        <a:pt x="1352" y="81"/>
                      </a:lnTo>
                      <a:lnTo>
                        <a:pt x="1354" y="81"/>
                      </a:lnTo>
                      <a:lnTo>
                        <a:pt x="1355" y="81"/>
                      </a:lnTo>
                      <a:lnTo>
                        <a:pt x="1357" y="81"/>
                      </a:lnTo>
                      <a:lnTo>
                        <a:pt x="1358" y="81"/>
                      </a:lnTo>
                      <a:lnTo>
                        <a:pt x="1359" y="81"/>
                      </a:lnTo>
                      <a:lnTo>
                        <a:pt x="1361" y="81"/>
                      </a:lnTo>
                      <a:lnTo>
                        <a:pt x="1362" y="81"/>
                      </a:lnTo>
                      <a:lnTo>
                        <a:pt x="1364" y="81"/>
                      </a:lnTo>
                      <a:lnTo>
                        <a:pt x="1365" y="81"/>
                      </a:lnTo>
                      <a:lnTo>
                        <a:pt x="1367" y="81"/>
                      </a:lnTo>
                      <a:lnTo>
                        <a:pt x="1368" y="80"/>
                      </a:lnTo>
                      <a:lnTo>
                        <a:pt x="1369" y="80"/>
                      </a:lnTo>
                      <a:lnTo>
                        <a:pt x="1371" y="80"/>
                      </a:lnTo>
                      <a:lnTo>
                        <a:pt x="1372" y="80"/>
                      </a:lnTo>
                      <a:lnTo>
                        <a:pt x="1374" y="80"/>
                      </a:lnTo>
                      <a:lnTo>
                        <a:pt x="1375" y="80"/>
                      </a:lnTo>
                      <a:lnTo>
                        <a:pt x="1376" y="80"/>
                      </a:lnTo>
                      <a:lnTo>
                        <a:pt x="1378" y="80"/>
                      </a:lnTo>
                      <a:lnTo>
                        <a:pt x="1379" y="80"/>
                      </a:lnTo>
                      <a:lnTo>
                        <a:pt x="1381" y="80"/>
                      </a:lnTo>
                      <a:lnTo>
                        <a:pt x="1382" y="80"/>
                      </a:lnTo>
                      <a:lnTo>
                        <a:pt x="1383" y="80"/>
                      </a:lnTo>
                      <a:lnTo>
                        <a:pt x="1385" y="80"/>
                      </a:lnTo>
                      <a:lnTo>
                        <a:pt x="1386" y="80"/>
                      </a:lnTo>
                      <a:lnTo>
                        <a:pt x="1388" y="80"/>
                      </a:lnTo>
                      <a:lnTo>
                        <a:pt x="1389" y="80"/>
                      </a:lnTo>
                      <a:lnTo>
                        <a:pt x="1390" y="80"/>
                      </a:lnTo>
                      <a:lnTo>
                        <a:pt x="1392" y="80"/>
                      </a:lnTo>
                      <a:lnTo>
                        <a:pt x="1393" y="80"/>
                      </a:lnTo>
                      <a:lnTo>
                        <a:pt x="1395" y="80"/>
                      </a:lnTo>
                      <a:lnTo>
                        <a:pt x="1396" y="80"/>
                      </a:lnTo>
                      <a:lnTo>
                        <a:pt x="1397" y="80"/>
                      </a:lnTo>
                      <a:lnTo>
                        <a:pt x="1399" y="80"/>
                      </a:lnTo>
                      <a:lnTo>
                        <a:pt x="1400" y="80"/>
                      </a:lnTo>
                      <a:lnTo>
                        <a:pt x="1402" y="80"/>
                      </a:lnTo>
                      <a:lnTo>
                        <a:pt x="1403" y="80"/>
                      </a:lnTo>
                      <a:lnTo>
                        <a:pt x="1404" y="80"/>
                      </a:lnTo>
                      <a:lnTo>
                        <a:pt x="1406" y="80"/>
                      </a:lnTo>
                      <a:lnTo>
                        <a:pt x="1407" y="80"/>
                      </a:lnTo>
                      <a:lnTo>
                        <a:pt x="1409" y="80"/>
                      </a:lnTo>
                      <a:lnTo>
                        <a:pt x="1410" y="80"/>
                      </a:lnTo>
                      <a:lnTo>
                        <a:pt x="1411" y="80"/>
                      </a:lnTo>
                      <a:lnTo>
                        <a:pt x="1413" y="80"/>
                      </a:lnTo>
                      <a:lnTo>
                        <a:pt x="1414" y="80"/>
                      </a:lnTo>
                      <a:lnTo>
                        <a:pt x="1416" y="80"/>
                      </a:lnTo>
                      <a:lnTo>
                        <a:pt x="1417" y="80"/>
                      </a:lnTo>
                      <a:lnTo>
                        <a:pt x="1418" y="80"/>
                      </a:lnTo>
                      <a:lnTo>
                        <a:pt x="1420" y="80"/>
                      </a:lnTo>
                      <a:lnTo>
                        <a:pt x="1421" y="80"/>
                      </a:lnTo>
                      <a:lnTo>
                        <a:pt x="1423" y="80"/>
                      </a:lnTo>
                      <a:lnTo>
                        <a:pt x="1424" y="80"/>
                      </a:lnTo>
                      <a:lnTo>
                        <a:pt x="1426" y="80"/>
                      </a:lnTo>
                      <a:lnTo>
                        <a:pt x="1427" y="80"/>
                      </a:lnTo>
                      <a:lnTo>
                        <a:pt x="1428" y="80"/>
                      </a:lnTo>
                      <a:lnTo>
                        <a:pt x="1430" y="80"/>
                      </a:lnTo>
                      <a:lnTo>
                        <a:pt x="1431" y="80"/>
                      </a:lnTo>
                      <a:lnTo>
                        <a:pt x="1433" y="80"/>
                      </a:lnTo>
                      <a:lnTo>
                        <a:pt x="1434" y="80"/>
                      </a:lnTo>
                      <a:lnTo>
                        <a:pt x="1435" y="80"/>
                      </a:lnTo>
                      <a:lnTo>
                        <a:pt x="1437" y="80"/>
                      </a:lnTo>
                      <a:lnTo>
                        <a:pt x="1438" y="80"/>
                      </a:lnTo>
                      <a:lnTo>
                        <a:pt x="1440" y="80"/>
                      </a:lnTo>
                      <a:lnTo>
                        <a:pt x="1441" y="80"/>
                      </a:lnTo>
                      <a:lnTo>
                        <a:pt x="1442" y="80"/>
                      </a:lnTo>
                      <a:lnTo>
                        <a:pt x="1444" y="80"/>
                      </a:lnTo>
                      <a:lnTo>
                        <a:pt x="1445" y="80"/>
                      </a:lnTo>
                      <a:lnTo>
                        <a:pt x="1447" y="80"/>
                      </a:lnTo>
                      <a:lnTo>
                        <a:pt x="1448" y="80"/>
                      </a:lnTo>
                      <a:lnTo>
                        <a:pt x="1449" y="80"/>
                      </a:lnTo>
                      <a:lnTo>
                        <a:pt x="1451" y="80"/>
                      </a:lnTo>
                      <a:lnTo>
                        <a:pt x="1452" y="80"/>
                      </a:lnTo>
                      <a:lnTo>
                        <a:pt x="1454" y="80"/>
                      </a:lnTo>
                      <a:lnTo>
                        <a:pt x="1455" y="80"/>
                      </a:lnTo>
                      <a:lnTo>
                        <a:pt x="1456" y="80"/>
                      </a:lnTo>
                      <a:lnTo>
                        <a:pt x="1458" y="80"/>
                      </a:lnTo>
                      <a:lnTo>
                        <a:pt x="1459" y="80"/>
                      </a:lnTo>
                      <a:lnTo>
                        <a:pt x="1461" y="80"/>
                      </a:lnTo>
                      <a:lnTo>
                        <a:pt x="1462" y="80"/>
                      </a:lnTo>
                      <a:lnTo>
                        <a:pt x="1463" y="80"/>
                      </a:lnTo>
                      <a:lnTo>
                        <a:pt x="1465" y="80"/>
                      </a:lnTo>
                      <a:lnTo>
                        <a:pt x="1466" y="80"/>
                      </a:lnTo>
                      <a:lnTo>
                        <a:pt x="1468" y="80"/>
                      </a:lnTo>
                      <a:lnTo>
                        <a:pt x="1469" y="80"/>
                      </a:lnTo>
                      <a:lnTo>
                        <a:pt x="1470" y="80"/>
                      </a:lnTo>
                      <a:lnTo>
                        <a:pt x="1472" y="80"/>
                      </a:lnTo>
                      <a:lnTo>
                        <a:pt x="1473" y="80"/>
                      </a:lnTo>
                      <a:lnTo>
                        <a:pt x="1475" y="80"/>
                      </a:lnTo>
                      <a:lnTo>
                        <a:pt x="1476" y="80"/>
                      </a:lnTo>
                      <a:lnTo>
                        <a:pt x="1477" y="80"/>
                      </a:lnTo>
                      <a:lnTo>
                        <a:pt x="1479" y="80"/>
                      </a:lnTo>
                      <a:lnTo>
                        <a:pt x="1480" y="80"/>
                      </a:lnTo>
                      <a:lnTo>
                        <a:pt x="1482" y="80"/>
                      </a:lnTo>
                      <a:lnTo>
                        <a:pt x="1483" y="80"/>
                      </a:lnTo>
                      <a:lnTo>
                        <a:pt x="1484" y="80"/>
                      </a:lnTo>
                      <a:lnTo>
                        <a:pt x="1486" y="80"/>
                      </a:lnTo>
                      <a:lnTo>
                        <a:pt x="1487" y="80"/>
                      </a:lnTo>
                      <a:lnTo>
                        <a:pt x="1489" y="80"/>
                      </a:lnTo>
                      <a:lnTo>
                        <a:pt x="1490" y="80"/>
                      </a:lnTo>
                      <a:lnTo>
                        <a:pt x="1492" y="80"/>
                      </a:lnTo>
                      <a:lnTo>
                        <a:pt x="1493" y="80"/>
                      </a:lnTo>
                      <a:lnTo>
                        <a:pt x="1494" y="80"/>
                      </a:lnTo>
                      <a:lnTo>
                        <a:pt x="1496" y="80"/>
                      </a:lnTo>
                      <a:lnTo>
                        <a:pt x="1497" y="80"/>
                      </a:lnTo>
                      <a:lnTo>
                        <a:pt x="1499" y="80"/>
                      </a:lnTo>
                      <a:lnTo>
                        <a:pt x="1500" y="80"/>
                      </a:lnTo>
                      <a:lnTo>
                        <a:pt x="1501" y="80"/>
                      </a:lnTo>
                      <a:lnTo>
                        <a:pt x="1503" y="80"/>
                      </a:lnTo>
                      <a:lnTo>
                        <a:pt x="1504" y="80"/>
                      </a:lnTo>
                      <a:lnTo>
                        <a:pt x="1506" y="80"/>
                      </a:lnTo>
                      <a:lnTo>
                        <a:pt x="1507" y="80"/>
                      </a:lnTo>
                      <a:lnTo>
                        <a:pt x="1508" y="80"/>
                      </a:lnTo>
                      <a:lnTo>
                        <a:pt x="1510" y="80"/>
                      </a:lnTo>
                      <a:lnTo>
                        <a:pt x="1511" y="80"/>
                      </a:lnTo>
                      <a:lnTo>
                        <a:pt x="1513" y="80"/>
                      </a:lnTo>
                      <a:lnTo>
                        <a:pt x="1514" y="80"/>
                      </a:lnTo>
                      <a:lnTo>
                        <a:pt x="1515" y="80"/>
                      </a:lnTo>
                      <a:lnTo>
                        <a:pt x="1517" y="80"/>
                      </a:lnTo>
                      <a:lnTo>
                        <a:pt x="1518" y="80"/>
                      </a:lnTo>
                      <a:lnTo>
                        <a:pt x="1520" y="80"/>
                      </a:lnTo>
                      <a:lnTo>
                        <a:pt x="1521" y="80"/>
                      </a:lnTo>
                      <a:lnTo>
                        <a:pt x="1522" y="80"/>
                      </a:lnTo>
                      <a:lnTo>
                        <a:pt x="1524" y="80"/>
                      </a:lnTo>
                      <a:lnTo>
                        <a:pt x="1525" y="80"/>
                      </a:lnTo>
                      <a:lnTo>
                        <a:pt x="1527" y="80"/>
                      </a:lnTo>
                      <a:lnTo>
                        <a:pt x="1528" y="80"/>
                      </a:lnTo>
                      <a:lnTo>
                        <a:pt x="1529" y="80"/>
                      </a:lnTo>
                      <a:lnTo>
                        <a:pt x="1531" y="80"/>
                      </a:lnTo>
                      <a:lnTo>
                        <a:pt x="1532" y="80"/>
                      </a:lnTo>
                      <a:lnTo>
                        <a:pt x="1534" y="80"/>
                      </a:lnTo>
                      <a:lnTo>
                        <a:pt x="1535" y="80"/>
                      </a:lnTo>
                      <a:lnTo>
                        <a:pt x="1536" y="80"/>
                      </a:lnTo>
                      <a:lnTo>
                        <a:pt x="1538" y="80"/>
                      </a:lnTo>
                      <a:lnTo>
                        <a:pt x="1539" y="80"/>
                      </a:lnTo>
                      <a:lnTo>
                        <a:pt x="1541" y="80"/>
                      </a:lnTo>
                      <a:lnTo>
                        <a:pt x="1542" y="80"/>
                      </a:lnTo>
                      <a:lnTo>
                        <a:pt x="1543" y="80"/>
                      </a:lnTo>
                      <a:lnTo>
                        <a:pt x="1545" y="80"/>
                      </a:lnTo>
                      <a:lnTo>
                        <a:pt x="1546" y="80"/>
                      </a:lnTo>
                      <a:lnTo>
                        <a:pt x="1548" y="80"/>
                      </a:lnTo>
                      <a:lnTo>
                        <a:pt x="1549" y="80"/>
                      </a:lnTo>
                      <a:lnTo>
                        <a:pt x="1550" y="80"/>
                      </a:lnTo>
                      <a:lnTo>
                        <a:pt x="1552" y="80"/>
                      </a:lnTo>
                      <a:lnTo>
                        <a:pt x="1553" y="80"/>
                      </a:lnTo>
                      <a:lnTo>
                        <a:pt x="1555" y="80"/>
                      </a:lnTo>
                      <a:lnTo>
                        <a:pt x="1556" y="80"/>
                      </a:lnTo>
                      <a:lnTo>
                        <a:pt x="1558" y="80"/>
                      </a:lnTo>
                      <a:lnTo>
                        <a:pt x="1559" y="80"/>
                      </a:lnTo>
                      <a:lnTo>
                        <a:pt x="1560" y="80"/>
                      </a:lnTo>
                      <a:lnTo>
                        <a:pt x="1562" y="80"/>
                      </a:lnTo>
                      <a:lnTo>
                        <a:pt x="1563" y="80"/>
                      </a:lnTo>
                      <a:lnTo>
                        <a:pt x="1565" y="80"/>
                      </a:lnTo>
                      <a:lnTo>
                        <a:pt x="1566" y="80"/>
                      </a:lnTo>
                      <a:lnTo>
                        <a:pt x="1567" y="80"/>
                      </a:lnTo>
                      <a:lnTo>
                        <a:pt x="1569" y="80"/>
                      </a:lnTo>
                      <a:lnTo>
                        <a:pt x="1570" y="80"/>
                      </a:lnTo>
                      <a:lnTo>
                        <a:pt x="1572" y="80"/>
                      </a:lnTo>
                      <a:lnTo>
                        <a:pt x="1573" y="80"/>
                      </a:lnTo>
                      <a:lnTo>
                        <a:pt x="1574" y="80"/>
                      </a:lnTo>
                      <a:lnTo>
                        <a:pt x="1576" y="80"/>
                      </a:lnTo>
                      <a:lnTo>
                        <a:pt x="1577" y="80"/>
                      </a:lnTo>
                      <a:lnTo>
                        <a:pt x="1579" y="80"/>
                      </a:lnTo>
                      <a:lnTo>
                        <a:pt x="1580" y="80"/>
                      </a:lnTo>
                      <a:lnTo>
                        <a:pt x="1581" y="80"/>
                      </a:lnTo>
                      <a:lnTo>
                        <a:pt x="1583" y="80"/>
                      </a:lnTo>
                      <a:lnTo>
                        <a:pt x="1584" y="80"/>
                      </a:lnTo>
                      <a:lnTo>
                        <a:pt x="1586" y="80"/>
                      </a:lnTo>
                      <a:lnTo>
                        <a:pt x="1587" y="80"/>
                      </a:lnTo>
                      <a:lnTo>
                        <a:pt x="1588" y="80"/>
                      </a:lnTo>
                      <a:lnTo>
                        <a:pt x="1590" y="80"/>
                      </a:lnTo>
                      <a:lnTo>
                        <a:pt x="1591" y="80"/>
                      </a:lnTo>
                      <a:lnTo>
                        <a:pt x="1593" y="80"/>
                      </a:lnTo>
                      <a:lnTo>
                        <a:pt x="1594" y="80"/>
                      </a:lnTo>
                      <a:lnTo>
                        <a:pt x="1595" y="80"/>
                      </a:lnTo>
                      <a:lnTo>
                        <a:pt x="1597" y="80"/>
                      </a:lnTo>
                      <a:lnTo>
                        <a:pt x="1598" y="80"/>
                      </a:lnTo>
                      <a:lnTo>
                        <a:pt x="1600" y="80"/>
                      </a:lnTo>
                      <a:lnTo>
                        <a:pt x="1601" y="80"/>
                      </a:lnTo>
                      <a:lnTo>
                        <a:pt x="1602" y="80"/>
                      </a:lnTo>
                      <a:lnTo>
                        <a:pt x="1604" y="80"/>
                      </a:lnTo>
                      <a:lnTo>
                        <a:pt x="1605" y="80"/>
                      </a:lnTo>
                      <a:lnTo>
                        <a:pt x="1607" y="80"/>
                      </a:lnTo>
                      <a:lnTo>
                        <a:pt x="1608" y="80"/>
                      </a:lnTo>
                      <a:lnTo>
                        <a:pt x="1609" y="80"/>
                      </a:lnTo>
                      <a:lnTo>
                        <a:pt x="1611" y="80"/>
                      </a:lnTo>
                      <a:lnTo>
                        <a:pt x="1612" y="80"/>
                      </a:lnTo>
                      <a:lnTo>
                        <a:pt x="1614" y="80"/>
                      </a:lnTo>
                      <a:lnTo>
                        <a:pt x="1615" y="80"/>
                      </a:lnTo>
                      <a:lnTo>
                        <a:pt x="1617" y="80"/>
                      </a:lnTo>
                      <a:lnTo>
                        <a:pt x="1618" y="80"/>
                      </a:lnTo>
                      <a:lnTo>
                        <a:pt x="1619" y="80"/>
                      </a:lnTo>
                      <a:lnTo>
                        <a:pt x="1621" y="80"/>
                      </a:lnTo>
                      <a:lnTo>
                        <a:pt x="1622" y="80"/>
                      </a:lnTo>
                      <a:lnTo>
                        <a:pt x="1624" y="80"/>
                      </a:lnTo>
                      <a:lnTo>
                        <a:pt x="1625" y="80"/>
                      </a:lnTo>
                      <a:lnTo>
                        <a:pt x="1626" y="80"/>
                      </a:lnTo>
                      <a:lnTo>
                        <a:pt x="1628" y="80"/>
                      </a:lnTo>
                      <a:lnTo>
                        <a:pt x="1629" y="80"/>
                      </a:lnTo>
                      <a:lnTo>
                        <a:pt x="1631" y="80"/>
                      </a:lnTo>
                      <a:lnTo>
                        <a:pt x="1632" y="80"/>
                      </a:lnTo>
                      <a:lnTo>
                        <a:pt x="1633" y="80"/>
                      </a:lnTo>
                      <a:lnTo>
                        <a:pt x="1635" y="80"/>
                      </a:lnTo>
                      <a:lnTo>
                        <a:pt x="1636" y="80"/>
                      </a:lnTo>
                      <a:lnTo>
                        <a:pt x="1638" y="80"/>
                      </a:lnTo>
                      <a:lnTo>
                        <a:pt x="1639" y="80"/>
                      </a:lnTo>
                      <a:lnTo>
                        <a:pt x="1640" y="80"/>
                      </a:lnTo>
                      <a:lnTo>
                        <a:pt x="1642" y="80"/>
                      </a:lnTo>
                      <a:lnTo>
                        <a:pt x="1643" y="80"/>
                      </a:lnTo>
                      <a:lnTo>
                        <a:pt x="1645" y="80"/>
                      </a:lnTo>
                      <a:lnTo>
                        <a:pt x="1646" y="80"/>
                      </a:lnTo>
                      <a:lnTo>
                        <a:pt x="1647" y="80"/>
                      </a:lnTo>
                      <a:lnTo>
                        <a:pt x="1649" y="80"/>
                      </a:lnTo>
                      <a:lnTo>
                        <a:pt x="1650" y="80"/>
                      </a:lnTo>
                      <a:lnTo>
                        <a:pt x="1652" y="80"/>
                      </a:lnTo>
                      <a:lnTo>
                        <a:pt x="1653" y="80"/>
                      </a:lnTo>
                      <a:lnTo>
                        <a:pt x="1654" y="80"/>
                      </a:lnTo>
                      <a:lnTo>
                        <a:pt x="1656" y="80"/>
                      </a:lnTo>
                      <a:lnTo>
                        <a:pt x="1657" y="80"/>
                      </a:lnTo>
                      <a:lnTo>
                        <a:pt x="1659" y="80"/>
                      </a:lnTo>
                      <a:lnTo>
                        <a:pt x="1660" y="80"/>
                      </a:lnTo>
                      <a:lnTo>
                        <a:pt x="1661" y="80"/>
                      </a:lnTo>
                      <a:lnTo>
                        <a:pt x="1663" y="80"/>
                      </a:lnTo>
                      <a:lnTo>
                        <a:pt x="1664" y="80"/>
                      </a:lnTo>
                      <a:lnTo>
                        <a:pt x="1666" y="80"/>
                      </a:lnTo>
                      <a:lnTo>
                        <a:pt x="1667" y="80"/>
                      </a:lnTo>
                      <a:lnTo>
                        <a:pt x="1668" y="79"/>
                      </a:lnTo>
                      <a:lnTo>
                        <a:pt x="1670" y="79"/>
                      </a:lnTo>
                      <a:lnTo>
                        <a:pt x="1671" y="79"/>
                      </a:lnTo>
                      <a:lnTo>
                        <a:pt x="1673" y="79"/>
                      </a:lnTo>
                      <a:lnTo>
                        <a:pt x="1674" y="79"/>
                      </a:lnTo>
                      <a:lnTo>
                        <a:pt x="1675" y="79"/>
                      </a:lnTo>
                      <a:lnTo>
                        <a:pt x="1677" y="79"/>
                      </a:lnTo>
                      <a:lnTo>
                        <a:pt x="1678" y="79"/>
                      </a:lnTo>
                      <a:lnTo>
                        <a:pt x="1680" y="79"/>
                      </a:lnTo>
                      <a:lnTo>
                        <a:pt x="1681" y="79"/>
                      </a:lnTo>
                      <a:lnTo>
                        <a:pt x="1683" y="79"/>
                      </a:lnTo>
                      <a:lnTo>
                        <a:pt x="1684" y="79"/>
                      </a:lnTo>
                      <a:lnTo>
                        <a:pt x="1685" y="79"/>
                      </a:lnTo>
                      <a:lnTo>
                        <a:pt x="1687" y="79"/>
                      </a:lnTo>
                      <a:lnTo>
                        <a:pt x="1688" y="79"/>
                      </a:lnTo>
                      <a:lnTo>
                        <a:pt x="1690" y="79"/>
                      </a:lnTo>
                      <a:lnTo>
                        <a:pt x="1691" y="79"/>
                      </a:lnTo>
                      <a:lnTo>
                        <a:pt x="1692" y="79"/>
                      </a:lnTo>
                      <a:lnTo>
                        <a:pt x="1694" y="79"/>
                      </a:lnTo>
                      <a:lnTo>
                        <a:pt x="1695" y="79"/>
                      </a:lnTo>
                      <a:lnTo>
                        <a:pt x="1697" y="79"/>
                      </a:lnTo>
                      <a:lnTo>
                        <a:pt x="1698" y="79"/>
                      </a:lnTo>
                      <a:lnTo>
                        <a:pt x="1699" y="79"/>
                      </a:lnTo>
                      <a:lnTo>
                        <a:pt x="1701" y="79"/>
                      </a:lnTo>
                      <a:lnTo>
                        <a:pt x="1702" y="79"/>
                      </a:lnTo>
                      <a:lnTo>
                        <a:pt x="1704" y="79"/>
                      </a:lnTo>
                      <a:lnTo>
                        <a:pt x="1705" y="79"/>
                      </a:lnTo>
                      <a:lnTo>
                        <a:pt x="1706" y="79"/>
                      </a:lnTo>
                      <a:lnTo>
                        <a:pt x="1708" y="79"/>
                      </a:lnTo>
                      <a:lnTo>
                        <a:pt x="1709" y="79"/>
                      </a:lnTo>
                      <a:lnTo>
                        <a:pt x="1711" y="79"/>
                      </a:lnTo>
                      <a:lnTo>
                        <a:pt x="1712" y="79"/>
                      </a:lnTo>
                      <a:lnTo>
                        <a:pt x="1713" y="79"/>
                      </a:lnTo>
                      <a:lnTo>
                        <a:pt x="1715" y="79"/>
                      </a:lnTo>
                      <a:lnTo>
                        <a:pt x="1716" y="79"/>
                      </a:lnTo>
                      <a:lnTo>
                        <a:pt x="1718" y="79"/>
                      </a:lnTo>
                      <a:lnTo>
                        <a:pt x="1719" y="79"/>
                      </a:lnTo>
                      <a:lnTo>
                        <a:pt x="1720" y="79"/>
                      </a:lnTo>
                      <a:lnTo>
                        <a:pt x="1722" y="79"/>
                      </a:lnTo>
                      <a:lnTo>
                        <a:pt x="1723" y="79"/>
                      </a:lnTo>
                      <a:lnTo>
                        <a:pt x="1725" y="79"/>
                      </a:lnTo>
                      <a:lnTo>
                        <a:pt x="1726" y="79"/>
                      </a:lnTo>
                      <a:lnTo>
                        <a:pt x="1727" y="79"/>
                      </a:lnTo>
                      <a:lnTo>
                        <a:pt x="1729" y="79"/>
                      </a:lnTo>
                      <a:lnTo>
                        <a:pt x="1730" y="79"/>
                      </a:lnTo>
                      <a:lnTo>
                        <a:pt x="1732" y="79"/>
                      </a:lnTo>
                      <a:lnTo>
                        <a:pt x="1733" y="79"/>
                      </a:lnTo>
                      <a:lnTo>
                        <a:pt x="1734" y="79"/>
                      </a:lnTo>
                      <a:lnTo>
                        <a:pt x="1736" y="79"/>
                      </a:lnTo>
                      <a:lnTo>
                        <a:pt x="1737" y="79"/>
                      </a:lnTo>
                      <a:lnTo>
                        <a:pt x="1739" y="79"/>
                      </a:lnTo>
                      <a:lnTo>
                        <a:pt x="1740" y="79"/>
                      </a:lnTo>
                      <a:lnTo>
                        <a:pt x="1742" y="79"/>
                      </a:lnTo>
                      <a:lnTo>
                        <a:pt x="1743" y="79"/>
                      </a:lnTo>
                      <a:lnTo>
                        <a:pt x="1744" y="79"/>
                      </a:lnTo>
                      <a:lnTo>
                        <a:pt x="1746" y="79"/>
                      </a:lnTo>
                      <a:lnTo>
                        <a:pt x="1747" y="79"/>
                      </a:lnTo>
                      <a:lnTo>
                        <a:pt x="1749" y="79"/>
                      </a:lnTo>
                      <a:lnTo>
                        <a:pt x="1750" y="79"/>
                      </a:lnTo>
                      <a:lnTo>
                        <a:pt x="1751" y="79"/>
                      </a:lnTo>
                      <a:lnTo>
                        <a:pt x="1753" y="79"/>
                      </a:lnTo>
                      <a:lnTo>
                        <a:pt x="1754" y="79"/>
                      </a:lnTo>
                      <a:lnTo>
                        <a:pt x="1756" y="79"/>
                      </a:lnTo>
                      <a:lnTo>
                        <a:pt x="1757" y="79"/>
                      </a:lnTo>
                      <a:lnTo>
                        <a:pt x="1758" y="79"/>
                      </a:lnTo>
                      <a:lnTo>
                        <a:pt x="1760" y="79"/>
                      </a:lnTo>
                      <a:lnTo>
                        <a:pt x="1761" y="79"/>
                      </a:lnTo>
                      <a:lnTo>
                        <a:pt x="1763" y="79"/>
                      </a:lnTo>
                      <a:lnTo>
                        <a:pt x="1764" y="79"/>
                      </a:lnTo>
                      <a:lnTo>
                        <a:pt x="1765" y="79"/>
                      </a:lnTo>
                      <a:lnTo>
                        <a:pt x="1767" y="79"/>
                      </a:lnTo>
                      <a:lnTo>
                        <a:pt x="1768" y="79"/>
                      </a:lnTo>
                      <a:lnTo>
                        <a:pt x="1770" y="79"/>
                      </a:lnTo>
                      <a:lnTo>
                        <a:pt x="1771" y="79"/>
                      </a:lnTo>
                      <a:lnTo>
                        <a:pt x="1772" y="79"/>
                      </a:lnTo>
                      <a:lnTo>
                        <a:pt x="1774" y="79"/>
                      </a:lnTo>
                      <a:lnTo>
                        <a:pt x="1775" y="79"/>
                      </a:lnTo>
                      <a:lnTo>
                        <a:pt x="1777" y="79"/>
                      </a:lnTo>
                      <a:lnTo>
                        <a:pt x="1778" y="79"/>
                      </a:lnTo>
                      <a:lnTo>
                        <a:pt x="1779" y="79"/>
                      </a:lnTo>
                      <a:lnTo>
                        <a:pt x="1781" y="79"/>
                      </a:lnTo>
                      <a:lnTo>
                        <a:pt x="1782" y="79"/>
                      </a:lnTo>
                      <a:lnTo>
                        <a:pt x="1784" y="79"/>
                      </a:lnTo>
                      <a:lnTo>
                        <a:pt x="1785" y="79"/>
                      </a:lnTo>
                      <a:lnTo>
                        <a:pt x="1786" y="79"/>
                      </a:lnTo>
                      <a:lnTo>
                        <a:pt x="1788" y="79"/>
                      </a:lnTo>
                      <a:lnTo>
                        <a:pt x="1789" y="79"/>
                      </a:lnTo>
                      <a:lnTo>
                        <a:pt x="1791" y="79"/>
                      </a:lnTo>
                      <a:lnTo>
                        <a:pt x="1792" y="79"/>
                      </a:lnTo>
                      <a:lnTo>
                        <a:pt x="1793" y="79"/>
                      </a:lnTo>
                      <a:lnTo>
                        <a:pt x="1795" y="79"/>
                      </a:lnTo>
                      <a:lnTo>
                        <a:pt x="1796" y="79"/>
                      </a:lnTo>
                      <a:lnTo>
                        <a:pt x="1798" y="79"/>
                      </a:lnTo>
                      <a:lnTo>
                        <a:pt x="1799" y="79"/>
                      </a:lnTo>
                      <a:lnTo>
                        <a:pt x="1800" y="79"/>
                      </a:lnTo>
                      <a:lnTo>
                        <a:pt x="1802" y="79"/>
                      </a:lnTo>
                      <a:lnTo>
                        <a:pt x="1803" y="79"/>
                      </a:lnTo>
                      <a:lnTo>
                        <a:pt x="1805" y="79"/>
                      </a:lnTo>
                      <a:lnTo>
                        <a:pt x="1806" y="79"/>
                      </a:lnTo>
                      <a:lnTo>
                        <a:pt x="1808" y="79"/>
                      </a:lnTo>
                      <a:lnTo>
                        <a:pt x="1809" y="79"/>
                      </a:lnTo>
                      <a:lnTo>
                        <a:pt x="1810" y="79"/>
                      </a:lnTo>
                      <a:lnTo>
                        <a:pt x="1812" y="79"/>
                      </a:lnTo>
                      <a:lnTo>
                        <a:pt x="1813" y="79"/>
                      </a:lnTo>
                      <a:lnTo>
                        <a:pt x="1815" y="79"/>
                      </a:lnTo>
                      <a:lnTo>
                        <a:pt x="1816" y="79"/>
                      </a:lnTo>
                      <a:lnTo>
                        <a:pt x="1817" y="79"/>
                      </a:lnTo>
                      <a:lnTo>
                        <a:pt x="1819" y="79"/>
                      </a:lnTo>
                      <a:lnTo>
                        <a:pt x="1820" y="79"/>
                      </a:lnTo>
                      <a:lnTo>
                        <a:pt x="1822" y="79"/>
                      </a:lnTo>
                      <a:lnTo>
                        <a:pt x="1823" y="79"/>
                      </a:lnTo>
                      <a:lnTo>
                        <a:pt x="1824" y="79"/>
                      </a:lnTo>
                      <a:lnTo>
                        <a:pt x="1826" y="79"/>
                      </a:lnTo>
                      <a:lnTo>
                        <a:pt x="1827" y="79"/>
                      </a:lnTo>
                      <a:lnTo>
                        <a:pt x="1829" y="79"/>
                      </a:lnTo>
                      <a:lnTo>
                        <a:pt x="1830" y="79"/>
                      </a:lnTo>
                      <a:lnTo>
                        <a:pt x="1831" y="79"/>
                      </a:lnTo>
                      <a:lnTo>
                        <a:pt x="1833" y="79"/>
                      </a:lnTo>
                      <a:lnTo>
                        <a:pt x="1834" y="79"/>
                      </a:lnTo>
                      <a:lnTo>
                        <a:pt x="1836" y="79"/>
                      </a:lnTo>
                      <a:lnTo>
                        <a:pt x="1837" y="79"/>
                      </a:lnTo>
                      <a:lnTo>
                        <a:pt x="1838" y="79"/>
                      </a:lnTo>
                      <a:lnTo>
                        <a:pt x="1840" y="79"/>
                      </a:lnTo>
                      <a:lnTo>
                        <a:pt x="1841" y="79"/>
                      </a:lnTo>
                      <a:lnTo>
                        <a:pt x="1843" y="79"/>
                      </a:lnTo>
                      <a:lnTo>
                        <a:pt x="1844" y="79"/>
                      </a:lnTo>
                      <a:lnTo>
                        <a:pt x="1845" y="79"/>
                      </a:lnTo>
                      <a:lnTo>
                        <a:pt x="1847" y="79"/>
                      </a:lnTo>
                      <a:lnTo>
                        <a:pt x="1848" y="79"/>
                      </a:lnTo>
                      <a:lnTo>
                        <a:pt x="1850" y="79"/>
                      </a:lnTo>
                      <a:lnTo>
                        <a:pt x="1851" y="79"/>
                      </a:lnTo>
                      <a:lnTo>
                        <a:pt x="1852" y="79"/>
                      </a:lnTo>
                      <a:lnTo>
                        <a:pt x="1854" y="79"/>
                      </a:lnTo>
                      <a:lnTo>
                        <a:pt x="1855" y="79"/>
                      </a:lnTo>
                      <a:lnTo>
                        <a:pt x="1857" y="79"/>
                      </a:lnTo>
                      <a:lnTo>
                        <a:pt x="1858" y="79"/>
                      </a:lnTo>
                      <a:lnTo>
                        <a:pt x="1859" y="79"/>
                      </a:lnTo>
                      <a:lnTo>
                        <a:pt x="1861" y="79"/>
                      </a:lnTo>
                      <a:lnTo>
                        <a:pt x="1862" y="79"/>
                      </a:lnTo>
                      <a:lnTo>
                        <a:pt x="1864" y="79"/>
                      </a:lnTo>
                      <a:lnTo>
                        <a:pt x="1865" y="79"/>
                      </a:lnTo>
                      <a:lnTo>
                        <a:pt x="1866" y="79"/>
                      </a:lnTo>
                      <a:lnTo>
                        <a:pt x="1868" y="79"/>
                      </a:lnTo>
                      <a:lnTo>
                        <a:pt x="1869" y="79"/>
                      </a:lnTo>
                      <a:lnTo>
                        <a:pt x="1871" y="79"/>
                      </a:lnTo>
                      <a:lnTo>
                        <a:pt x="1872" y="79"/>
                      </a:lnTo>
                      <a:lnTo>
                        <a:pt x="1874" y="79"/>
                      </a:lnTo>
                      <a:lnTo>
                        <a:pt x="1875" y="79"/>
                      </a:lnTo>
                      <a:lnTo>
                        <a:pt x="1876" y="79"/>
                      </a:lnTo>
                      <a:lnTo>
                        <a:pt x="1878" y="79"/>
                      </a:lnTo>
                      <a:lnTo>
                        <a:pt x="1879" y="79"/>
                      </a:lnTo>
                      <a:lnTo>
                        <a:pt x="1881" y="79"/>
                      </a:lnTo>
                      <a:lnTo>
                        <a:pt x="1882" y="79"/>
                      </a:lnTo>
                      <a:lnTo>
                        <a:pt x="1883" y="79"/>
                      </a:lnTo>
                      <a:lnTo>
                        <a:pt x="1885" y="79"/>
                      </a:lnTo>
                      <a:lnTo>
                        <a:pt x="1886" y="79"/>
                      </a:lnTo>
                      <a:lnTo>
                        <a:pt x="1888" y="79"/>
                      </a:lnTo>
                      <a:lnTo>
                        <a:pt x="1889" y="79"/>
                      </a:lnTo>
                      <a:lnTo>
                        <a:pt x="1890" y="79"/>
                      </a:lnTo>
                      <a:lnTo>
                        <a:pt x="1892" y="79"/>
                      </a:lnTo>
                      <a:lnTo>
                        <a:pt x="1893" y="79"/>
                      </a:lnTo>
                      <a:lnTo>
                        <a:pt x="1895" y="79"/>
                      </a:lnTo>
                      <a:lnTo>
                        <a:pt x="1896" y="79"/>
                      </a:lnTo>
                      <a:lnTo>
                        <a:pt x="1897" y="79"/>
                      </a:lnTo>
                      <a:lnTo>
                        <a:pt x="1899" y="79"/>
                      </a:lnTo>
                      <a:lnTo>
                        <a:pt x="1900" y="79"/>
                      </a:lnTo>
                      <a:lnTo>
                        <a:pt x="1902" y="79"/>
                      </a:lnTo>
                      <a:lnTo>
                        <a:pt x="1903" y="79"/>
                      </a:lnTo>
                      <a:lnTo>
                        <a:pt x="1904" y="79"/>
                      </a:lnTo>
                      <a:lnTo>
                        <a:pt x="1906" y="79"/>
                      </a:lnTo>
                      <a:lnTo>
                        <a:pt x="1907" y="79"/>
                      </a:lnTo>
                      <a:lnTo>
                        <a:pt x="1909" y="79"/>
                      </a:lnTo>
                      <a:lnTo>
                        <a:pt x="1910" y="79"/>
                      </a:lnTo>
                      <a:lnTo>
                        <a:pt x="1911" y="79"/>
                      </a:lnTo>
                      <a:lnTo>
                        <a:pt x="1913" y="79"/>
                      </a:lnTo>
                      <a:lnTo>
                        <a:pt x="1914" y="79"/>
                      </a:lnTo>
                      <a:lnTo>
                        <a:pt x="1916" y="79"/>
                      </a:lnTo>
                      <a:lnTo>
                        <a:pt x="1917" y="79"/>
                      </a:lnTo>
                      <a:lnTo>
                        <a:pt x="1918" y="79"/>
                      </a:lnTo>
                      <a:lnTo>
                        <a:pt x="1920" y="79"/>
                      </a:lnTo>
                      <a:lnTo>
                        <a:pt x="1921" y="79"/>
                      </a:lnTo>
                      <a:lnTo>
                        <a:pt x="1923" y="79"/>
                      </a:lnTo>
                      <a:lnTo>
                        <a:pt x="1924" y="79"/>
                      </a:lnTo>
                      <a:lnTo>
                        <a:pt x="1925" y="79"/>
                      </a:lnTo>
                      <a:lnTo>
                        <a:pt x="1927" y="79"/>
                      </a:lnTo>
                      <a:lnTo>
                        <a:pt x="1928" y="79"/>
                      </a:lnTo>
                      <a:lnTo>
                        <a:pt x="1930" y="79"/>
                      </a:lnTo>
                      <a:lnTo>
                        <a:pt x="1931" y="79"/>
                      </a:lnTo>
                      <a:lnTo>
                        <a:pt x="1933" y="79"/>
                      </a:lnTo>
                      <a:lnTo>
                        <a:pt x="1934" y="79"/>
                      </a:lnTo>
                      <a:lnTo>
                        <a:pt x="1935" y="79"/>
                      </a:lnTo>
                      <a:lnTo>
                        <a:pt x="1937" y="79"/>
                      </a:lnTo>
                      <a:lnTo>
                        <a:pt x="1938" y="79"/>
                      </a:lnTo>
                      <a:lnTo>
                        <a:pt x="1940" y="79"/>
                      </a:lnTo>
                      <a:lnTo>
                        <a:pt x="1941" y="79"/>
                      </a:lnTo>
                      <a:lnTo>
                        <a:pt x="1942" y="79"/>
                      </a:lnTo>
                      <a:lnTo>
                        <a:pt x="1944" y="79"/>
                      </a:lnTo>
                      <a:lnTo>
                        <a:pt x="1945" y="79"/>
                      </a:lnTo>
                      <a:lnTo>
                        <a:pt x="1947" y="79"/>
                      </a:lnTo>
                      <a:lnTo>
                        <a:pt x="1948" y="79"/>
                      </a:lnTo>
                      <a:lnTo>
                        <a:pt x="1949" y="79"/>
                      </a:lnTo>
                      <a:lnTo>
                        <a:pt x="1951" y="79"/>
                      </a:lnTo>
                      <a:lnTo>
                        <a:pt x="1952" y="79"/>
                      </a:lnTo>
                      <a:lnTo>
                        <a:pt x="1954" y="79"/>
                      </a:lnTo>
                      <a:lnTo>
                        <a:pt x="1955" y="79"/>
                      </a:lnTo>
                      <a:lnTo>
                        <a:pt x="1956" y="79"/>
                      </a:lnTo>
                      <a:lnTo>
                        <a:pt x="1958" y="79"/>
                      </a:lnTo>
                      <a:lnTo>
                        <a:pt x="1959" y="79"/>
                      </a:lnTo>
                      <a:lnTo>
                        <a:pt x="1961" y="79"/>
                      </a:lnTo>
                      <a:lnTo>
                        <a:pt x="1962" y="79"/>
                      </a:lnTo>
                      <a:lnTo>
                        <a:pt x="1963" y="79"/>
                      </a:lnTo>
                      <a:lnTo>
                        <a:pt x="1965" y="79"/>
                      </a:lnTo>
                      <a:lnTo>
                        <a:pt x="1966" y="79"/>
                      </a:lnTo>
                      <a:lnTo>
                        <a:pt x="1968" y="79"/>
                      </a:lnTo>
                      <a:lnTo>
                        <a:pt x="1969" y="79"/>
                      </a:lnTo>
                      <a:lnTo>
                        <a:pt x="1970" y="79"/>
                      </a:lnTo>
                      <a:lnTo>
                        <a:pt x="1972" y="79"/>
                      </a:lnTo>
                      <a:lnTo>
                        <a:pt x="1973" y="79"/>
                      </a:lnTo>
                      <a:lnTo>
                        <a:pt x="1975" y="79"/>
                      </a:lnTo>
                      <a:lnTo>
                        <a:pt x="1976" y="79"/>
                      </a:lnTo>
                      <a:lnTo>
                        <a:pt x="1977" y="79"/>
                      </a:lnTo>
                      <a:lnTo>
                        <a:pt x="1979" y="79"/>
                      </a:lnTo>
                      <a:lnTo>
                        <a:pt x="1980" y="79"/>
                      </a:lnTo>
                      <a:lnTo>
                        <a:pt x="1982" y="79"/>
                      </a:lnTo>
                      <a:lnTo>
                        <a:pt x="1983" y="79"/>
                      </a:lnTo>
                      <a:lnTo>
                        <a:pt x="1984" y="79"/>
                      </a:lnTo>
                      <a:lnTo>
                        <a:pt x="1986" y="79"/>
                      </a:lnTo>
                      <a:lnTo>
                        <a:pt x="1987" y="79"/>
                      </a:lnTo>
                      <a:lnTo>
                        <a:pt x="1989" y="79"/>
                      </a:lnTo>
                      <a:lnTo>
                        <a:pt x="1990" y="79"/>
                      </a:lnTo>
                      <a:lnTo>
                        <a:pt x="1991" y="78"/>
                      </a:lnTo>
                      <a:lnTo>
                        <a:pt x="1993" y="79"/>
                      </a:lnTo>
                      <a:lnTo>
                        <a:pt x="1994" y="79"/>
                      </a:lnTo>
                      <a:lnTo>
                        <a:pt x="1996" y="79"/>
                      </a:lnTo>
                      <a:lnTo>
                        <a:pt x="1997" y="78"/>
                      </a:lnTo>
                      <a:lnTo>
                        <a:pt x="1999" y="78"/>
                      </a:lnTo>
                      <a:lnTo>
                        <a:pt x="2000" y="78"/>
                      </a:lnTo>
                      <a:lnTo>
                        <a:pt x="2001" y="78"/>
                      </a:lnTo>
                      <a:lnTo>
                        <a:pt x="2003" y="78"/>
                      </a:lnTo>
                      <a:lnTo>
                        <a:pt x="2004" y="78"/>
                      </a:lnTo>
                      <a:lnTo>
                        <a:pt x="2006" y="76"/>
                      </a:lnTo>
                      <a:lnTo>
                        <a:pt x="2007" y="76"/>
                      </a:lnTo>
                      <a:lnTo>
                        <a:pt x="2008" y="76"/>
                      </a:lnTo>
                      <a:lnTo>
                        <a:pt x="2010" y="76"/>
                      </a:lnTo>
                      <a:lnTo>
                        <a:pt x="2011" y="76"/>
                      </a:lnTo>
                      <a:lnTo>
                        <a:pt x="2013" y="76"/>
                      </a:lnTo>
                      <a:lnTo>
                        <a:pt x="2014" y="76"/>
                      </a:lnTo>
                      <a:lnTo>
                        <a:pt x="2015" y="77"/>
                      </a:lnTo>
                      <a:lnTo>
                        <a:pt x="2017" y="78"/>
                      </a:lnTo>
                      <a:lnTo>
                        <a:pt x="2018" y="78"/>
                      </a:lnTo>
                      <a:lnTo>
                        <a:pt x="2020" y="78"/>
                      </a:lnTo>
                      <a:lnTo>
                        <a:pt x="2021" y="78"/>
                      </a:lnTo>
                      <a:lnTo>
                        <a:pt x="2022" y="78"/>
                      </a:lnTo>
                      <a:lnTo>
                        <a:pt x="2024" y="78"/>
                      </a:lnTo>
                      <a:lnTo>
                        <a:pt x="2025" y="78"/>
                      </a:lnTo>
                      <a:lnTo>
                        <a:pt x="2027" y="78"/>
                      </a:lnTo>
                      <a:lnTo>
                        <a:pt x="2028" y="80"/>
                      </a:lnTo>
                      <a:lnTo>
                        <a:pt x="2029" y="80"/>
                      </a:lnTo>
                      <a:lnTo>
                        <a:pt x="2031" y="78"/>
                      </a:lnTo>
                      <a:lnTo>
                        <a:pt x="2032" y="78"/>
                      </a:lnTo>
                      <a:lnTo>
                        <a:pt x="2034" y="78"/>
                      </a:lnTo>
                      <a:lnTo>
                        <a:pt x="2035" y="77"/>
                      </a:lnTo>
                      <a:lnTo>
                        <a:pt x="2036" y="77"/>
                      </a:lnTo>
                      <a:lnTo>
                        <a:pt x="2038" y="77"/>
                      </a:lnTo>
                      <a:lnTo>
                        <a:pt x="2039" y="77"/>
                      </a:lnTo>
                      <a:lnTo>
                        <a:pt x="2041" y="77"/>
                      </a:lnTo>
                      <a:lnTo>
                        <a:pt x="2042" y="78"/>
                      </a:lnTo>
                      <a:lnTo>
                        <a:pt x="2043" y="78"/>
                      </a:lnTo>
                      <a:lnTo>
                        <a:pt x="2045" y="79"/>
                      </a:lnTo>
                      <a:lnTo>
                        <a:pt x="2046" y="80"/>
                      </a:lnTo>
                      <a:lnTo>
                        <a:pt x="2048" y="80"/>
                      </a:lnTo>
                      <a:lnTo>
                        <a:pt x="2049" y="81"/>
                      </a:lnTo>
                      <a:lnTo>
                        <a:pt x="2050" y="80"/>
                      </a:lnTo>
                      <a:lnTo>
                        <a:pt x="2052" y="80"/>
                      </a:lnTo>
                      <a:lnTo>
                        <a:pt x="2053" y="80"/>
                      </a:lnTo>
                      <a:lnTo>
                        <a:pt x="2055" y="80"/>
                      </a:lnTo>
                      <a:lnTo>
                        <a:pt x="2056" y="79"/>
                      </a:lnTo>
                      <a:lnTo>
                        <a:pt x="2057" y="79"/>
                      </a:lnTo>
                      <a:lnTo>
                        <a:pt x="2059" y="80"/>
                      </a:lnTo>
                      <a:lnTo>
                        <a:pt x="2060" y="80"/>
                      </a:lnTo>
                      <a:lnTo>
                        <a:pt x="2062" y="79"/>
                      </a:lnTo>
                      <a:lnTo>
                        <a:pt x="2063" y="80"/>
                      </a:lnTo>
                      <a:lnTo>
                        <a:pt x="2065" y="80"/>
                      </a:lnTo>
                      <a:lnTo>
                        <a:pt x="2066" y="80"/>
                      </a:lnTo>
                      <a:lnTo>
                        <a:pt x="2067" y="80"/>
                      </a:lnTo>
                      <a:lnTo>
                        <a:pt x="2069" y="80"/>
                      </a:lnTo>
                      <a:lnTo>
                        <a:pt x="2070" y="80"/>
                      </a:lnTo>
                      <a:lnTo>
                        <a:pt x="2072" y="80"/>
                      </a:lnTo>
                      <a:lnTo>
                        <a:pt x="2073" y="80"/>
                      </a:lnTo>
                      <a:lnTo>
                        <a:pt x="2074" y="80"/>
                      </a:lnTo>
                      <a:lnTo>
                        <a:pt x="2076" y="80"/>
                      </a:lnTo>
                      <a:lnTo>
                        <a:pt x="2077" y="80"/>
                      </a:lnTo>
                      <a:lnTo>
                        <a:pt x="2079" y="80"/>
                      </a:lnTo>
                      <a:lnTo>
                        <a:pt x="2080" y="80"/>
                      </a:lnTo>
                      <a:lnTo>
                        <a:pt x="2081" y="80"/>
                      </a:lnTo>
                      <a:lnTo>
                        <a:pt x="2083" y="80"/>
                      </a:lnTo>
                      <a:lnTo>
                        <a:pt x="2084" y="80"/>
                      </a:lnTo>
                      <a:lnTo>
                        <a:pt x="2086" y="79"/>
                      </a:lnTo>
                      <a:lnTo>
                        <a:pt x="2087" y="79"/>
                      </a:lnTo>
                      <a:lnTo>
                        <a:pt x="2088" y="79"/>
                      </a:lnTo>
                      <a:lnTo>
                        <a:pt x="2090" y="79"/>
                      </a:lnTo>
                      <a:lnTo>
                        <a:pt x="2091" y="80"/>
                      </a:lnTo>
                      <a:lnTo>
                        <a:pt x="2093" y="80"/>
                      </a:lnTo>
                      <a:lnTo>
                        <a:pt x="2094" y="79"/>
                      </a:lnTo>
                      <a:lnTo>
                        <a:pt x="2095" y="79"/>
                      </a:lnTo>
                      <a:lnTo>
                        <a:pt x="2097" y="79"/>
                      </a:lnTo>
                      <a:lnTo>
                        <a:pt x="2098" y="79"/>
                      </a:lnTo>
                      <a:lnTo>
                        <a:pt x="2100" y="79"/>
                      </a:lnTo>
                      <a:lnTo>
                        <a:pt x="2101" y="79"/>
                      </a:lnTo>
                      <a:lnTo>
                        <a:pt x="2102" y="79"/>
                      </a:lnTo>
                      <a:lnTo>
                        <a:pt x="2104" y="79"/>
                      </a:lnTo>
                      <a:lnTo>
                        <a:pt x="2105" y="79"/>
                      </a:lnTo>
                      <a:lnTo>
                        <a:pt x="2107" y="79"/>
                      </a:lnTo>
                      <a:lnTo>
                        <a:pt x="2108" y="79"/>
                      </a:lnTo>
                      <a:lnTo>
                        <a:pt x="2109" y="79"/>
                      </a:lnTo>
                      <a:lnTo>
                        <a:pt x="2111" y="79"/>
                      </a:lnTo>
                      <a:lnTo>
                        <a:pt x="2112" y="79"/>
                      </a:lnTo>
                      <a:lnTo>
                        <a:pt x="2114" y="79"/>
                      </a:lnTo>
                      <a:lnTo>
                        <a:pt x="2115" y="79"/>
                      </a:lnTo>
                      <a:lnTo>
                        <a:pt x="2116" y="79"/>
                      </a:lnTo>
                      <a:lnTo>
                        <a:pt x="2118" y="79"/>
                      </a:lnTo>
                      <a:lnTo>
                        <a:pt x="2119" y="79"/>
                      </a:lnTo>
                      <a:lnTo>
                        <a:pt x="2121" y="79"/>
                      </a:lnTo>
                      <a:lnTo>
                        <a:pt x="2122" y="79"/>
                      </a:lnTo>
                      <a:lnTo>
                        <a:pt x="2124" y="79"/>
                      </a:lnTo>
                      <a:lnTo>
                        <a:pt x="2125" y="79"/>
                      </a:lnTo>
                      <a:lnTo>
                        <a:pt x="2126" y="79"/>
                      </a:lnTo>
                      <a:lnTo>
                        <a:pt x="2128" y="79"/>
                      </a:lnTo>
                      <a:lnTo>
                        <a:pt x="2129" y="79"/>
                      </a:lnTo>
                      <a:lnTo>
                        <a:pt x="2131" y="79"/>
                      </a:lnTo>
                      <a:lnTo>
                        <a:pt x="2132" y="79"/>
                      </a:lnTo>
                      <a:lnTo>
                        <a:pt x="2133" y="79"/>
                      </a:lnTo>
                      <a:lnTo>
                        <a:pt x="2135" y="79"/>
                      </a:lnTo>
                      <a:lnTo>
                        <a:pt x="2136" y="79"/>
                      </a:lnTo>
                      <a:lnTo>
                        <a:pt x="2138" y="79"/>
                      </a:lnTo>
                      <a:lnTo>
                        <a:pt x="2139" y="79"/>
                      </a:lnTo>
                      <a:lnTo>
                        <a:pt x="2140" y="79"/>
                      </a:lnTo>
                      <a:lnTo>
                        <a:pt x="2142" y="79"/>
                      </a:lnTo>
                      <a:lnTo>
                        <a:pt x="2143" y="79"/>
                      </a:lnTo>
                      <a:lnTo>
                        <a:pt x="2145" y="79"/>
                      </a:lnTo>
                      <a:lnTo>
                        <a:pt x="2146" y="79"/>
                      </a:lnTo>
                      <a:lnTo>
                        <a:pt x="2147" y="79"/>
                      </a:lnTo>
                      <a:lnTo>
                        <a:pt x="2149" y="79"/>
                      </a:lnTo>
                      <a:lnTo>
                        <a:pt x="2150" y="79"/>
                      </a:lnTo>
                      <a:lnTo>
                        <a:pt x="2152" y="79"/>
                      </a:lnTo>
                      <a:lnTo>
                        <a:pt x="2153" y="79"/>
                      </a:lnTo>
                      <a:lnTo>
                        <a:pt x="2154" y="79"/>
                      </a:lnTo>
                      <a:lnTo>
                        <a:pt x="2156" y="79"/>
                      </a:lnTo>
                      <a:lnTo>
                        <a:pt x="2157" y="79"/>
                      </a:lnTo>
                      <a:lnTo>
                        <a:pt x="2159" y="79"/>
                      </a:lnTo>
                      <a:lnTo>
                        <a:pt x="2160" y="79"/>
                      </a:lnTo>
                      <a:lnTo>
                        <a:pt x="2161" y="79"/>
                      </a:lnTo>
                    </a:path>
                  </a:pathLst>
                </a:custGeom>
                <a:noFill/>
                <a:ln cap="flat" cmpd="sng" w="25400">
                  <a:solidFill>
                    <a:srgbClr val="0000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362" name="Google Shape;362;p16"/>
                <p:cNvSpPr/>
                <p:nvPr/>
              </p:nvSpPr>
              <p:spPr>
                <a:xfrm flipH="1" rot="10800000">
                  <a:off x="4673600" y="4133850"/>
                  <a:ext cx="350838" cy="12700"/>
                </a:xfrm>
                <a:custGeom>
                  <a:rect b="b" l="l" r="r" t="t"/>
                  <a:pathLst>
                    <a:path extrusionOk="0" h="8" w="238">
                      <a:moveTo>
                        <a:pt x="0" y="7"/>
                      </a:moveTo>
                      <a:lnTo>
                        <a:pt x="1" y="6"/>
                      </a:lnTo>
                      <a:lnTo>
                        <a:pt x="2" y="6"/>
                      </a:lnTo>
                      <a:lnTo>
                        <a:pt x="4" y="6"/>
                      </a:lnTo>
                      <a:lnTo>
                        <a:pt x="5" y="6"/>
                      </a:lnTo>
                      <a:lnTo>
                        <a:pt x="7" y="6"/>
                      </a:lnTo>
                      <a:lnTo>
                        <a:pt x="8" y="5"/>
                      </a:lnTo>
                      <a:lnTo>
                        <a:pt x="9" y="2"/>
                      </a:lnTo>
                      <a:lnTo>
                        <a:pt x="11" y="1"/>
                      </a:lnTo>
                      <a:lnTo>
                        <a:pt x="12" y="1"/>
                      </a:lnTo>
                      <a:lnTo>
                        <a:pt x="14" y="1"/>
                      </a:lnTo>
                      <a:lnTo>
                        <a:pt x="15" y="0"/>
                      </a:lnTo>
                      <a:lnTo>
                        <a:pt x="16" y="0"/>
                      </a:lnTo>
                      <a:lnTo>
                        <a:pt x="18" y="0"/>
                      </a:lnTo>
                      <a:lnTo>
                        <a:pt x="19" y="2"/>
                      </a:lnTo>
                      <a:lnTo>
                        <a:pt x="21" y="2"/>
                      </a:lnTo>
                      <a:lnTo>
                        <a:pt x="22" y="2"/>
                      </a:lnTo>
                      <a:lnTo>
                        <a:pt x="23" y="2"/>
                      </a:lnTo>
                      <a:lnTo>
                        <a:pt x="25" y="2"/>
                      </a:lnTo>
                      <a:lnTo>
                        <a:pt x="26" y="2"/>
                      </a:lnTo>
                      <a:lnTo>
                        <a:pt x="28" y="2"/>
                      </a:lnTo>
                      <a:lnTo>
                        <a:pt x="29" y="2"/>
                      </a:lnTo>
                      <a:lnTo>
                        <a:pt x="31" y="3"/>
                      </a:lnTo>
                      <a:lnTo>
                        <a:pt x="32" y="4"/>
                      </a:lnTo>
                      <a:lnTo>
                        <a:pt x="33" y="7"/>
                      </a:lnTo>
                      <a:lnTo>
                        <a:pt x="35" y="5"/>
                      </a:lnTo>
                      <a:lnTo>
                        <a:pt x="36" y="5"/>
                      </a:lnTo>
                      <a:lnTo>
                        <a:pt x="38" y="5"/>
                      </a:lnTo>
                      <a:lnTo>
                        <a:pt x="39" y="5"/>
                      </a:lnTo>
                      <a:lnTo>
                        <a:pt x="40" y="4"/>
                      </a:lnTo>
                      <a:lnTo>
                        <a:pt x="42" y="4"/>
                      </a:lnTo>
                      <a:lnTo>
                        <a:pt x="43" y="4"/>
                      </a:lnTo>
                      <a:lnTo>
                        <a:pt x="45" y="4"/>
                      </a:lnTo>
                      <a:lnTo>
                        <a:pt x="46" y="5"/>
                      </a:lnTo>
                      <a:lnTo>
                        <a:pt x="47" y="5"/>
                      </a:lnTo>
                      <a:lnTo>
                        <a:pt x="49" y="6"/>
                      </a:lnTo>
                      <a:lnTo>
                        <a:pt x="50" y="7"/>
                      </a:lnTo>
                      <a:lnTo>
                        <a:pt x="52" y="7"/>
                      </a:lnTo>
                      <a:lnTo>
                        <a:pt x="53" y="8"/>
                      </a:lnTo>
                      <a:lnTo>
                        <a:pt x="54" y="7"/>
                      </a:lnTo>
                      <a:lnTo>
                        <a:pt x="56" y="7"/>
                      </a:lnTo>
                      <a:lnTo>
                        <a:pt x="57" y="8"/>
                      </a:lnTo>
                      <a:lnTo>
                        <a:pt x="59" y="6"/>
                      </a:lnTo>
                      <a:lnTo>
                        <a:pt x="60" y="6"/>
                      </a:lnTo>
                      <a:lnTo>
                        <a:pt x="61" y="5"/>
                      </a:lnTo>
                      <a:lnTo>
                        <a:pt x="63" y="7"/>
                      </a:lnTo>
                      <a:lnTo>
                        <a:pt x="64" y="7"/>
                      </a:lnTo>
                      <a:lnTo>
                        <a:pt x="66" y="6"/>
                      </a:lnTo>
                      <a:lnTo>
                        <a:pt x="67" y="7"/>
                      </a:lnTo>
                      <a:lnTo>
                        <a:pt x="68" y="7"/>
                      </a:lnTo>
                      <a:lnTo>
                        <a:pt x="70" y="7"/>
                      </a:lnTo>
                      <a:lnTo>
                        <a:pt x="71" y="6"/>
                      </a:lnTo>
                      <a:lnTo>
                        <a:pt x="73" y="6"/>
                      </a:lnTo>
                      <a:lnTo>
                        <a:pt x="74" y="6"/>
                      </a:lnTo>
                      <a:lnTo>
                        <a:pt x="75" y="6"/>
                      </a:lnTo>
                      <a:lnTo>
                        <a:pt x="77" y="6"/>
                      </a:lnTo>
                      <a:lnTo>
                        <a:pt x="78" y="6"/>
                      </a:lnTo>
                      <a:lnTo>
                        <a:pt x="80" y="6"/>
                      </a:lnTo>
                      <a:lnTo>
                        <a:pt x="81" y="6"/>
                      </a:lnTo>
                      <a:lnTo>
                        <a:pt x="82" y="6"/>
                      </a:lnTo>
                      <a:lnTo>
                        <a:pt x="84" y="6"/>
                      </a:lnTo>
                      <a:lnTo>
                        <a:pt x="85" y="6"/>
                      </a:lnTo>
                      <a:lnTo>
                        <a:pt x="87" y="6"/>
                      </a:lnTo>
                      <a:lnTo>
                        <a:pt x="88" y="6"/>
                      </a:lnTo>
                      <a:lnTo>
                        <a:pt x="90" y="6"/>
                      </a:lnTo>
                      <a:lnTo>
                        <a:pt x="91" y="6"/>
                      </a:lnTo>
                      <a:lnTo>
                        <a:pt x="92" y="6"/>
                      </a:lnTo>
                      <a:lnTo>
                        <a:pt x="94" y="6"/>
                      </a:lnTo>
                      <a:lnTo>
                        <a:pt x="95" y="6"/>
                      </a:lnTo>
                      <a:lnTo>
                        <a:pt x="97" y="6"/>
                      </a:lnTo>
                      <a:lnTo>
                        <a:pt x="98" y="6"/>
                      </a:lnTo>
                      <a:lnTo>
                        <a:pt x="99" y="6"/>
                      </a:lnTo>
                      <a:lnTo>
                        <a:pt x="101" y="6"/>
                      </a:lnTo>
                      <a:lnTo>
                        <a:pt x="102" y="6"/>
                      </a:lnTo>
                      <a:lnTo>
                        <a:pt x="104" y="5"/>
                      </a:lnTo>
                      <a:lnTo>
                        <a:pt x="105" y="5"/>
                      </a:lnTo>
                      <a:lnTo>
                        <a:pt x="106" y="5"/>
                      </a:lnTo>
                      <a:lnTo>
                        <a:pt x="108" y="5"/>
                      </a:lnTo>
                      <a:lnTo>
                        <a:pt x="109" y="5"/>
                      </a:lnTo>
                      <a:lnTo>
                        <a:pt x="111" y="5"/>
                      </a:lnTo>
                      <a:lnTo>
                        <a:pt x="112" y="5"/>
                      </a:lnTo>
                      <a:lnTo>
                        <a:pt x="113" y="5"/>
                      </a:lnTo>
                      <a:lnTo>
                        <a:pt x="115" y="5"/>
                      </a:lnTo>
                      <a:lnTo>
                        <a:pt x="116" y="5"/>
                      </a:lnTo>
                      <a:lnTo>
                        <a:pt x="118" y="5"/>
                      </a:lnTo>
                      <a:lnTo>
                        <a:pt x="119" y="5"/>
                      </a:lnTo>
                      <a:lnTo>
                        <a:pt x="120" y="5"/>
                      </a:lnTo>
                      <a:lnTo>
                        <a:pt x="122" y="5"/>
                      </a:lnTo>
                      <a:lnTo>
                        <a:pt x="123" y="5"/>
                      </a:lnTo>
                      <a:lnTo>
                        <a:pt x="125" y="5"/>
                      </a:lnTo>
                      <a:lnTo>
                        <a:pt x="126" y="5"/>
                      </a:lnTo>
                      <a:lnTo>
                        <a:pt x="127" y="5"/>
                      </a:lnTo>
                      <a:lnTo>
                        <a:pt x="129" y="5"/>
                      </a:lnTo>
                      <a:lnTo>
                        <a:pt x="130" y="5"/>
                      </a:lnTo>
                      <a:lnTo>
                        <a:pt x="132" y="5"/>
                      </a:lnTo>
                      <a:lnTo>
                        <a:pt x="133" y="5"/>
                      </a:lnTo>
                      <a:lnTo>
                        <a:pt x="134" y="5"/>
                      </a:lnTo>
                      <a:lnTo>
                        <a:pt x="136" y="5"/>
                      </a:lnTo>
                      <a:lnTo>
                        <a:pt x="137" y="5"/>
                      </a:lnTo>
                      <a:lnTo>
                        <a:pt x="139" y="5"/>
                      </a:lnTo>
                      <a:lnTo>
                        <a:pt x="140" y="5"/>
                      </a:lnTo>
                      <a:lnTo>
                        <a:pt x="141" y="5"/>
                      </a:lnTo>
                      <a:lnTo>
                        <a:pt x="143" y="5"/>
                      </a:lnTo>
                      <a:lnTo>
                        <a:pt x="144" y="5"/>
                      </a:lnTo>
                      <a:lnTo>
                        <a:pt x="146" y="5"/>
                      </a:lnTo>
                      <a:lnTo>
                        <a:pt x="147" y="5"/>
                      </a:lnTo>
                      <a:lnTo>
                        <a:pt x="148" y="5"/>
                      </a:lnTo>
                      <a:lnTo>
                        <a:pt x="150" y="5"/>
                      </a:lnTo>
                      <a:lnTo>
                        <a:pt x="151" y="5"/>
                      </a:lnTo>
                      <a:lnTo>
                        <a:pt x="153" y="5"/>
                      </a:lnTo>
                      <a:lnTo>
                        <a:pt x="154" y="5"/>
                      </a:lnTo>
                      <a:lnTo>
                        <a:pt x="156" y="5"/>
                      </a:lnTo>
                      <a:lnTo>
                        <a:pt x="157" y="5"/>
                      </a:lnTo>
                      <a:lnTo>
                        <a:pt x="158" y="5"/>
                      </a:lnTo>
                      <a:lnTo>
                        <a:pt x="160" y="5"/>
                      </a:lnTo>
                      <a:lnTo>
                        <a:pt x="161" y="5"/>
                      </a:lnTo>
                      <a:lnTo>
                        <a:pt x="163" y="5"/>
                      </a:lnTo>
                      <a:lnTo>
                        <a:pt x="164" y="5"/>
                      </a:lnTo>
                      <a:lnTo>
                        <a:pt x="165" y="5"/>
                      </a:lnTo>
                      <a:lnTo>
                        <a:pt x="167" y="5"/>
                      </a:lnTo>
                      <a:lnTo>
                        <a:pt x="168" y="5"/>
                      </a:lnTo>
                      <a:lnTo>
                        <a:pt x="170" y="4"/>
                      </a:lnTo>
                      <a:lnTo>
                        <a:pt x="171" y="4"/>
                      </a:lnTo>
                      <a:lnTo>
                        <a:pt x="172" y="4"/>
                      </a:lnTo>
                      <a:lnTo>
                        <a:pt x="174" y="4"/>
                      </a:lnTo>
                      <a:lnTo>
                        <a:pt x="175" y="4"/>
                      </a:lnTo>
                      <a:lnTo>
                        <a:pt x="177" y="4"/>
                      </a:lnTo>
                      <a:lnTo>
                        <a:pt x="178" y="4"/>
                      </a:lnTo>
                      <a:lnTo>
                        <a:pt x="179" y="4"/>
                      </a:lnTo>
                      <a:lnTo>
                        <a:pt x="181" y="4"/>
                      </a:lnTo>
                      <a:lnTo>
                        <a:pt x="182" y="4"/>
                      </a:lnTo>
                      <a:lnTo>
                        <a:pt x="184" y="4"/>
                      </a:lnTo>
                      <a:lnTo>
                        <a:pt x="185" y="4"/>
                      </a:lnTo>
                      <a:lnTo>
                        <a:pt x="186" y="4"/>
                      </a:lnTo>
                      <a:lnTo>
                        <a:pt x="188" y="4"/>
                      </a:lnTo>
                      <a:lnTo>
                        <a:pt x="189" y="4"/>
                      </a:lnTo>
                      <a:lnTo>
                        <a:pt x="191" y="4"/>
                      </a:lnTo>
                      <a:lnTo>
                        <a:pt x="192" y="4"/>
                      </a:lnTo>
                      <a:lnTo>
                        <a:pt x="193" y="4"/>
                      </a:lnTo>
                      <a:lnTo>
                        <a:pt x="195" y="4"/>
                      </a:lnTo>
                      <a:lnTo>
                        <a:pt x="196" y="4"/>
                      </a:lnTo>
                      <a:lnTo>
                        <a:pt x="198" y="4"/>
                      </a:lnTo>
                      <a:lnTo>
                        <a:pt x="199" y="4"/>
                      </a:lnTo>
                      <a:lnTo>
                        <a:pt x="200" y="4"/>
                      </a:lnTo>
                      <a:lnTo>
                        <a:pt x="202" y="4"/>
                      </a:lnTo>
                      <a:lnTo>
                        <a:pt x="203" y="4"/>
                      </a:lnTo>
                      <a:lnTo>
                        <a:pt x="205" y="4"/>
                      </a:lnTo>
                      <a:lnTo>
                        <a:pt x="206" y="4"/>
                      </a:lnTo>
                      <a:lnTo>
                        <a:pt x="207" y="4"/>
                      </a:lnTo>
                      <a:lnTo>
                        <a:pt x="209" y="4"/>
                      </a:lnTo>
                      <a:lnTo>
                        <a:pt x="210" y="4"/>
                      </a:lnTo>
                      <a:lnTo>
                        <a:pt x="212" y="4"/>
                      </a:lnTo>
                      <a:lnTo>
                        <a:pt x="213" y="4"/>
                      </a:lnTo>
                      <a:lnTo>
                        <a:pt x="214" y="4"/>
                      </a:lnTo>
                      <a:lnTo>
                        <a:pt x="216" y="4"/>
                      </a:lnTo>
                      <a:lnTo>
                        <a:pt x="217" y="4"/>
                      </a:lnTo>
                      <a:lnTo>
                        <a:pt x="219" y="4"/>
                      </a:lnTo>
                      <a:lnTo>
                        <a:pt x="220" y="3"/>
                      </a:lnTo>
                      <a:lnTo>
                        <a:pt x="222" y="3"/>
                      </a:lnTo>
                      <a:lnTo>
                        <a:pt x="223" y="3"/>
                      </a:lnTo>
                      <a:lnTo>
                        <a:pt x="224" y="3"/>
                      </a:lnTo>
                      <a:lnTo>
                        <a:pt x="226" y="3"/>
                      </a:lnTo>
                      <a:lnTo>
                        <a:pt x="227" y="3"/>
                      </a:lnTo>
                      <a:lnTo>
                        <a:pt x="229" y="3"/>
                      </a:lnTo>
                      <a:lnTo>
                        <a:pt x="230" y="3"/>
                      </a:lnTo>
                      <a:lnTo>
                        <a:pt x="231" y="3"/>
                      </a:lnTo>
                      <a:lnTo>
                        <a:pt x="233" y="3"/>
                      </a:lnTo>
                      <a:lnTo>
                        <a:pt x="234" y="3"/>
                      </a:lnTo>
                      <a:lnTo>
                        <a:pt x="236" y="3"/>
                      </a:lnTo>
                      <a:lnTo>
                        <a:pt x="237" y="3"/>
                      </a:lnTo>
                      <a:lnTo>
                        <a:pt x="238" y="4"/>
                      </a:lnTo>
                    </a:path>
                  </a:pathLst>
                </a:custGeom>
                <a:noFill/>
                <a:ln cap="flat" cmpd="sng" w="25400">
                  <a:solidFill>
                    <a:srgbClr val="0000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grpSp>
          <p:grpSp>
            <p:nvGrpSpPr>
              <p:cNvPr id="363" name="Google Shape;363;p16"/>
              <p:cNvGrpSpPr/>
              <p:nvPr/>
            </p:nvGrpSpPr>
            <p:grpSpPr>
              <a:xfrm>
                <a:off x="5826173" y="1790700"/>
                <a:ext cx="5627194" cy="2931270"/>
                <a:chOff x="5826173" y="1790700"/>
                <a:chExt cx="5627194" cy="2931270"/>
              </a:xfrm>
            </p:grpSpPr>
            <p:cxnSp>
              <p:nvCxnSpPr>
                <p:cNvPr id="364" name="Google Shape;364;p16"/>
                <p:cNvCxnSpPr/>
                <p:nvPr/>
              </p:nvCxnSpPr>
              <p:spPr>
                <a:xfrm rot="10800000">
                  <a:off x="6376988" y="1906588"/>
                  <a:ext cx="0" cy="2471738"/>
                </a:xfrm>
                <a:prstGeom prst="straightConnector1">
                  <a:avLst/>
                </a:prstGeom>
                <a:noFill/>
                <a:ln cap="flat" cmpd="sng" w="9525">
                  <a:solidFill>
                    <a:srgbClr val="000000"/>
                  </a:solidFill>
                  <a:prstDash val="solid"/>
                  <a:round/>
                  <a:headEnd len="med" w="med" type="none"/>
                  <a:tailEnd len="med" w="med" type="none"/>
                </a:ln>
              </p:spPr>
            </p:cxnSp>
            <p:cxnSp>
              <p:nvCxnSpPr>
                <p:cNvPr id="365" name="Google Shape;365;p16"/>
                <p:cNvCxnSpPr/>
                <p:nvPr/>
              </p:nvCxnSpPr>
              <p:spPr>
                <a:xfrm rot="10800000">
                  <a:off x="6369050" y="437832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66" name="Google Shape;366;p16"/>
                <p:cNvCxnSpPr/>
                <p:nvPr/>
              </p:nvCxnSpPr>
              <p:spPr>
                <a:xfrm rot="10800000">
                  <a:off x="6369050" y="4267200"/>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67" name="Google Shape;367;p16"/>
                <p:cNvCxnSpPr/>
                <p:nvPr/>
              </p:nvCxnSpPr>
              <p:spPr>
                <a:xfrm rot="10800000">
                  <a:off x="6369050" y="415448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68" name="Google Shape;368;p16"/>
                <p:cNvCxnSpPr/>
                <p:nvPr/>
              </p:nvCxnSpPr>
              <p:spPr>
                <a:xfrm rot="10800000">
                  <a:off x="6369050" y="404177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69" name="Google Shape;369;p16"/>
                <p:cNvCxnSpPr/>
                <p:nvPr/>
              </p:nvCxnSpPr>
              <p:spPr>
                <a:xfrm rot="10800000">
                  <a:off x="6369050" y="392906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70" name="Google Shape;370;p16"/>
                <p:cNvCxnSpPr/>
                <p:nvPr/>
              </p:nvCxnSpPr>
              <p:spPr>
                <a:xfrm rot="10800000">
                  <a:off x="6369050" y="381793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71" name="Google Shape;371;p16"/>
                <p:cNvCxnSpPr/>
                <p:nvPr/>
              </p:nvCxnSpPr>
              <p:spPr>
                <a:xfrm rot="10800000">
                  <a:off x="6369050" y="370522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72" name="Google Shape;372;p16"/>
                <p:cNvCxnSpPr/>
                <p:nvPr/>
              </p:nvCxnSpPr>
              <p:spPr>
                <a:xfrm rot="10800000">
                  <a:off x="6369050" y="359251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73" name="Google Shape;373;p16"/>
                <p:cNvCxnSpPr/>
                <p:nvPr/>
              </p:nvCxnSpPr>
              <p:spPr>
                <a:xfrm rot="10800000">
                  <a:off x="6369050" y="348138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74" name="Google Shape;374;p16"/>
                <p:cNvCxnSpPr/>
                <p:nvPr/>
              </p:nvCxnSpPr>
              <p:spPr>
                <a:xfrm rot="10800000">
                  <a:off x="6369050" y="336867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75" name="Google Shape;375;p16"/>
                <p:cNvCxnSpPr/>
                <p:nvPr/>
              </p:nvCxnSpPr>
              <p:spPr>
                <a:xfrm rot="10800000">
                  <a:off x="6369050" y="325596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76" name="Google Shape;376;p16"/>
                <p:cNvCxnSpPr/>
                <p:nvPr/>
              </p:nvCxnSpPr>
              <p:spPr>
                <a:xfrm rot="10800000">
                  <a:off x="6369050" y="3143250"/>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77" name="Google Shape;377;p16"/>
                <p:cNvCxnSpPr/>
                <p:nvPr/>
              </p:nvCxnSpPr>
              <p:spPr>
                <a:xfrm rot="10800000">
                  <a:off x="6369050" y="303212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78" name="Google Shape;378;p16"/>
                <p:cNvCxnSpPr/>
                <p:nvPr/>
              </p:nvCxnSpPr>
              <p:spPr>
                <a:xfrm rot="10800000">
                  <a:off x="6369050" y="291941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79" name="Google Shape;379;p16"/>
                <p:cNvCxnSpPr/>
                <p:nvPr/>
              </p:nvCxnSpPr>
              <p:spPr>
                <a:xfrm rot="10800000">
                  <a:off x="6369050" y="2806700"/>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80" name="Google Shape;380;p16"/>
                <p:cNvCxnSpPr/>
                <p:nvPr/>
              </p:nvCxnSpPr>
              <p:spPr>
                <a:xfrm rot="10800000">
                  <a:off x="6369050" y="269557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81" name="Google Shape;381;p16"/>
                <p:cNvCxnSpPr/>
                <p:nvPr/>
              </p:nvCxnSpPr>
              <p:spPr>
                <a:xfrm rot="10800000">
                  <a:off x="6369050" y="258286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82" name="Google Shape;382;p16"/>
                <p:cNvCxnSpPr/>
                <p:nvPr/>
              </p:nvCxnSpPr>
              <p:spPr>
                <a:xfrm rot="10800000">
                  <a:off x="6369050" y="2470150"/>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83" name="Google Shape;383;p16"/>
                <p:cNvCxnSpPr/>
                <p:nvPr/>
              </p:nvCxnSpPr>
              <p:spPr>
                <a:xfrm rot="10800000">
                  <a:off x="6369050" y="235743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84" name="Google Shape;384;p16"/>
                <p:cNvCxnSpPr/>
                <p:nvPr/>
              </p:nvCxnSpPr>
              <p:spPr>
                <a:xfrm rot="10800000">
                  <a:off x="6369050" y="224631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85" name="Google Shape;385;p16"/>
                <p:cNvCxnSpPr/>
                <p:nvPr/>
              </p:nvCxnSpPr>
              <p:spPr>
                <a:xfrm rot="10800000">
                  <a:off x="6369050" y="2133600"/>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86" name="Google Shape;386;p16"/>
                <p:cNvCxnSpPr/>
                <p:nvPr/>
              </p:nvCxnSpPr>
              <p:spPr>
                <a:xfrm rot="10800000">
                  <a:off x="6369050" y="202088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87" name="Google Shape;387;p16"/>
                <p:cNvCxnSpPr/>
                <p:nvPr/>
              </p:nvCxnSpPr>
              <p:spPr>
                <a:xfrm rot="10800000">
                  <a:off x="6369050" y="190817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388" name="Google Shape;388;p16"/>
                <p:cNvCxnSpPr/>
                <p:nvPr/>
              </p:nvCxnSpPr>
              <p:spPr>
                <a:xfrm rot="10800000">
                  <a:off x="6356350" y="4378325"/>
                  <a:ext cx="30162" cy="0"/>
                </a:xfrm>
                <a:prstGeom prst="straightConnector1">
                  <a:avLst/>
                </a:prstGeom>
                <a:noFill/>
                <a:ln cap="flat" cmpd="sng" w="9525">
                  <a:solidFill>
                    <a:srgbClr val="000000"/>
                  </a:solidFill>
                  <a:prstDash val="solid"/>
                  <a:round/>
                  <a:headEnd len="med" w="med" type="none"/>
                  <a:tailEnd len="med" w="med" type="none"/>
                </a:ln>
              </p:spPr>
            </p:cxnSp>
            <p:cxnSp>
              <p:nvCxnSpPr>
                <p:cNvPr id="389" name="Google Shape;389;p16"/>
                <p:cNvCxnSpPr/>
                <p:nvPr/>
              </p:nvCxnSpPr>
              <p:spPr>
                <a:xfrm rot="10800000">
                  <a:off x="6356350" y="4154488"/>
                  <a:ext cx="30162" cy="0"/>
                </a:xfrm>
                <a:prstGeom prst="straightConnector1">
                  <a:avLst/>
                </a:prstGeom>
                <a:noFill/>
                <a:ln cap="flat" cmpd="sng" w="9525">
                  <a:solidFill>
                    <a:srgbClr val="000000"/>
                  </a:solidFill>
                  <a:prstDash val="solid"/>
                  <a:round/>
                  <a:headEnd len="med" w="med" type="none"/>
                  <a:tailEnd len="med" w="med" type="none"/>
                </a:ln>
              </p:spPr>
            </p:cxnSp>
            <p:cxnSp>
              <p:nvCxnSpPr>
                <p:cNvPr id="390" name="Google Shape;390;p16"/>
                <p:cNvCxnSpPr/>
                <p:nvPr/>
              </p:nvCxnSpPr>
              <p:spPr>
                <a:xfrm rot="10800000">
                  <a:off x="6356350" y="3929063"/>
                  <a:ext cx="30162" cy="0"/>
                </a:xfrm>
                <a:prstGeom prst="straightConnector1">
                  <a:avLst/>
                </a:prstGeom>
                <a:noFill/>
                <a:ln cap="flat" cmpd="sng" w="9525">
                  <a:solidFill>
                    <a:srgbClr val="000000"/>
                  </a:solidFill>
                  <a:prstDash val="solid"/>
                  <a:round/>
                  <a:headEnd len="med" w="med" type="none"/>
                  <a:tailEnd len="med" w="med" type="none"/>
                </a:ln>
              </p:spPr>
            </p:cxnSp>
            <p:cxnSp>
              <p:nvCxnSpPr>
                <p:cNvPr id="391" name="Google Shape;391;p16"/>
                <p:cNvCxnSpPr/>
                <p:nvPr/>
              </p:nvCxnSpPr>
              <p:spPr>
                <a:xfrm rot="10800000">
                  <a:off x="6356350" y="3705225"/>
                  <a:ext cx="30162" cy="0"/>
                </a:xfrm>
                <a:prstGeom prst="straightConnector1">
                  <a:avLst/>
                </a:prstGeom>
                <a:noFill/>
                <a:ln cap="flat" cmpd="sng" w="9525">
                  <a:solidFill>
                    <a:srgbClr val="000000"/>
                  </a:solidFill>
                  <a:prstDash val="solid"/>
                  <a:round/>
                  <a:headEnd len="med" w="med" type="none"/>
                  <a:tailEnd len="med" w="med" type="none"/>
                </a:ln>
              </p:spPr>
            </p:cxnSp>
            <p:cxnSp>
              <p:nvCxnSpPr>
                <p:cNvPr id="392" name="Google Shape;392;p16"/>
                <p:cNvCxnSpPr/>
                <p:nvPr/>
              </p:nvCxnSpPr>
              <p:spPr>
                <a:xfrm rot="10800000">
                  <a:off x="6356350" y="3481388"/>
                  <a:ext cx="30162" cy="0"/>
                </a:xfrm>
                <a:prstGeom prst="straightConnector1">
                  <a:avLst/>
                </a:prstGeom>
                <a:noFill/>
                <a:ln cap="flat" cmpd="sng" w="9525">
                  <a:solidFill>
                    <a:srgbClr val="000000"/>
                  </a:solidFill>
                  <a:prstDash val="solid"/>
                  <a:round/>
                  <a:headEnd len="med" w="med" type="none"/>
                  <a:tailEnd len="med" w="med" type="none"/>
                </a:ln>
              </p:spPr>
            </p:cxnSp>
            <p:cxnSp>
              <p:nvCxnSpPr>
                <p:cNvPr id="393" name="Google Shape;393;p16"/>
                <p:cNvCxnSpPr/>
                <p:nvPr/>
              </p:nvCxnSpPr>
              <p:spPr>
                <a:xfrm rot="10800000">
                  <a:off x="6356350" y="3255963"/>
                  <a:ext cx="30162" cy="0"/>
                </a:xfrm>
                <a:prstGeom prst="straightConnector1">
                  <a:avLst/>
                </a:prstGeom>
                <a:noFill/>
                <a:ln cap="flat" cmpd="sng" w="9525">
                  <a:solidFill>
                    <a:srgbClr val="000000"/>
                  </a:solidFill>
                  <a:prstDash val="solid"/>
                  <a:round/>
                  <a:headEnd len="med" w="med" type="none"/>
                  <a:tailEnd len="med" w="med" type="none"/>
                </a:ln>
              </p:spPr>
            </p:cxnSp>
            <p:cxnSp>
              <p:nvCxnSpPr>
                <p:cNvPr id="394" name="Google Shape;394;p16"/>
                <p:cNvCxnSpPr/>
                <p:nvPr/>
              </p:nvCxnSpPr>
              <p:spPr>
                <a:xfrm rot="10800000">
                  <a:off x="6356350" y="3032125"/>
                  <a:ext cx="30162" cy="0"/>
                </a:xfrm>
                <a:prstGeom prst="straightConnector1">
                  <a:avLst/>
                </a:prstGeom>
                <a:noFill/>
                <a:ln cap="flat" cmpd="sng" w="9525">
                  <a:solidFill>
                    <a:srgbClr val="000000"/>
                  </a:solidFill>
                  <a:prstDash val="solid"/>
                  <a:round/>
                  <a:headEnd len="med" w="med" type="none"/>
                  <a:tailEnd len="med" w="med" type="none"/>
                </a:ln>
              </p:spPr>
            </p:cxnSp>
            <p:cxnSp>
              <p:nvCxnSpPr>
                <p:cNvPr id="395" name="Google Shape;395;p16"/>
                <p:cNvCxnSpPr/>
                <p:nvPr/>
              </p:nvCxnSpPr>
              <p:spPr>
                <a:xfrm rot="10800000">
                  <a:off x="6356350" y="2806700"/>
                  <a:ext cx="30162" cy="0"/>
                </a:xfrm>
                <a:prstGeom prst="straightConnector1">
                  <a:avLst/>
                </a:prstGeom>
                <a:noFill/>
                <a:ln cap="flat" cmpd="sng" w="9525">
                  <a:solidFill>
                    <a:srgbClr val="000000"/>
                  </a:solidFill>
                  <a:prstDash val="solid"/>
                  <a:round/>
                  <a:headEnd len="med" w="med" type="none"/>
                  <a:tailEnd len="med" w="med" type="none"/>
                </a:ln>
              </p:spPr>
            </p:cxnSp>
            <p:cxnSp>
              <p:nvCxnSpPr>
                <p:cNvPr id="396" name="Google Shape;396;p16"/>
                <p:cNvCxnSpPr/>
                <p:nvPr/>
              </p:nvCxnSpPr>
              <p:spPr>
                <a:xfrm rot="10800000">
                  <a:off x="6356350" y="2582863"/>
                  <a:ext cx="30162" cy="0"/>
                </a:xfrm>
                <a:prstGeom prst="straightConnector1">
                  <a:avLst/>
                </a:prstGeom>
                <a:noFill/>
                <a:ln cap="flat" cmpd="sng" w="9525">
                  <a:solidFill>
                    <a:srgbClr val="000000"/>
                  </a:solidFill>
                  <a:prstDash val="solid"/>
                  <a:round/>
                  <a:headEnd len="med" w="med" type="none"/>
                  <a:tailEnd len="med" w="med" type="none"/>
                </a:ln>
              </p:spPr>
            </p:cxnSp>
            <p:cxnSp>
              <p:nvCxnSpPr>
                <p:cNvPr id="397" name="Google Shape;397;p16"/>
                <p:cNvCxnSpPr/>
                <p:nvPr/>
              </p:nvCxnSpPr>
              <p:spPr>
                <a:xfrm rot="10800000">
                  <a:off x="6356350" y="2357438"/>
                  <a:ext cx="30162" cy="0"/>
                </a:xfrm>
                <a:prstGeom prst="straightConnector1">
                  <a:avLst/>
                </a:prstGeom>
                <a:noFill/>
                <a:ln cap="flat" cmpd="sng" w="9525">
                  <a:solidFill>
                    <a:srgbClr val="000000"/>
                  </a:solidFill>
                  <a:prstDash val="solid"/>
                  <a:round/>
                  <a:headEnd len="med" w="med" type="none"/>
                  <a:tailEnd len="med" w="med" type="none"/>
                </a:ln>
              </p:spPr>
            </p:cxnSp>
            <p:cxnSp>
              <p:nvCxnSpPr>
                <p:cNvPr id="398" name="Google Shape;398;p16"/>
                <p:cNvCxnSpPr/>
                <p:nvPr/>
              </p:nvCxnSpPr>
              <p:spPr>
                <a:xfrm rot="10800000">
                  <a:off x="6356350" y="2133600"/>
                  <a:ext cx="30162" cy="0"/>
                </a:xfrm>
                <a:prstGeom prst="straightConnector1">
                  <a:avLst/>
                </a:prstGeom>
                <a:noFill/>
                <a:ln cap="flat" cmpd="sng" w="9525">
                  <a:solidFill>
                    <a:srgbClr val="000000"/>
                  </a:solidFill>
                  <a:prstDash val="solid"/>
                  <a:round/>
                  <a:headEnd len="med" w="med" type="none"/>
                  <a:tailEnd len="med" w="med" type="none"/>
                </a:ln>
              </p:spPr>
            </p:cxnSp>
            <p:cxnSp>
              <p:nvCxnSpPr>
                <p:cNvPr id="399" name="Google Shape;399;p16"/>
                <p:cNvCxnSpPr/>
                <p:nvPr/>
              </p:nvCxnSpPr>
              <p:spPr>
                <a:xfrm rot="10800000">
                  <a:off x="6356350" y="1908175"/>
                  <a:ext cx="30162" cy="0"/>
                </a:xfrm>
                <a:prstGeom prst="straightConnector1">
                  <a:avLst/>
                </a:prstGeom>
                <a:noFill/>
                <a:ln cap="flat" cmpd="sng" w="9525">
                  <a:solidFill>
                    <a:srgbClr val="000000"/>
                  </a:solidFill>
                  <a:prstDash val="solid"/>
                  <a:round/>
                  <a:headEnd len="med" w="med" type="none"/>
                  <a:tailEnd len="med" w="med" type="none"/>
                </a:ln>
              </p:spPr>
            </p:cxnSp>
            <p:sp>
              <p:nvSpPr>
                <p:cNvPr id="400" name="Google Shape;400;p16"/>
                <p:cNvSpPr/>
                <p:nvPr/>
              </p:nvSpPr>
              <p:spPr>
                <a:xfrm>
                  <a:off x="6055741" y="4308666"/>
                  <a:ext cx="254878"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401" name="Google Shape;401;p16"/>
                <p:cNvSpPr/>
                <p:nvPr/>
              </p:nvSpPr>
              <p:spPr>
                <a:xfrm>
                  <a:off x="6120829" y="4084828"/>
                  <a:ext cx="70532"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a:t>
                  </a:r>
                  <a:endParaRPr b="0" i="0" sz="1000" u="none" cap="none" strike="noStrike">
                    <a:solidFill>
                      <a:schemeClr val="dk1"/>
                    </a:solidFill>
                    <a:latin typeface="Arial"/>
                    <a:ea typeface="Arial"/>
                    <a:cs typeface="Arial"/>
                    <a:sym typeface="Arial"/>
                  </a:endParaRPr>
                </a:p>
              </p:txBody>
            </p:sp>
            <p:sp>
              <p:nvSpPr>
                <p:cNvPr id="402" name="Google Shape;402;p16"/>
                <p:cNvSpPr/>
                <p:nvPr/>
              </p:nvSpPr>
              <p:spPr>
                <a:xfrm>
                  <a:off x="6068441" y="3860991"/>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403" name="Google Shape;403;p16"/>
                <p:cNvSpPr/>
                <p:nvPr/>
              </p:nvSpPr>
              <p:spPr>
                <a:xfrm>
                  <a:off x="6068441" y="3635566"/>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400</a:t>
                  </a:r>
                  <a:endParaRPr b="0" i="0" sz="1000" u="none" cap="none" strike="noStrike">
                    <a:solidFill>
                      <a:schemeClr val="dk1"/>
                    </a:solidFill>
                    <a:latin typeface="Arial"/>
                    <a:ea typeface="Arial"/>
                    <a:cs typeface="Arial"/>
                    <a:sym typeface="Arial"/>
                  </a:endParaRPr>
                </a:p>
              </p:txBody>
            </p:sp>
            <p:sp>
              <p:nvSpPr>
                <p:cNvPr id="404" name="Google Shape;404;p16"/>
                <p:cNvSpPr/>
                <p:nvPr/>
              </p:nvSpPr>
              <p:spPr>
                <a:xfrm>
                  <a:off x="6068441" y="3411728"/>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600</a:t>
                  </a:r>
                  <a:endParaRPr b="0" i="0" sz="1000" u="none" cap="none" strike="noStrike">
                    <a:solidFill>
                      <a:schemeClr val="dk1"/>
                    </a:solidFill>
                    <a:latin typeface="Arial"/>
                    <a:ea typeface="Arial"/>
                    <a:cs typeface="Arial"/>
                    <a:sym typeface="Arial"/>
                  </a:endParaRPr>
                </a:p>
              </p:txBody>
            </p:sp>
            <p:sp>
              <p:nvSpPr>
                <p:cNvPr id="405" name="Google Shape;405;p16"/>
                <p:cNvSpPr/>
                <p:nvPr/>
              </p:nvSpPr>
              <p:spPr>
                <a:xfrm>
                  <a:off x="6068441" y="3186303"/>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800</a:t>
                  </a:r>
                  <a:endParaRPr b="0" i="0" sz="1000" u="none" cap="none" strike="noStrike">
                    <a:solidFill>
                      <a:schemeClr val="dk1"/>
                    </a:solidFill>
                    <a:latin typeface="Arial"/>
                    <a:ea typeface="Arial"/>
                    <a:cs typeface="Arial"/>
                    <a:sym typeface="Arial"/>
                  </a:endParaRPr>
                </a:p>
              </p:txBody>
            </p:sp>
            <p:sp>
              <p:nvSpPr>
                <p:cNvPr id="406" name="Google Shape;406;p16"/>
                <p:cNvSpPr/>
                <p:nvPr/>
              </p:nvSpPr>
              <p:spPr>
                <a:xfrm>
                  <a:off x="6044629" y="2962466"/>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1000</a:t>
                  </a:r>
                  <a:endParaRPr b="0" i="0" sz="1000" u="none" cap="none" strike="noStrike">
                    <a:solidFill>
                      <a:schemeClr val="dk1"/>
                    </a:solidFill>
                    <a:latin typeface="Arial"/>
                    <a:ea typeface="Arial"/>
                    <a:cs typeface="Arial"/>
                    <a:sym typeface="Arial"/>
                  </a:endParaRPr>
                </a:p>
              </p:txBody>
            </p:sp>
            <p:sp>
              <p:nvSpPr>
                <p:cNvPr id="407" name="Google Shape;407;p16"/>
                <p:cNvSpPr/>
                <p:nvPr/>
              </p:nvSpPr>
              <p:spPr>
                <a:xfrm>
                  <a:off x="6044629" y="2737041"/>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1200</a:t>
                  </a:r>
                  <a:endParaRPr b="0" i="0" sz="1000" u="none" cap="none" strike="noStrike">
                    <a:solidFill>
                      <a:schemeClr val="dk1"/>
                    </a:solidFill>
                    <a:latin typeface="Arial"/>
                    <a:ea typeface="Arial"/>
                    <a:cs typeface="Arial"/>
                    <a:sym typeface="Arial"/>
                  </a:endParaRPr>
                </a:p>
              </p:txBody>
            </p:sp>
            <p:sp>
              <p:nvSpPr>
                <p:cNvPr id="408" name="Google Shape;408;p16"/>
                <p:cNvSpPr/>
                <p:nvPr/>
              </p:nvSpPr>
              <p:spPr>
                <a:xfrm>
                  <a:off x="6044629" y="2513203"/>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1400</a:t>
                  </a:r>
                  <a:endParaRPr b="0" i="0" sz="1000" u="none" cap="none" strike="noStrike">
                    <a:solidFill>
                      <a:schemeClr val="dk1"/>
                    </a:solidFill>
                    <a:latin typeface="Arial"/>
                    <a:ea typeface="Arial"/>
                    <a:cs typeface="Arial"/>
                    <a:sym typeface="Arial"/>
                  </a:endParaRPr>
                </a:p>
              </p:txBody>
            </p:sp>
            <p:sp>
              <p:nvSpPr>
                <p:cNvPr id="409" name="Google Shape;409;p16"/>
                <p:cNvSpPr/>
                <p:nvPr/>
              </p:nvSpPr>
              <p:spPr>
                <a:xfrm>
                  <a:off x="6044629" y="2289366"/>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1600</a:t>
                  </a:r>
                  <a:endParaRPr b="0" i="0" sz="1000" u="none" cap="none" strike="noStrike">
                    <a:solidFill>
                      <a:schemeClr val="dk1"/>
                    </a:solidFill>
                    <a:latin typeface="Arial"/>
                    <a:ea typeface="Arial"/>
                    <a:cs typeface="Arial"/>
                    <a:sym typeface="Arial"/>
                  </a:endParaRPr>
                </a:p>
              </p:txBody>
            </p:sp>
            <p:sp>
              <p:nvSpPr>
                <p:cNvPr id="410" name="Google Shape;410;p16"/>
                <p:cNvSpPr/>
                <p:nvPr/>
              </p:nvSpPr>
              <p:spPr>
                <a:xfrm>
                  <a:off x="6044629" y="2063941"/>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1800</a:t>
                  </a:r>
                  <a:endParaRPr b="0" i="0" sz="1000" u="none" cap="none" strike="noStrike">
                    <a:solidFill>
                      <a:schemeClr val="dk1"/>
                    </a:solidFill>
                    <a:latin typeface="Arial"/>
                    <a:ea typeface="Arial"/>
                    <a:cs typeface="Arial"/>
                    <a:sym typeface="Arial"/>
                  </a:endParaRPr>
                </a:p>
              </p:txBody>
            </p:sp>
            <p:sp>
              <p:nvSpPr>
                <p:cNvPr id="411" name="Google Shape;411;p16"/>
                <p:cNvSpPr/>
                <p:nvPr/>
              </p:nvSpPr>
              <p:spPr>
                <a:xfrm>
                  <a:off x="6044629" y="1838516"/>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2000</a:t>
                  </a:r>
                  <a:endParaRPr b="0" i="0" sz="1000" u="none" cap="none" strike="noStrike">
                    <a:solidFill>
                      <a:schemeClr val="dk1"/>
                    </a:solidFill>
                    <a:latin typeface="Arial"/>
                    <a:ea typeface="Arial"/>
                    <a:cs typeface="Arial"/>
                    <a:sym typeface="Arial"/>
                  </a:endParaRPr>
                </a:p>
              </p:txBody>
            </p:sp>
            <p:cxnSp>
              <p:nvCxnSpPr>
                <p:cNvPr id="412" name="Google Shape;412;p16"/>
                <p:cNvCxnSpPr/>
                <p:nvPr/>
              </p:nvCxnSpPr>
              <p:spPr>
                <a:xfrm>
                  <a:off x="6376988" y="4378325"/>
                  <a:ext cx="4841875" cy="0"/>
                </a:xfrm>
                <a:prstGeom prst="straightConnector1">
                  <a:avLst/>
                </a:prstGeom>
                <a:noFill/>
                <a:ln cap="flat" cmpd="sng" w="9525">
                  <a:solidFill>
                    <a:srgbClr val="000000"/>
                  </a:solidFill>
                  <a:prstDash val="solid"/>
                  <a:round/>
                  <a:headEnd len="med" w="med" type="none"/>
                  <a:tailEnd len="med" w="med" type="none"/>
                </a:ln>
              </p:spPr>
            </p:cxnSp>
            <p:cxnSp>
              <p:nvCxnSpPr>
                <p:cNvPr id="413" name="Google Shape;413;p16"/>
                <p:cNvCxnSpPr/>
                <p:nvPr/>
              </p:nvCxnSpPr>
              <p:spPr>
                <a:xfrm>
                  <a:off x="6376988"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414" name="Google Shape;414;p16"/>
                <p:cNvCxnSpPr/>
                <p:nvPr/>
              </p:nvCxnSpPr>
              <p:spPr>
                <a:xfrm>
                  <a:off x="6723063"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415" name="Google Shape;415;p16"/>
                <p:cNvCxnSpPr/>
                <p:nvPr/>
              </p:nvCxnSpPr>
              <p:spPr>
                <a:xfrm>
                  <a:off x="7069138"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416" name="Google Shape;416;p16"/>
                <p:cNvCxnSpPr/>
                <p:nvPr/>
              </p:nvCxnSpPr>
              <p:spPr>
                <a:xfrm>
                  <a:off x="7413625"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417" name="Google Shape;417;p16"/>
                <p:cNvCxnSpPr/>
                <p:nvPr/>
              </p:nvCxnSpPr>
              <p:spPr>
                <a:xfrm>
                  <a:off x="7759700"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418" name="Google Shape;418;p16"/>
                <p:cNvCxnSpPr/>
                <p:nvPr/>
              </p:nvCxnSpPr>
              <p:spPr>
                <a:xfrm>
                  <a:off x="8105775"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419" name="Google Shape;419;p16"/>
                <p:cNvCxnSpPr/>
                <p:nvPr/>
              </p:nvCxnSpPr>
              <p:spPr>
                <a:xfrm>
                  <a:off x="8451850"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420" name="Google Shape;420;p16"/>
                <p:cNvCxnSpPr/>
                <p:nvPr/>
              </p:nvCxnSpPr>
              <p:spPr>
                <a:xfrm>
                  <a:off x="8796338"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421" name="Google Shape;421;p16"/>
                <p:cNvCxnSpPr/>
                <p:nvPr/>
              </p:nvCxnSpPr>
              <p:spPr>
                <a:xfrm>
                  <a:off x="9142413"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422" name="Google Shape;422;p16"/>
                <p:cNvCxnSpPr/>
                <p:nvPr/>
              </p:nvCxnSpPr>
              <p:spPr>
                <a:xfrm>
                  <a:off x="9488488"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423" name="Google Shape;423;p16"/>
                <p:cNvCxnSpPr/>
                <p:nvPr/>
              </p:nvCxnSpPr>
              <p:spPr>
                <a:xfrm>
                  <a:off x="9834563"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424" name="Google Shape;424;p16"/>
                <p:cNvCxnSpPr/>
                <p:nvPr/>
              </p:nvCxnSpPr>
              <p:spPr>
                <a:xfrm>
                  <a:off x="10179050"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425" name="Google Shape;425;p16"/>
                <p:cNvCxnSpPr/>
                <p:nvPr/>
              </p:nvCxnSpPr>
              <p:spPr>
                <a:xfrm>
                  <a:off x="10525125"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426" name="Google Shape;426;p16"/>
                <p:cNvCxnSpPr/>
                <p:nvPr/>
              </p:nvCxnSpPr>
              <p:spPr>
                <a:xfrm>
                  <a:off x="10871200"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427" name="Google Shape;427;p16"/>
                <p:cNvCxnSpPr/>
                <p:nvPr/>
              </p:nvCxnSpPr>
              <p:spPr>
                <a:xfrm>
                  <a:off x="11218863" y="437515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428" name="Google Shape;428;p16"/>
                <p:cNvCxnSpPr/>
                <p:nvPr/>
              </p:nvCxnSpPr>
              <p:spPr>
                <a:xfrm>
                  <a:off x="6376988" y="436880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429" name="Google Shape;429;p16"/>
                <p:cNvCxnSpPr/>
                <p:nvPr/>
              </p:nvCxnSpPr>
              <p:spPr>
                <a:xfrm>
                  <a:off x="7069138" y="436880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430" name="Google Shape;430;p16"/>
                <p:cNvCxnSpPr/>
                <p:nvPr/>
              </p:nvCxnSpPr>
              <p:spPr>
                <a:xfrm>
                  <a:off x="7759700" y="436880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431" name="Google Shape;431;p16"/>
                <p:cNvCxnSpPr/>
                <p:nvPr/>
              </p:nvCxnSpPr>
              <p:spPr>
                <a:xfrm>
                  <a:off x="8451850" y="436880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432" name="Google Shape;432;p16"/>
                <p:cNvCxnSpPr/>
                <p:nvPr/>
              </p:nvCxnSpPr>
              <p:spPr>
                <a:xfrm>
                  <a:off x="9142413" y="436880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433" name="Google Shape;433;p16"/>
                <p:cNvCxnSpPr/>
                <p:nvPr/>
              </p:nvCxnSpPr>
              <p:spPr>
                <a:xfrm>
                  <a:off x="9834563" y="436880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434" name="Google Shape;434;p16"/>
                <p:cNvCxnSpPr/>
                <p:nvPr/>
              </p:nvCxnSpPr>
              <p:spPr>
                <a:xfrm>
                  <a:off x="10525125" y="436880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435" name="Google Shape;435;p16"/>
                <p:cNvCxnSpPr/>
                <p:nvPr/>
              </p:nvCxnSpPr>
              <p:spPr>
                <a:xfrm>
                  <a:off x="11218863" y="4368800"/>
                  <a:ext cx="0" cy="30163"/>
                </a:xfrm>
                <a:prstGeom prst="straightConnector1">
                  <a:avLst/>
                </a:prstGeom>
                <a:noFill/>
                <a:ln cap="flat" cmpd="sng" w="9525">
                  <a:solidFill>
                    <a:srgbClr val="000000"/>
                  </a:solidFill>
                  <a:prstDash val="solid"/>
                  <a:round/>
                  <a:headEnd len="med" w="med" type="none"/>
                  <a:tailEnd len="med" w="med" type="none"/>
                </a:ln>
              </p:spPr>
            </p:cxnSp>
            <p:sp>
              <p:nvSpPr>
                <p:cNvPr id="436" name="Google Shape;436;p16"/>
                <p:cNvSpPr/>
                <p:nvPr/>
              </p:nvSpPr>
              <p:spPr>
                <a:xfrm>
                  <a:off x="6334125" y="4413250"/>
                  <a:ext cx="254878"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437" name="Google Shape;437;p16"/>
                <p:cNvSpPr/>
                <p:nvPr/>
              </p:nvSpPr>
              <p:spPr>
                <a:xfrm>
                  <a:off x="7056438" y="4413250"/>
                  <a:ext cx="70532"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a:t>
                  </a:r>
                  <a:endParaRPr b="0" i="0" sz="1000" u="none" cap="none" strike="noStrike">
                    <a:solidFill>
                      <a:schemeClr val="dk1"/>
                    </a:solidFill>
                    <a:latin typeface="Arial"/>
                    <a:ea typeface="Arial"/>
                    <a:cs typeface="Arial"/>
                    <a:sym typeface="Arial"/>
                  </a:endParaRPr>
                </a:p>
              </p:txBody>
            </p:sp>
            <p:sp>
              <p:nvSpPr>
                <p:cNvPr id="438" name="Google Shape;438;p16"/>
                <p:cNvSpPr/>
                <p:nvPr/>
              </p:nvSpPr>
              <p:spPr>
                <a:xfrm>
                  <a:off x="7724775" y="4413250"/>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439" name="Google Shape;439;p16"/>
                <p:cNvSpPr/>
                <p:nvPr/>
              </p:nvSpPr>
              <p:spPr>
                <a:xfrm>
                  <a:off x="8415338" y="4413250"/>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400</a:t>
                  </a:r>
                  <a:endParaRPr b="0" i="0" sz="1000" u="none" cap="none" strike="noStrike">
                    <a:solidFill>
                      <a:schemeClr val="dk1"/>
                    </a:solidFill>
                    <a:latin typeface="Arial"/>
                    <a:ea typeface="Arial"/>
                    <a:cs typeface="Arial"/>
                    <a:sym typeface="Arial"/>
                  </a:endParaRPr>
                </a:p>
              </p:txBody>
            </p:sp>
            <p:sp>
              <p:nvSpPr>
                <p:cNvPr id="440" name="Google Shape;440;p16"/>
                <p:cNvSpPr/>
                <p:nvPr/>
              </p:nvSpPr>
              <p:spPr>
                <a:xfrm>
                  <a:off x="9107488" y="4413250"/>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600</a:t>
                  </a:r>
                  <a:endParaRPr b="0" i="0" sz="1000" u="none" cap="none" strike="noStrike">
                    <a:solidFill>
                      <a:schemeClr val="dk1"/>
                    </a:solidFill>
                    <a:latin typeface="Arial"/>
                    <a:ea typeface="Arial"/>
                    <a:cs typeface="Arial"/>
                    <a:sym typeface="Arial"/>
                  </a:endParaRPr>
                </a:p>
              </p:txBody>
            </p:sp>
            <p:sp>
              <p:nvSpPr>
                <p:cNvPr id="441" name="Google Shape;441;p16"/>
                <p:cNvSpPr/>
                <p:nvPr/>
              </p:nvSpPr>
              <p:spPr>
                <a:xfrm>
                  <a:off x="9798050" y="4413250"/>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800</a:t>
                  </a:r>
                  <a:endParaRPr b="0" i="0" sz="1000" u="none" cap="none" strike="noStrike">
                    <a:solidFill>
                      <a:schemeClr val="dk1"/>
                    </a:solidFill>
                    <a:latin typeface="Arial"/>
                    <a:ea typeface="Arial"/>
                    <a:cs typeface="Arial"/>
                    <a:sym typeface="Arial"/>
                  </a:endParaRPr>
                </a:p>
              </p:txBody>
            </p:sp>
            <p:sp>
              <p:nvSpPr>
                <p:cNvPr id="442" name="Google Shape;442;p16"/>
                <p:cNvSpPr/>
                <p:nvPr/>
              </p:nvSpPr>
              <p:spPr>
                <a:xfrm>
                  <a:off x="10477500" y="4413250"/>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1000</a:t>
                  </a:r>
                  <a:endParaRPr b="0" i="0" sz="1000" u="none" cap="none" strike="noStrike">
                    <a:solidFill>
                      <a:schemeClr val="dk1"/>
                    </a:solidFill>
                    <a:latin typeface="Arial"/>
                    <a:ea typeface="Arial"/>
                    <a:cs typeface="Arial"/>
                    <a:sym typeface="Arial"/>
                  </a:endParaRPr>
                </a:p>
              </p:txBody>
            </p:sp>
            <p:sp>
              <p:nvSpPr>
                <p:cNvPr id="443" name="Google Shape;443;p16"/>
                <p:cNvSpPr/>
                <p:nvPr/>
              </p:nvSpPr>
              <p:spPr>
                <a:xfrm>
                  <a:off x="11171238" y="4413250"/>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1200</a:t>
                  </a:r>
                  <a:endParaRPr b="0" i="0" sz="1000" u="none" cap="none" strike="noStrike">
                    <a:solidFill>
                      <a:schemeClr val="dk1"/>
                    </a:solidFill>
                    <a:latin typeface="Arial"/>
                    <a:ea typeface="Arial"/>
                    <a:cs typeface="Arial"/>
                    <a:sym typeface="Arial"/>
                  </a:endParaRPr>
                </a:p>
              </p:txBody>
            </p:sp>
            <p:sp>
              <p:nvSpPr>
                <p:cNvPr id="444" name="Google Shape;444;p16"/>
                <p:cNvSpPr/>
                <p:nvPr/>
              </p:nvSpPr>
              <p:spPr>
                <a:xfrm>
                  <a:off x="8089900" y="1790700"/>
                  <a:ext cx="2053447" cy="24622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Histone H3.2  400 nM</a:t>
                  </a:r>
                  <a:endParaRPr b="0" i="0" sz="1600" u="none" cap="none" strike="noStrike">
                    <a:solidFill>
                      <a:schemeClr val="dk1"/>
                    </a:solidFill>
                    <a:latin typeface="Arial"/>
                    <a:ea typeface="Arial"/>
                    <a:cs typeface="Arial"/>
                    <a:sym typeface="Arial"/>
                  </a:endParaRPr>
                </a:p>
              </p:txBody>
            </p:sp>
            <p:sp>
              <p:nvSpPr>
                <p:cNvPr id="445" name="Google Shape;445;p16"/>
                <p:cNvSpPr/>
                <p:nvPr/>
              </p:nvSpPr>
              <p:spPr>
                <a:xfrm rot="-5400000">
                  <a:off x="5443857" y="2972463"/>
                  <a:ext cx="918521"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Response (RU)</a:t>
                  </a:r>
                  <a:endParaRPr b="0" i="0" sz="1000" u="none" cap="none" strike="noStrike">
                    <a:solidFill>
                      <a:schemeClr val="dk1"/>
                    </a:solidFill>
                    <a:latin typeface="Arial"/>
                    <a:ea typeface="Arial"/>
                    <a:cs typeface="Arial"/>
                    <a:sym typeface="Arial"/>
                  </a:endParaRPr>
                </a:p>
              </p:txBody>
            </p:sp>
            <p:sp>
              <p:nvSpPr>
                <p:cNvPr id="446" name="Google Shape;446;p16"/>
                <p:cNvSpPr/>
                <p:nvPr/>
              </p:nvSpPr>
              <p:spPr>
                <a:xfrm>
                  <a:off x="8494150" y="4568082"/>
                  <a:ext cx="49051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Time (s)</a:t>
                  </a:r>
                  <a:endParaRPr b="0" i="0" sz="1000" u="none" cap="none" strike="noStrike">
                    <a:solidFill>
                      <a:schemeClr val="dk1"/>
                    </a:solidFill>
                    <a:latin typeface="Arial"/>
                    <a:ea typeface="Arial"/>
                    <a:cs typeface="Arial"/>
                    <a:sym typeface="Arial"/>
                  </a:endParaRPr>
                </a:p>
              </p:txBody>
            </p:sp>
            <p:sp>
              <p:nvSpPr>
                <p:cNvPr id="447" name="Google Shape;447;p16"/>
                <p:cNvSpPr/>
                <p:nvPr/>
              </p:nvSpPr>
              <p:spPr>
                <a:xfrm flipH="1" rot="10800000">
                  <a:off x="6864350" y="2436813"/>
                  <a:ext cx="3192462" cy="1720850"/>
                </a:xfrm>
                <a:custGeom>
                  <a:rect b="b" l="l" r="r" t="t"/>
                  <a:pathLst>
                    <a:path extrusionOk="0" h="1163" w="2161">
                      <a:moveTo>
                        <a:pt x="0" y="0"/>
                      </a:moveTo>
                      <a:lnTo>
                        <a:pt x="1" y="0"/>
                      </a:lnTo>
                      <a:lnTo>
                        <a:pt x="3" y="0"/>
                      </a:lnTo>
                      <a:lnTo>
                        <a:pt x="4" y="1"/>
                      </a:lnTo>
                      <a:lnTo>
                        <a:pt x="6" y="1"/>
                      </a:lnTo>
                      <a:lnTo>
                        <a:pt x="7" y="1"/>
                      </a:lnTo>
                      <a:lnTo>
                        <a:pt x="8" y="1"/>
                      </a:lnTo>
                      <a:lnTo>
                        <a:pt x="10" y="1"/>
                      </a:lnTo>
                      <a:lnTo>
                        <a:pt x="11" y="1"/>
                      </a:lnTo>
                      <a:lnTo>
                        <a:pt x="13" y="1"/>
                      </a:lnTo>
                      <a:lnTo>
                        <a:pt x="14" y="1"/>
                      </a:lnTo>
                      <a:lnTo>
                        <a:pt x="15" y="1"/>
                      </a:lnTo>
                      <a:lnTo>
                        <a:pt x="17" y="1"/>
                      </a:lnTo>
                      <a:lnTo>
                        <a:pt x="18" y="1"/>
                      </a:lnTo>
                      <a:lnTo>
                        <a:pt x="20" y="1"/>
                      </a:lnTo>
                      <a:lnTo>
                        <a:pt x="21" y="1"/>
                      </a:lnTo>
                      <a:lnTo>
                        <a:pt x="22" y="1"/>
                      </a:lnTo>
                      <a:lnTo>
                        <a:pt x="24" y="1"/>
                      </a:lnTo>
                      <a:lnTo>
                        <a:pt x="25" y="1"/>
                      </a:lnTo>
                      <a:lnTo>
                        <a:pt x="27" y="1"/>
                      </a:lnTo>
                      <a:lnTo>
                        <a:pt x="28" y="1"/>
                      </a:lnTo>
                      <a:lnTo>
                        <a:pt x="30" y="1"/>
                      </a:lnTo>
                      <a:lnTo>
                        <a:pt x="31" y="1"/>
                      </a:lnTo>
                      <a:lnTo>
                        <a:pt x="32" y="1"/>
                      </a:lnTo>
                      <a:lnTo>
                        <a:pt x="34" y="1"/>
                      </a:lnTo>
                      <a:lnTo>
                        <a:pt x="35" y="1"/>
                      </a:lnTo>
                      <a:lnTo>
                        <a:pt x="37" y="1"/>
                      </a:lnTo>
                      <a:lnTo>
                        <a:pt x="38" y="1"/>
                      </a:lnTo>
                      <a:lnTo>
                        <a:pt x="39" y="1"/>
                      </a:lnTo>
                      <a:lnTo>
                        <a:pt x="41" y="1"/>
                      </a:lnTo>
                      <a:lnTo>
                        <a:pt x="42" y="1"/>
                      </a:lnTo>
                      <a:lnTo>
                        <a:pt x="44" y="1"/>
                      </a:lnTo>
                      <a:lnTo>
                        <a:pt x="45" y="1"/>
                      </a:lnTo>
                      <a:lnTo>
                        <a:pt x="46" y="1"/>
                      </a:lnTo>
                      <a:lnTo>
                        <a:pt x="48" y="1"/>
                      </a:lnTo>
                      <a:lnTo>
                        <a:pt x="49" y="1"/>
                      </a:lnTo>
                      <a:lnTo>
                        <a:pt x="51" y="1"/>
                      </a:lnTo>
                      <a:lnTo>
                        <a:pt x="52" y="1"/>
                      </a:lnTo>
                      <a:lnTo>
                        <a:pt x="53" y="1"/>
                      </a:lnTo>
                      <a:lnTo>
                        <a:pt x="55" y="1"/>
                      </a:lnTo>
                      <a:lnTo>
                        <a:pt x="56" y="1"/>
                      </a:lnTo>
                      <a:lnTo>
                        <a:pt x="58" y="1"/>
                      </a:lnTo>
                      <a:lnTo>
                        <a:pt x="59" y="1"/>
                      </a:lnTo>
                      <a:lnTo>
                        <a:pt x="60" y="1"/>
                      </a:lnTo>
                      <a:lnTo>
                        <a:pt x="62" y="1"/>
                      </a:lnTo>
                      <a:lnTo>
                        <a:pt x="63" y="1"/>
                      </a:lnTo>
                      <a:lnTo>
                        <a:pt x="65" y="1"/>
                      </a:lnTo>
                      <a:lnTo>
                        <a:pt x="66" y="1"/>
                      </a:lnTo>
                      <a:lnTo>
                        <a:pt x="67" y="1"/>
                      </a:lnTo>
                      <a:lnTo>
                        <a:pt x="69" y="1"/>
                      </a:lnTo>
                      <a:lnTo>
                        <a:pt x="70" y="1"/>
                      </a:lnTo>
                      <a:lnTo>
                        <a:pt x="72" y="1"/>
                      </a:lnTo>
                      <a:lnTo>
                        <a:pt x="73" y="1"/>
                      </a:lnTo>
                      <a:lnTo>
                        <a:pt x="74" y="1"/>
                      </a:lnTo>
                      <a:lnTo>
                        <a:pt x="76" y="2"/>
                      </a:lnTo>
                      <a:lnTo>
                        <a:pt x="77" y="2"/>
                      </a:lnTo>
                      <a:lnTo>
                        <a:pt x="79" y="2"/>
                      </a:lnTo>
                      <a:lnTo>
                        <a:pt x="80" y="2"/>
                      </a:lnTo>
                      <a:lnTo>
                        <a:pt x="81" y="2"/>
                      </a:lnTo>
                      <a:lnTo>
                        <a:pt x="83" y="2"/>
                      </a:lnTo>
                      <a:lnTo>
                        <a:pt x="84" y="2"/>
                      </a:lnTo>
                      <a:lnTo>
                        <a:pt x="86" y="2"/>
                      </a:lnTo>
                      <a:lnTo>
                        <a:pt x="87" y="2"/>
                      </a:lnTo>
                      <a:lnTo>
                        <a:pt x="88" y="2"/>
                      </a:lnTo>
                      <a:lnTo>
                        <a:pt x="90" y="2"/>
                      </a:lnTo>
                      <a:lnTo>
                        <a:pt x="91" y="2"/>
                      </a:lnTo>
                      <a:lnTo>
                        <a:pt x="93" y="2"/>
                      </a:lnTo>
                      <a:lnTo>
                        <a:pt x="94" y="2"/>
                      </a:lnTo>
                      <a:lnTo>
                        <a:pt x="96" y="2"/>
                      </a:lnTo>
                      <a:lnTo>
                        <a:pt x="97" y="2"/>
                      </a:lnTo>
                      <a:lnTo>
                        <a:pt x="98" y="2"/>
                      </a:lnTo>
                      <a:lnTo>
                        <a:pt x="100" y="2"/>
                      </a:lnTo>
                      <a:lnTo>
                        <a:pt x="101" y="2"/>
                      </a:lnTo>
                      <a:lnTo>
                        <a:pt x="103" y="2"/>
                      </a:lnTo>
                      <a:lnTo>
                        <a:pt x="104" y="2"/>
                      </a:lnTo>
                      <a:lnTo>
                        <a:pt x="105" y="2"/>
                      </a:lnTo>
                      <a:lnTo>
                        <a:pt x="107" y="2"/>
                      </a:lnTo>
                      <a:lnTo>
                        <a:pt x="108" y="2"/>
                      </a:lnTo>
                      <a:lnTo>
                        <a:pt x="110" y="2"/>
                      </a:lnTo>
                      <a:lnTo>
                        <a:pt x="111" y="2"/>
                      </a:lnTo>
                      <a:lnTo>
                        <a:pt x="112" y="2"/>
                      </a:lnTo>
                      <a:lnTo>
                        <a:pt x="114" y="2"/>
                      </a:lnTo>
                      <a:lnTo>
                        <a:pt x="115" y="2"/>
                      </a:lnTo>
                      <a:lnTo>
                        <a:pt x="117" y="2"/>
                      </a:lnTo>
                      <a:lnTo>
                        <a:pt x="118" y="2"/>
                      </a:lnTo>
                      <a:lnTo>
                        <a:pt x="119" y="2"/>
                      </a:lnTo>
                      <a:lnTo>
                        <a:pt x="121" y="2"/>
                      </a:lnTo>
                      <a:lnTo>
                        <a:pt x="122" y="2"/>
                      </a:lnTo>
                      <a:lnTo>
                        <a:pt x="124" y="2"/>
                      </a:lnTo>
                      <a:lnTo>
                        <a:pt x="125" y="2"/>
                      </a:lnTo>
                      <a:lnTo>
                        <a:pt x="126" y="2"/>
                      </a:lnTo>
                      <a:lnTo>
                        <a:pt x="128" y="2"/>
                      </a:lnTo>
                      <a:lnTo>
                        <a:pt x="129" y="2"/>
                      </a:lnTo>
                      <a:lnTo>
                        <a:pt x="131" y="2"/>
                      </a:lnTo>
                      <a:lnTo>
                        <a:pt x="132" y="2"/>
                      </a:lnTo>
                      <a:lnTo>
                        <a:pt x="133" y="2"/>
                      </a:lnTo>
                      <a:lnTo>
                        <a:pt x="135" y="2"/>
                      </a:lnTo>
                      <a:lnTo>
                        <a:pt x="136" y="2"/>
                      </a:lnTo>
                      <a:lnTo>
                        <a:pt x="138" y="2"/>
                      </a:lnTo>
                      <a:lnTo>
                        <a:pt x="139" y="2"/>
                      </a:lnTo>
                      <a:lnTo>
                        <a:pt x="140" y="2"/>
                      </a:lnTo>
                      <a:lnTo>
                        <a:pt x="142" y="2"/>
                      </a:lnTo>
                      <a:lnTo>
                        <a:pt x="143" y="2"/>
                      </a:lnTo>
                      <a:lnTo>
                        <a:pt x="145" y="2"/>
                      </a:lnTo>
                      <a:lnTo>
                        <a:pt x="146" y="2"/>
                      </a:lnTo>
                      <a:lnTo>
                        <a:pt x="147" y="2"/>
                      </a:lnTo>
                      <a:lnTo>
                        <a:pt x="149" y="2"/>
                      </a:lnTo>
                      <a:lnTo>
                        <a:pt x="150" y="2"/>
                      </a:lnTo>
                      <a:lnTo>
                        <a:pt x="152" y="2"/>
                      </a:lnTo>
                      <a:lnTo>
                        <a:pt x="153" y="2"/>
                      </a:lnTo>
                      <a:lnTo>
                        <a:pt x="154" y="3"/>
                      </a:lnTo>
                      <a:lnTo>
                        <a:pt x="156" y="3"/>
                      </a:lnTo>
                      <a:lnTo>
                        <a:pt x="157" y="3"/>
                      </a:lnTo>
                      <a:lnTo>
                        <a:pt x="159" y="3"/>
                      </a:lnTo>
                      <a:lnTo>
                        <a:pt x="160" y="2"/>
                      </a:lnTo>
                      <a:lnTo>
                        <a:pt x="162" y="3"/>
                      </a:lnTo>
                      <a:lnTo>
                        <a:pt x="163" y="70"/>
                      </a:lnTo>
                      <a:lnTo>
                        <a:pt x="164" y="88"/>
                      </a:lnTo>
                      <a:lnTo>
                        <a:pt x="166" y="96"/>
                      </a:lnTo>
                      <a:lnTo>
                        <a:pt x="167" y="102"/>
                      </a:lnTo>
                      <a:lnTo>
                        <a:pt x="169" y="108"/>
                      </a:lnTo>
                      <a:lnTo>
                        <a:pt x="170" y="114"/>
                      </a:lnTo>
                      <a:lnTo>
                        <a:pt x="171" y="120"/>
                      </a:lnTo>
                      <a:lnTo>
                        <a:pt x="173" y="126"/>
                      </a:lnTo>
                      <a:lnTo>
                        <a:pt x="174" y="132"/>
                      </a:lnTo>
                      <a:lnTo>
                        <a:pt x="176" y="138"/>
                      </a:lnTo>
                      <a:lnTo>
                        <a:pt x="177" y="144"/>
                      </a:lnTo>
                      <a:lnTo>
                        <a:pt x="178" y="150"/>
                      </a:lnTo>
                      <a:lnTo>
                        <a:pt x="180" y="156"/>
                      </a:lnTo>
                      <a:lnTo>
                        <a:pt x="181" y="162"/>
                      </a:lnTo>
                      <a:lnTo>
                        <a:pt x="183" y="167"/>
                      </a:lnTo>
                      <a:lnTo>
                        <a:pt x="184" y="173"/>
                      </a:lnTo>
                      <a:lnTo>
                        <a:pt x="185" y="179"/>
                      </a:lnTo>
                      <a:lnTo>
                        <a:pt x="187" y="185"/>
                      </a:lnTo>
                      <a:lnTo>
                        <a:pt x="188" y="191"/>
                      </a:lnTo>
                      <a:lnTo>
                        <a:pt x="190" y="197"/>
                      </a:lnTo>
                      <a:lnTo>
                        <a:pt x="191" y="203"/>
                      </a:lnTo>
                      <a:lnTo>
                        <a:pt x="192" y="209"/>
                      </a:lnTo>
                      <a:lnTo>
                        <a:pt x="194" y="215"/>
                      </a:lnTo>
                      <a:lnTo>
                        <a:pt x="195" y="221"/>
                      </a:lnTo>
                      <a:lnTo>
                        <a:pt x="197" y="227"/>
                      </a:lnTo>
                      <a:lnTo>
                        <a:pt x="198" y="233"/>
                      </a:lnTo>
                      <a:lnTo>
                        <a:pt x="199" y="239"/>
                      </a:lnTo>
                      <a:lnTo>
                        <a:pt x="201" y="245"/>
                      </a:lnTo>
                      <a:lnTo>
                        <a:pt x="202" y="251"/>
                      </a:lnTo>
                      <a:lnTo>
                        <a:pt x="204" y="256"/>
                      </a:lnTo>
                      <a:lnTo>
                        <a:pt x="205" y="262"/>
                      </a:lnTo>
                      <a:lnTo>
                        <a:pt x="206" y="268"/>
                      </a:lnTo>
                      <a:lnTo>
                        <a:pt x="208" y="274"/>
                      </a:lnTo>
                      <a:lnTo>
                        <a:pt x="209" y="280"/>
                      </a:lnTo>
                      <a:lnTo>
                        <a:pt x="211" y="286"/>
                      </a:lnTo>
                      <a:lnTo>
                        <a:pt x="212" y="291"/>
                      </a:lnTo>
                      <a:lnTo>
                        <a:pt x="213" y="297"/>
                      </a:lnTo>
                      <a:lnTo>
                        <a:pt x="215" y="303"/>
                      </a:lnTo>
                      <a:lnTo>
                        <a:pt x="216" y="308"/>
                      </a:lnTo>
                      <a:lnTo>
                        <a:pt x="218" y="314"/>
                      </a:lnTo>
                      <a:lnTo>
                        <a:pt x="219" y="319"/>
                      </a:lnTo>
                      <a:lnTo>
                        <a:pt x="221" y="325"/>
                      </a:lnTo>
                      <a:lnTo>
                        <a:pt x="222" y="330"/>
                      </a:lnTo>
                      <a:lnTo>
                        <a:pt x="223" y="336"/>
                      </a:lnTo>
                      <a:lnTo>
                        <a:pt x="225" y="341"/>
                      </a:lnTo>
                      <a:lnTo>
                        <a:pt x="226" y="346"/>
                      </a:lnTo>
                      <a:lnTo>
                        <a:pt x="228" y="351"/>
                      </a:lnTo>
                      <a:lnTo>
                        <a:pt x="229" y="356"/>
                      </a:lnTo>
                      <a:lnTo>
                        <a:pt x="230" y="361"/>
                      </a:lnTo>
                      <a:lnTo>
                        <a:pt x="232" y="366"/>
                      </a:lnTo>
                      <a:lnTo>
                        <a:pt x="233" y="371"/>
                      </a:lnTo>
                      <a:lnTo>
                        <a:pt x="235" y="376"/>
                      </a:lnTo>
                      <a:lnTo>
                        <a:pt x="236" y="381"/>
                      </a:lnTo>
                      <a:lnTo>
                        <a:pt x="237" y="386"/>
                      </a:lnTo>
                      <a:lnTo>
                        <a:pt x="239" y="391"/>
                      </a:lnTo>
                      <a:lnTo>
                        <a:pt x="240" y="395"/>
                      </a:lnTo>
                      <a:lnTo>
                        <a:pt x="242" y="400"/>
                      </a:lnTo>
                      <a:lnTo>
                        <a:pt x="243" y="404"/>
                      </a:lnTo>
                      <a:lnTo>
                        <a:pt x="244" y="409"/>
                      </a:lnTo>
                      <a:lnTo>
                        <a:pt x="246" y="413"/>
                      </a:lnTo>
                      <a:lnTo>
                        <a:pt x="247" y="418"/>
                      </a:lnTo>
                      <a:lnTo>
                        <a:pt x="249" y="422"/>
                      </a:lnTo>
                      <a:lnTo>
                        <a:pt x="250" y="427"/>
                      </a:lnTo>
                      <a:lnTo>
                        <a:pt x="251" y="431"/>
                      </a:lnTo>
                      <a:lnTo>
                        <a:pt x="253" y="435"/>
                      </a:lnTo>
                      <a:lnTo>
                        <a:pt x="254" y="439"/>
                      </a:lnTo>
                      <a:lnTo>
                        <a:pt x="256" y="444"/>
                      </a:lnTo>
                      <a:lnTo>
                        <a:pt x="257" y="448"/>
                      </a:lnTo>
                      <a:lnTo>
                        <a:pt x="258" y="452"/>
                      </a:lnTo>
                      <a:lnTo>
                        <a:pt x="260" y="456"/>
                      </a:lnTo>
                      <a:lnTo>
                        <a:pt x="261" y="460"/>
                      </a:lnTo>
                      <a:lnTo>
                        <a:pt x="263" y="464"/>
                      </a:lnTo>
                      <a:lnTo>
                        <a:pt x="264" y="468"/>
                      </a:lnTo>
                      <a:lnTo>
                        <a:pt x="265" y="472"/>
                      </a:lnTo>
                      <a:lnTo>
                        <a:pt x="267" y="476"/>
                      </a:lnTo>
                      <a:lnTo>
                        <a:pt x="268" y="480"/>
                      </a:lnTo>
                      <a:lnTo>
                        <a:pt x="270" y="484"/>
                      </a:lnTo>
                      <a:lnTo>
                        <a:pt x="271" y="488"/>
                      </a:lnTo>
                      <a:lnTo>
                        <a:pt x="272" y="491"/>
                      </a:lnTo>
                      <a:lnTo>
                        <a:pt x="274" y="495"/>
                      </a:lnTo>
                      <a:lnTo>
                        <a:pt x="275" y="499"/>
                      </a:lnTo>
                      <a:lnTo>
                        <a:pt x="277" y="503"/>
                      </a:lnTo>
                      <a:lnTo>
                        <a:pt x="278" y="507"/>
                      </a:lnTo>
                      <a:lnTo>
                        <a:pt x="279" y="510"/>
                      </a:lnTo>
                      <a:lnTo>
                        <a:pt x="281" y="514"/>
                      </a:lnTo>
                      <a:lnTo>
                        <a:pt x="282" y="518"/>
                      </a:lnTo>
                      <a:lnTo>
                        <a:pt x="284" y="521"/>
                      </a:lnTo>
                      <a:lnTo>
                        <a:pt x="285" y="525"/>
                      </a:lnTo>
                      <a:lnTo>
                        <a:pt x="287" y="529"/>
                      </a:lnTo>
                      <a:lnTo>
                        <a:pt x="288" y="532"/>
                      </a:lnTo>
                      <a:lnTo>
                        <a:pt x="289" y="536"/>
                      </a:lnTo>
                      <a:lnTo>
                        <a:pt x="291" y="540"/>
                      </a:lnTo>
                      <a:lnTo>
                        <a:pt x="292" y="543"/>
                      </a:lnTo>
                      <a:lnTo>
                        <a:pt x="294" y="547"/>
                      </a:lnTo>
                      <a:lnTo>
                        <a:pt x="295" y="551"/>
                      </a:lnTo>
                      <a:lnTo>
                        <a:pt x="296" y="554"/>
                      </a:lnTo>
                      <a:lnTo>
                        <a:pt x="298" y="558"/>
                      </a:lnTo>
                      <a:lnTo>
                        <a:pt x="299" y="562"/>
                      </a:lnTo>
                      <a:lnTo>
                        <a:pt x="301" y="565"/>
                      </a:lnTo>
                      <a:lnTo>
                        <a:pt x="302" y="569"/>
                      </a:lnTo>
                      <a:lnTo>
                        <a:pt x="303" y="572"/>
                      </a:lnTo>
                      <a:lnTo>
                        <a:pt x="305" y="576"/>
                      </a:lnTo>
                      <a:lnTo>
                        <a:pt x="306" y="579"/>
                      </a:lnTo>
                      <a:lnTo>
                        <a:pt x="308" y="583"/>
                      </a:lnTo>
                      <a:lnTo>
                        <a:pt x="309" y="587"/>
                      </a:lnTo>
                      <a:lnTo>
                        <a:pt x="310" y="590"/>
                      </a:lnTo>
                      <a:lnTo>
                        <a:pt x="312" y="594"/>
                      </a:lnTo>
                      <a:lnTo>
                        <a:pt x="313" y="597"/>
                      </a:lnTo>
                      <a:lnTo>
                        <a:pt x="315" y="601"/>
                      </a:lnTo>
                      <a:lnTo>
                        <a:pt x="316" y="604"/>
                      </a:lnTo>
                      <a:lnTo>
                        <a:pt x="317" y="608"/>
                      </a:lnTo>
                      <a:lnTo>
                        <a:pt x="319" y="612"/>
                      </a:lnTo>
                      <a:lnTo>
                        <a:pt x="320" y="615"/>
                      </a:lnTo>
                      <a:lnTo>
                        <a:pt x="322" y="619"/>
                      </a:lnTo>
                      <a:lnTo>
                        <a:pt x="323" y="622"/>
                      </a:lnTo>
                      <a:lnTo>
                        <a:pt x="324" y="626"/>
                      </a:lnTo>
                      <a:lnTo>
                        <a:pt x="326" y="629"/>
                      </a:lnTo>
                      <a:lnTo>
                        <a:pt x="327" y="633"/>
                      </a:lnTo>
                      <a:lnTo>
                        <a:pt x="329" y="636"/>
                      </a:lnTo>
                      <a:lnTo>
                        <a:pt x="330" y="640"/>
                      </a:lnTo>
                      <a:lnTo>
                        <a:pt x="331" y="643"/>
                      </a:lnTo>
                      <a:lnTo>
                        <a:pt x="333" y="647"/>
                      </a:lnTo>
                      <a:lnTo>
                        <a:pt x="334" y="650"/>
                      </a:lnTo>
                      <a:lnTo>
                        <a:pt x="336" y="654"/>
                      </a:lnTo>
                      <a:lnTo>
                        <a:pt x="337" y="657"/>
                      </a:lnTo>
                      <a:lnTo>
                        <a:pt x="338" y="661"/>
                      </a:lnTo>
                      <a:lnTo>
                        <a:pt x="340" y="664"/>
                      </a:lnTo>
                      <a:lnTo>
                        <a:pt x="341" y="668"/>
                      </a:lnTo>
                      <a:lnTo>
                        <a:pt x="343" y="671"/>
                      </a:lnTo>
                      <a:lnTo>
                        <a:pt x="344" y="675"/>
                      </a:lnTo>
                      <a:lnTo>
                        <a:pt x="345" y="678"/>
                      </a:lnTo>
                      <a:lnTo>
                        <a:pt x="347" y="682"/>
                      </a:lnTo>
                      <a:lnTo>
                        <a:pt x="348" y="685"/>
                      </a:lnTo>
                      <a:lnTo>
                        <a:pt x="350" y="689"/>
                      </a:lnTo>
                      <a:lnTo>
                        <a:pt x="351" y="692"/>
                      </a:lnTo>
                      <a:lnTo>
                        <a:pt x="353" y="696"/>
                      </a:lnTo>
                      <a:lnTo>
                        <a:pt x="354" y="699"/>
                      </a:lnTo>
                      <a:lnTo>
                        <a:pt x="355" y="703"/>
                      </a:lnTo>
                      <a:lnTo>
                        <a:pt x="357" y="706"/>
                      </a:lnTo>
                      <a:lnTo>
                        <a:pt x="358" y="710"/>
                      </a:lnTo>
                      <a:lnTo>
                        <a:pt x="360" y="713"/>
                      </a:lnTo>
                      <a:lnTo>
                        <a:pt x="361" y="717"/>
                      </a:lnTo>
                      <a:lnTo>
                        <a:pt x="362" y="720"/>
                      </a:lnTo>
                      <a:lnTo>
                        <a:pt x="364" y="724"/>
                      </a:lnTo>
                      <a:lnTo>
                        <a:pt x="365" y="727"/>
                      </a:lnTo>
                      <a:lnTo>
                        <a:pt x="367" y="730"/>
                      </a:lnTo>
                      <a:lnTo>
                        <a:pt x="368" y="734"/>
                      </a:lnTo>
                      <a:lnTo>
                        <a:pt x="369" y="737"/>
                      </a:lnTo>
                      <a:lnTo>
                        <a:pt x="371" y="741"/>
                      </a:lnTo>
                      <a:lnTo>
                        <a:pt x="372" y="744"/>
                      </a:lnTo>
                      <a:lnTo>
                        <a:pt x="374" y="748"/>
                      </a:lnTo>
                      <a:lnTo>
                        <a:pt x="375" y="751"/>
                      </a:lnTo>
                      <a:lnTo>
                        <a:pt x="376" y="755"/>
                      </a:lnTo>
                      <a:lnTo>
                        <a:pt x="378" y="758"/>
                      </a:lnTo>
                      <a:lnTo>
                        <a:pt x="379" y="762"/>
                      </a:lnTo>
                      <a:lnTo>
                        <a:pt x="381" y="765"/>
                      </a:lnTo>
                      <a:lnTo>
                        <a:pt x="382" y="768"/>
                      </a:lnTo>
                      <a:lnTo>
                        <a:pt x="383" y="772"/>
                      </a:lnTo>
                      <a:lnTo>
                        <a:pt x="385" y="775"/>
                      </a:lnTo>
                      <a:lnTo>
                        <a:pt x="386" y="779"/>
                      </a:lnTo>
                      <a:lnTo>
                        <a:pt x="388" y="782"/>
                      </a:lnTo>
                      <a:lnTo>
                        <a:pt x="389" y="786"/>
                      </a:lnTo>
                      <a:lnTo>
                        <a:pt x="390" y="789"/>
                      </a:lnTo>
                      <a:lnTo>
                        <a:pt x="392" y="792"/>
                      </a:lnTo>
                      <a:lnTo>
                        <a:pt x="393" y="796"/>
                      </a:lnTo>
                      <a:lnTo>
                        <a:pt x="395" y="799"/>
                      </a:lnTo>
                      <a:lnTo>
                        <a:pt x="396" y="803"/>
                      </a:lnTo>
                      <a:lnTo>
                        <a:pt x="397" y="806"/>
                      </a:lnTo>
                      <a:lnTo>
                        <a:pt x="399" y="809"/>
                      </a:lnTo>
                      <a:lnTo>
                        <a:pt x="400" y="813"/>
                      </a:lnTo>
                      <a:lnTo>
                        <a:pt x="402" y="816"/>
                      </a:lnTo>
                      <a:lnTo>
                        <a:pt x="403" y="820"/>
                      </a:lnTo>
                      <a:lnTo>
                        <a:pt x="404" y="823"/>
                      </a:lnTo>
                      <a:lnTo>
                        <a:pt x="406" y="827"/>
                      </a:lnTo>
                      <a:lnTo>
                        <a:pt x="407" y="830"/>
                      </a:lnTo>
                      <a:lnTo>
                        <a:pt x="409" y="833"/>
                      </a:lnTo>
                      <a:lnTo>
                        <a:pt x="410" y="837"/>
                      </a:lnTo>
                      <a:lnTo>
                        <a:pt x="412" y="840"/>
                      </a:lnTo>
                      <a:lnTo>
                        <a:pt x="413" y="844"/>
                      </a:lnTo>
                      <a:lnTo>
                        <a:pt x="414" y="847"/>
                      </a:lnTo>
                      <a:lnTo>
                        <a:pt x="416" y="850"/>
                      </a:lnTo>
                      <a:lnTo>
                        <a:pt x="417" y="854"/>
                      </a:lnTo>
                      <a:lnTo>
                        <a:pt x="419" y="857"/>
                      </a:lnTo>
                      <a:lnTo>
                        <a:pt x="420" y="860"/>
                      </a:lnTo>
                      <a:lnTo>
                        <a:pt x="421" y="864"/>
                      </a:lnTo>
                      <a:lnTo>
                        <a:pt x="423" y="867"/>
                      </a:lnTo>
                      <a:lnTo>
                        <a:pt x="424" y="870"/>
                      </a:lnTo>
                      <a:lnTo>
                        <a:pt x="426" y="874"/>
                      </a:lnTo>
                      <a:lnTo>
                        <a:pt x="427" y="877"/>
                      </a:lnTo>
                      <a:lnTo>
                        <a:pt x="428" y="880"/>
                      </a:lnTo>
                      <a:lnTo>
                        <a:pt x="430" y="884"/>
                      </a:lnTo>
                      <a:lnTo>
                        <a:pt x="431" y="887"/>
                      </a:lnTo>
                      <a:lnTo>
                        <a:pt x="433" y="890"/>
                      </a:lnTo>
                      <a:lnTo>
                        <a:pt x="434" y="893"/>
                      </a:lnTo>
                      <a:lnTo>
                        <a:pt x="435" y="897"/>
                      </a:lnTo>
                      <a:lnTo>
                        <a:pt x="437" y="900"/>
                      </a:lnTo>
                      <a:lnTo>
                        <a:pt x="438" y="903"/>
                      </a:lnTo>
                      <a:lnTo>
                        <a:pt x="440" y="906"/>
                      </a:lnTo>
                      <a:lnTo>
                        <a:pt x="441" y="910"/>
                      </a:lnTo>
                      <a:lnTo>
                        <a:pt x="442" y="913"/>
                      </a:lnTo>
                      <a:lnTo>
                        <a:pt x="444" y="916"/>
                      </a:lnTo>
                      <a:lnTo>
                        <a:pt x="445" y="919"/>
                      </a:lnTo>
                      <a:lnTo>
                        <a:pt x="447" y="922"/>
                      </a:lnTo>
                      <a:lnTo>
                        <a:pt x="448" y="926"/>
                      </a:lnTo>
                      <a:lnTo>
                        <a:pt x="449" y="929"/>
                      </a:lnTo>
                      <a:lnTo>
                        <a:pt x="451" y="932"/>
                      </a:lnTo>
                      <a:lnTo>
                        <a:pt x="452" y="935"/>
                      </a:lnTo>
                      <a:lnTo>
                        <a:pt x="454" y="938"/>
                      </a:lnTo>
                      <a:lnTo>
                        <a:pt x="455" y="942"/>
                      </a:lnTo>
                      <a:lnTo>
                        <a:pt x="456" y="945"/>
                      </a:lnTo>
                      <a:lnTo>
                        <a:pt x="458" y="948"/>
                      </a:lnTo>
                      <a:lnTo>
                        <a:pt x="459" y="951"/>
                      </a:lnTo>
                      <a:lnTo>
                        <a:pt x="461" y="954"/>
                      </a:lnTo>
                      <a:lnTo>
                        <a:pt x="462" y="957"/>
                      </a:lnTo>
                      <a:lnTo>
                        <a:pt x="463" y="960"/>
                      </a:lnTo>
                      <a:lnTo>
                        <a:pt x="465" y="964"/>
                      </a:lnTo>
                      <a:lnTo>
                        <a:pt x="466" y="967"/>
                      </a:lnTo>
                      <a:lnTo>
                        <a:pt x="468" y="970"/>
                      </a:lnTo>
                      <a:lnTo>
                        <a:pt x="469" y="973"/>
                      </a:lnTo>
                      <a:lnTo>
                        <a:pt x="470" y="976"/>
                      </a:lnTo>
                      <a:lnTo>
                        <a:pt x="472" y="979"/>
                      </a:lnTo>
                      <a:lnTo>
                        <a:pt x="473" y="982"/>
                      </a:lnTo>
                      <a:lnTo>
                        <a:pt x="475" y="985"/>
                      </a:lnTo>
                      <a:lnTo>
                        <a:pt x="476" y="988"/>
                      </a:lnTo>
                      <a:lnTo>
                        <a:pt x="478" y="991"/>
                      </a:lnTo>
                      <a:lnTo>
                        <a:pt x="479" y="994"/>
                      </a:lnTo>
                      <a:lnTo>
                        <a:pt x="480" y="996"/>
                      </a:lnTo>
                      <a:lnTo>
                        <a:pt x="482" y="999"/>
                      </a:lnTo>
                      <a:lnTo>
                        <a:pt x="483" y="1002"/>
                      </a:lnTo>
                      <a:lnTo>
                        <a:pt x="485" y="1005"/>
                      </a:lnTo>
                      <a:lnTo>
                        <a:pt x="486" y="1008"/>
                      </a:lnTo>
                      <a:lnTo>
                        <a:pt x="487" y="1011"/>
                      </a:lnTo>
                      <a:lnTo>
                        <a:pt x="489" y="1014"/>
                      </a:lnTo>
                      <a:lnTo>
                        <a:pt x="490" y="1017"/>
                      </a:lnTo>
                      <a:lnTo>
                        <a:pt x="492" y="1019"/>
                      </a:lnTo>
                      <a:lnTo>
                        <a:pt x="493" y="1022"/>
                      </a:lnTo>
                      <a:lnTo>
                        <a:pt x="494" y="1025"/>
                      </a:lnTo>
                      <a:lnTo>
                        <a:pt x="496" y="1028"/>
                      </a:lnTo>
                      <a:lnTo>
                        <a:pt x="497" y="1030"/>
                      </a:lnTo>
                      <a:lnTo>
                        <a:pt x="499" y="1033"/>
                      </a:lnTo>
                      <a:lnTo>
                        <a:pt x="500" y="1036"/>
                      </a:lnTo>
                      <a:lnTo>
                        <a:pt x="501" y="1039"/>
                      </a:lnTo>
                      <a:lnTo>
                        <a:pt x="503" y="1041"/>
                      </a:lnTo>
                      <a:lnTo>
                        <a:pt x="504" y="1044"/>
                      </a:lnTo>
                      <a:lnTo>
                        <a:pt x="506" y="1047"/>
                      </a:lnTo>
                      <a:lnTo>
                        <a:pt x="507" y="1049"/>
                      </a:lnTo>
                      <a:lnTo>
                        <a:pt x="508" y="1052"/>
                      </a:lnTo>
                      <a:lnTo>
                        <a:pt x="510" y="1055"/>
                      </a:lnTo>
                      <a:lnTo>
                        <a:pt x="511" y="1057"/>
                      </a:lnTo>
                      <a:lnTo>
                        <a:pt x="513" y="1060"/>
                      </a:lnTo>
                      <a:lnTo>
                        <a:pt x="514" y="1062"/>
                      </a:lnTo>
                      <a:lnTo>
                        <a:pt x="515" y="1065"/>
                      </a:lnTo>
                      <a:lnTo>
                        <a:pt x="517" y="1067"/>
                      </a:lnTo>
                      <a:lnTo>
                        <a:pt x="518" y="1070"/>
                      </a:lnTo>
                      <a:lnTo>
                        <a:pt x="520" y="1072"/>
                      </a:lnTo>
                      <a:lnTo>
                        <a:pt x="521" y="1075"/>
                      </a:lnTo>
                      <a:lnTo>
                        <a:pt x="522" y="1077"/>
                      </a:lnTo>
                      <a:lnTo>
                        <a:pt x="524" y="1080"/>
                      </a:lnTo>
                      <a:lnTo>
                        <a:pt x="525" y="1082"/>
                      </a:lnTo>
                      <a:lnTo>
                        <a:pt x="527" y="1084"/>
                      </a:lnTo>
                      <a:lnTo>
                        <a:pt x="528" y="1087"/>
                      </a:lnTo>
                      <a:lnTo>
                        <a:pt x="529" y="1089"/>
                      </a:lnTo>
                      <a:lnTo>
                        <a:pt x="531" y="1091"/>
                      </a:lnTo>
                      <a:lnTo>
                        <a:pt x="532" y="1094"/>
                      </a:lnTo>
                      <a:lnTo>
                        <a:pt x="534" y="1096"/>
                      </a:lnTo>
                      <a:lnTo>
                        <a:pt x="535" y="1098"/>
                      </a:lnTo>
                      <a:lnTo>
                        <a:pt x="537" y="1100"/>
                      </a:lnTo>
                      <a:lnTo>
                        <a:pt x="538" y="1103"/>
                      </a:lnTo>
                      <a:lnTo>
                        <a:pt x="539" y="1105"/>
                      </a:lnTo>
                      <a:lnTo>
                        <a:pt x="541" y="1107"/>
                      </a:lnTo>
                      <a:lnTo>
                        <a:pt x="542" y="1109"/>
                      </a:lnTo>
                      <a:lnTo>
                        <a:pt x="544" y="1111"/>
                      </a:lnTo>
                      <a:lnTo>
                        <a:pt x="545" y="1114"/>
                      </a:lnTo>
                      <a:lnTo>
                        <a:pt x="546" y="1116"/>
                      </a:lnTo>
                      <a:lnTo>
                        <a:pt x="548" y="1118"/>
                      </a:lnTo>
                      <a:lnTo>
                        <a:pt x="549" y="1120"/>
                      </a:lnTo>
                      <a:lnTo>
                        <a:pt x="551" y="1122"/>
                      </a:lnTo>
                      <a:lnTo>
                        <a:pt x="552" y="1124"/>
                      </a:lnTo>
                      <a:lnTo>
                        <a:pt x="553" y="1126"/>
                      </a:lnTo>
                      <a:lnTo>
                        <a:pt x="555" y="1128"/>
                      </a:lnTo>
                      <a:lnTo>
                        <a:pt x="556" y="1130"/>
                      </a:lnTo>
                      <a:lnTo>
                        <a:pt x="558" y="1132"/>
                      </a:lnTo>
                      <a:lnTo>
                        <a:pt x="559" y="1134"/>
                      </a:lnTo>
                      <a:lnTo>
                        <a:pt x="560" y="1136"/>
                      </a:lnTo>
                      <a:lnTo>
                        <a:pt x="562" y="1138"/>
                      </a:lnTo>
                      <a:lnTo>
                        <a:pt x="563" y="1140"/>
                      </a:lnTo>
                      <a:lnTo>
                        <a:pt x="565" y="1142"/>
                      </a:lnTo>
                      <a:lnTo>
                        <a:pt x="566" y="1143"/>
                      </a:lnTo>
                      <a:lnTo>
                        <a:pt x="567" y="1145"/>
                      </a:lnTo>
                      <a:lnTo>
                        <a:pt x="569" y="1147"/>
                      </a:lnTo>
                      <a:lnTo>
                        <a:pt x="570" y="1149"/>
                      </a:lnTo>
                      <a:lnTo>
                        <a:pt x="572" y="1151"/>
                      </a:lnTo>
                      <a:lnTo>
                        <a:pt x="573" y="1153"/>
                      </a:lnTo>
                      <a:lnTo>
                        <a:pt x="574" y="1154"/>
                      </a:lnTo>
                      <a:lnTo>
                        <a:pt x="576" y="1156"/>
                      </a:lnTo>
                      <a:lnTo>
                        <a:pt x="577" y="1158"/>
                      </a:lnTo>
                      <a:lnTo>
                        <a:pt x="579" y="1160"/>
                      </a:lnTo>
                      <a:lnTo>
                        <a:pt x="580" y="1161"/>
                      </a:lnTo>
                      <a:lnTo>
                        <a:pt x="581" y="1163"/>
                      </a:lnTo>
                      <a:lnTo>
                        <a:pt x="583" y="1106"/>
                      </a:lnTo>
                      <a:lnTo>
                        <a:pt x="584" y="1086"/>
                      </a:lnTo>
                      <a:lnTo>
                        <a:pt x="586" y="1085"/>
                      </a:lnTo>
                      <a:lnTo>
                        <a:pt x="587" y="1085"/>
                      </a:lnTo>
                      <a:lnTo>
                        <a:pt x="588" y="1084"/>
                      </a:lnTo>
                      <a:lnTo>
                        <a:pt x="590" y="1084"/>
                      </a:lnTo>
                      <a:lnTo>
                        <a:pt x="591" y="1084"/>
                      </a:lnTo>
                      <a:lnTo>
                        <a:pt x="593" y="1084"/>
                      </a:lnTo>
                      <a:lnTo>
                        <a:pt x="594" y="1084"/>
                      </a:lnTo>
                      <a:lnTo>
                        <a:pt x="595" y="1083"/>
                      </a:lnTo>
                      <a:lnTo>
                        <a:pt x="597" y="1083"/>
                      </a:lnTo>
                      <a:lnTo>
                        <a:pt x="598" y="1083"/>
                      </a:lnTo>
                      <a:lnTo>
                        <a:pt x="600" y="1083"/>
                      </a:lnTo>
                      <a:lnTo>
                        <a:pt x="601" y="1083"/>
                      </a:lnTo>
                      <a:lnTo>
                        <a:pt x="603" y="1083"/>
                      </a:lnTo>
                      <a:lnTo>
                        <a:pt x="604" y="1083"/>
                      </a:lnTo>
                      <a:lnTo>
                        <a:pt x="605" y="1082"/>
                      </a:lnTo>
                      <a:lnTo>
                        <a:pt x="607" y="1082"/>
                      </a:lnTo>
                      <a:lnTo>
                        <a:pt x="608" y="1082"/>
                      </a:lnTo>
                      <a:lnTo>
                        <a:pt x="610" y="1082"/>
                      </a:lnTo>
                      <a:lnTo>
                        <a:pt x="611" y="1082"/>
                      </a:lnTo>
                      <a:lnTo>
                        <a:pt x="612" y="1082"/>
                      </a:lnTo>
                      <a:lnTo>
                        <a:pt x="614" y="1082"/>
                      </a:lnTo>
                      <a:lnTo>
                        <a:pt x="615" y="1082"/>
                      </a:lnTo>
                      <a:lnTo>
                        <a:pt x="617" y="1082"/>
                      </a:lnTo>
                      <a:lnTo>
                        <a:pt x="618" y="1081"/>
                      </a:lnTo>
                      <a:lnTo>
                        <a:pt x="619" y="1081"/>
                      </a:lnTo>
                      <a:lnTo>
                        <a:pt x="621" y="1081"/>
                      </a:lnTo>
                      <a:lnTo>
                        <a:pt x="622" y="1081"/>
                      </a:lnTo>
                      <a:lnTo>
                        <a:pt x="624" y="1081"/>
                      </a:lnTo>
                      <a:lnTo>
                        <a:pt x="625" y="1081"/>
                      </a:lnTo>
                      <a:lnTo>
                        <a:pt x="626" y="1081"/>
                      </a:lnTo>
                      <a:lnTo>
                        <a:pt x="628" y="1081"/>
                      </a:lnTo>
                      <a:lnTo>
                        <a:pt x="629" y="1081"/>
                      </a:lnTo>
                      <a:lnTo>
                        <a:pt x="631" y="1081"/>
                      </a:lnTo>
                      <a:lnTo>
                        <a:pt x="632" y="1080"/>
                      </a:lnTo>
                      <a:lnTo>
                        <a:pt x="633" y="1080"/>
                      </a:lnTo>
                      <a:lnTo>
                        <a:pt x="635" y="1080"/>
                      </a:lnTo>
                      <a:lnTo>
                        <a:pt x="636" y="1080"/>
                      </a:lnTo>
                      <a:lnTo>
                        <a:pt x="638" y="1080"/>
                      </a:lnTo>
                      <a:lnTo>
                        <a:pt x="639" y="1080"/>
                      </a:lnTo>
                      <a:lnTo>
                        <a:pt x="640" y="1080"/>
                      </a:lnTo>
                      <a:lnTo>
                        <a:pt x="642" y="1080"/>
                      </a:lnTo>
                      <a:lnTo>
                        <a:pt x="643" y="1080"/>
                      </a:lnTo>
                      <a:lnTo>
                        <a:pt x="645" y="1080"/>
                      </a:lnTo>
                      <a:lnTo>
                        <a:pt x="646" y="1080"/>
                      </a:lnTo>
                      <a:lnTo>
                        <a:pt x="647" y="1080"/>
                      </a:lnTo>
                      <a:lnTo>
                        <a:pt x="649" y="1080"/>
                      </a:lnTo>
                      <a:lnTo>
                        <a:pt x="650" y="1080"/>
                      </a:lnTo>
                      <a:lnTo>
                        <a:pt x="652" y="1080"/>
                      </a:lnTo>
                      <a:lnTo>
                        <a:pt x="653" y="1079"/>
                      </a:lnTo>
                      <a:lnTo>
                        <a:pt x="654" y="1079"/>
                      </a:lnTo>
                      <a:lnTo>
                        <a:pt x="656" y="1079"/>
                      </a:lnTo>
                      <a:lnTo>
                        <a:pt x="657" y="1079"/>
                      </a:lnTo>
                      <a:lnTo>
                        <a:pt x="659" y="1079"/>
                      </a:lnTo>
                      <a:lnTo>
                        <a:pt x="660" y="1079"/>
                      </a:lnTo>
                      <a:lnTo>
                        <a:pt x="661" y="1079"/>
                      </a:lnTo>
                      <a:lnTo>
                        <a:pt x="663" y="1079"/>
                      </a:lnTo>
                      <a:lnTo>
                        <a:pt x="664" y="1079"/>
                      </a:lnTo>
                      <a:lnTo>
                        <a:pt x="666" y="1079"/>
                      </a:lnTo>
                      <a:lnTo>
                        <a:pt x="667" y="1079"/>
                      </a:lnTo>
                      <a:lnTo>
                        <a:pt x="669" y="1079"/>
                      </a:lnTo>
                      <a:lnTo>
                        <a:pt x="670" y="1079"/>
                      </a:lnTo>
                      <a:lnTo>
                        <a:pt x="671" y="1079"/>
                      </a:lnTo>
                      <a:lnTo>
                        <a:pt x="673" y="1079"/>
                      </a:lnTo>
                      <a:lnTo>
                        <a:pt x="674" y="1079"/>
                      </a:lnTo>
                      <a:lnTo>
                        <a:pt x="676" y="1079"/>
                      </a:lnTo>
                      <a:lnTo>
                        <a:pt x="677" y="1079"/>
                      </a:lnTo>
                      <a:lnTo>
                        <a:pt x="678" y="1079"/>
                      </a:lnTo>
                      <a:lnTo>
                        <a:pt x="680" y="1079"/>
                      </a:lnTo>
                      <a:lnTo>
                        <a:pt x="681" y="1079"/>
                      </a:lnTo>
                      <a:lnTo>
                        <a:pt x="683" y="1078"/>
                      </a:lnTo>
                      <a:lnTo>
                        <a:pt x="684" y="1078"/>
                      </a:lnTo>
                      <a:lnTo>
                        <a:pt x="685" y="1078"/>
                      </a:lnTo>
                      <a:lnTo>
                        <a:pt x="687" y="1078"/>
                      </a:lnTo>
                      <a:lnTo>
                        <a:pt x="688" y="1078"/>
                      </a:lnTo>
                      <a:lnTo>
                        <a:pt x="690" y="1078"/>
                      </a:lnTo>
                      <a:lnTo>
                        <a:pt x="691" y="1078"/>
                      </a:lnTo>
                      <a:lnTo>
                        <a:pt x="692" y="1078"/>
                      </a:lnTo>
                      <a:lnTo>
                        <a:pt x="694" y="1078"/>
                      </a:lnTo>
                      <a:lnTo>
                        <a:pt x="695" y="1078"/>
                      </a:lnTo>
                      <a:lnTo>
                        <a:pt x="697" y="1078"/>
                      </a:lnTo>
                      <a:lnTo>
                        <a:pt x="698" y="1078"/>
                      </a:lnTo>
                      <a:lnTo>
                        <a:pt x="699" y="1078"/>
                      </a:lnTo>
                      <a:lnTo>
                        <a:pt x="701" y="1078"/>
                      </a:lnTo>
                      <a:lnTo>
                        <a:pt x="702" y="1078"/>
                      </a:lnTo>
                      <a:lnTo>
                        <a:pt x="704" y="1078"/>
                      </a:lnTo>
                      <a:lnTo>
                        <a:pt x="705" y="1078"/>
                      </a:lnTo>
                      <a:lnTo>
                        <a:pt x="706" y="1078"/>
                      </a:lnTo>
                      <a:lnTo>
                        <a:pt x="708" y="1078"/>
                      </a:lnTo>
                      <a:lnTo>
                        <a:pt x="709" y="1078"/>
                      </a:lnTo>
                      <a:lnTo>
                        <a:pt x="711" y="1078"/>
                      </a:lnTo>
                      <a:lnTo>
                        <a:pt x="712" y="1078"/>
                      </a:lnTo>
                      <a:lnTo>
                        <a:pt x="713" y="1078"/>
                      </a:lnTo>
                      <a:lnTo>
                        <a:pt x="715" y="1078"/>
                      </a:lnTo>
                      <a:lnTo>
                        <a:pt x="716" y="1078"/>
                      </a:lnTo>
                      <a:lnTo>
                        <a:pt x="718" y="1078"/>
                      </a:lnTo>
                      <a:lnTo>
                        <a:pt x="719" y="1078"/>
                      </a:lnTo>
                      <a:lnTo>
                        <a:pt x="720" y="1078"/>
                      </a:lnTo>
                      <a:lnTo>
                        <a:pt x="722" y="1078"/>
                      </a:lnTo>
                      <a:lnTo>
                        <a:pt x="723" y="1078"/>
                      </a:lnTo>
                      <a:lnTo>
                        <a:pt x="725" y="1078"/>
                      </a:lnTo>
                      <a:lnTo>
                        <a:pt x="726" y="1078"/>
                      </a:lnTo>
                      <a:lnTo>
                        <a:pt x="728" y="1078"/>
                      </a:lnTo>
                      <a:lnTo>
                        <a:pt x="729" y="1078"/>
                      </a:lnTo>
                      <a:lnTo>
                        <a:pt x="730" y="1078"/>
                      </a:lnTo>
                      <a:lnTo>
                        <a:pt x="732" y="1078"/>
                      </a:lnTo>
                      <a:lnTo>
                        <a:pt x="733" y="1078"/>
                      </a:lnTo>
                      <a:lnTo>
                        <a:pt x="735" y="1078"/>
                      </a:lnTo>
                      <a:lnTo>
                        <a:pt x="736" y="1078"/>
                      </a:lnTo>
                      <a:lnTo>
                        <a:pt x="737" y="1078"/>
                      </a:lnTo>
                      <a:lnTo>
                        <a:pt x="739" y="1078"/>
                      </a:lnTo>
                      <a:lnTo>
                        <a:pt x="740" y="1078"/>
                      </a:lnTo>
                      <a:lnTo>
                        <a:pt x="742" y="1078"/>
                      </a:lnTo>
                      <a:lnTo>
                        <a:pt x="743" y="1078"/>
                      </a:lnTo>
                      <a:lnTo>
                        <a:pt x="744" y="1078"/>
                      </a:lnTo>
                      <a:lnTo>
                        <a:pt x="746" y="1078"/>
                      </a:lnTo>
                      <a:lnTo>
                        <a:pt x="747" y="1078"/>
                      </a:lnTo>
                      <a:lnTo>
                        <a:pt x="749" y="1078"/>
                      </a:lnTo>
                      <a:lnTo>
                        <a:pt x="750" y="1078"/>
                      </a:lnTo>
                      <a:lnTo>
                        <a:pt x="751" y="1078"/>
                      </a:lnTo>
                      <a:lnTo>
                        <a:pt x="753" y="1078"/>
                      </a:lnTo>
                      <a:lnTo>
                        <a:pt x="754" y="1078"/>
                      </a:lnTo>
                      <a:lnTo>
                        <a:pt x="756" y="1078"/>
                      </a:lnTo>
                      <a:lnTo>
                        <a:pt x="757" y="1078"/>
                      </a:lnTo>
                      <a:lnTo>
                        <a:pt x="758" y="1078"/>
                      </a:lnTo>
                      <a:lnTo>
                        <a:pt x="760" y="1078"/>
                      </a:lnTo>
                      <a:lnTo>
                        <a:pt x="761" y="1078"/>
                      </a:lnTo>
                      <a:lnTo>
                        <a:pt x="763" y="1078"/>
                      </a:lnTo>
                      <a:lnTo>
                        <a:pt x="764" y="1078"/>
                      </a:lnTo>
                      <a:lnTo>
                        <a:pt x="765" y="1078"/>
                      </a:lnTo>
                      <a:lnTo>
                        <a:pt x="767" y="1078"/>
                      </a:lnTo>
                      <a:lnTo>
                        <a:pt x="768" y="1078"/>
                      </a:lnTo>
                      <a:lnTo>
                        <a:pt x="770" y="1078"/>
                      </a:lnTo>
                      <a:lnTo>
                        <a:pt x="771" y="1078"/>
                      </a:lnTo>
                      <a:lnTo>
                        <a:pt x="772" y="1078"/>
                      </a:lnTo>
                      <a:lnTo>
                        <a:pt x="774" y="1078"/>
                      </a:lnTo>
                      <a:lnTo>
                        <a:pt x="775" y="1078"/>
                      </a:lnTo>
                      <a:lnTo>
                        <a:pt x="777" y="1078"/>
                      </a:lnTo>
                      <a:lnTo>
                        <a:pt x="778" y="1078"/>
                      </a:lnTo>
                      <a:lnTo>
                        <a:pt x="779" y="1078"/>
                      </a:lnTo>
                      <a:lnTo>
                        <a:pt x="781" y="1078"/>
                      </a:lnTo>
                      <a:lnTo>
                        <a:pt x="782" y="1078"/>
                      </a:lnTo>
                      <a:lnTo>
                        <a:pt x="784" y="1078"/>
                      </a:lnTo>
                      <a:lnTo>
                        <a:pt x="785" y="1078"/>
                      </a:lnTo>
                      <a:lnTo>
                        <a:pt x="786" y="1078"/>
                      </a:lnTo>
                      <a:lnTo>
                        <a:pt x="788" y="1078"/>
                      </a:lnTo>
                      <a:lnTo>
                        <a:pt x="789" y="1078"/>
                      </a:lnTo>
                      <a:lnTo>
                        <a:pt x="791" y="1078"/>
                      </a:lnTo>
                      <a:lnTo>
                        <a:pt x="792" y="1078"/>
                      </a:lnTo>
                      <a:lnTo>
                        <a:pt x="794" y="1078"/>
                      </a:lnTo>
                      <a:lnTo>
                        <a:pt x="795" y="1078"/>
                      </a:lnTo>
                      <a:lnTo>
                        <a:pt x="796" y="1078"/>
                      </a:lnTo>
                      <a:lnTo>
                        <a:pt x="798" y="1078"/>
                      </a:lnTo>
                      <a:lnTo>
                        <a:pt x="799" y="1078"/>
                      </a:lnTo>
                      <a:lnTo>
                        <a:pt x="801" y="1078"/>
                      </a:lnTo>
                      <a:lnTo>
                        <a:pt x="802" y="1078"/>
                      </a:lnTo>
                      <a:lnTo>
                        <a:pt x="803" y="1078"/>
                      </a:lnTo>
                      <a:lnTo>
                        <a:pt x="805" y="1078"/>
                      </a:lnTo>
                      <a:lnTo>
                        <a:pt x="806" y="1078"/>
                      </a:lnTo>
                      <a:lnTo>
                        <a:pt x="808" y="1078"/>
                      </a:lnTo>
                      <a:lnTo>
                        <a:pt x="809" y="1078"/>
                      </a:lnTo>
                      <a:lnTo>
                        <a:pt x="810" y="1078"/>
                      </a:lnTo>
                      <a:lnTo>
                        <a:pt x="812" y="1078"/>
                      </a:lnTo>
                      <a:lnTo>
                        <a:pt x="813" y="1078"/>
                      </a:lnTo>
                      <a:lnTo>
                        <a:pt x="815" y="1078"/>
                      </a:lnTo>
                      <a:lnTo>
                        <a:pt x="816" y="1078"/>
                      </a:lnTo>
                      <a:lnTo>
                        <a:pt x="817" y="1078"/>
                      </a:lnTo>
                      <a:lnTo>
                        <a:pt x="819" y="1078"/>
                      </a:lnTo>
                      <a:lnTo>
                        <a:pt x="820" y="1078"/>
                      </a:lnTo>
                      <a:lnTo>
                        <a:pt x="822" y="1078"/>
                      </a:lnTo>
                      <a:lnTo>
                        <a:pt x="823" y="1078"/>
                      </a:lnTo>
                      <a:lnTo>
                        <a:pt x="824" y="1078"/>
                      </a:lnTo>
                      <a:lnTo>
                        <a:pt x="826" y="1078"/>
                      </a:lnTo>
                      <a:lnTo>
                        <a:pt x="827" y="1079"/>
                      </a:lnTo>
                      <a:lnTo>
                        <a:pt x="829" y="1079"/>
                      </a:lnTo>
                      <a:lnTo>
                        <a:pt x="830" y="1079"/>
                      </a:lnTo>
                      <a:lnTo>
                        <a:pt x="831" y="1079"/>
                      </a:lnTo>
                      <a:lnTo>
                        <a:pt x="833" y="1079"/>
                      </a:lnTo>
                      <a:lnTo>
                        <a:pt x="834" y="1079"/>
                      </a:lnTo>
                      <a:lnTo>
                        <a:pt x="836" y="1079"/>
                      </a:lnTo>
                      <a:lnTo>
                        <a:pt x="837" y="1079"/>
                      </a:lnTo>
                      <a:lnTo>
                        <a:pt x="838" y="1079"/>
                      </a:lnTo>
                      <a:lnTo>
                        <a:pt x="840" y="1079"/>
                      </a:lnTo>
                      <a:lnTo>
                        <a:pt x="841" y="1079"/>
                      </a:lnTo>
                      <a:lnTo>
                        <a:pt x="843" y="1079"/>
                      </a:lnTo>
                      <a:lnTo>
                        <a:pt x="844" y="1079"/>
                      </a:lnTo>
                      <a:lnTo>
                        <a:pt x="845" y="1079"/>
                      </a:lnTo>
                      <a:lnTo>
                        <a:pt x="847" y="1079"/>
                      </a:lnTo>
                      <a:lnTo>
                        <a:pt x="848" y="1079"/>
                      </a:lnTo>
                      <a:lnTo>
                        <a:pt x="850" y="1079"/>
                      </a:lnTo>
                      <a:lnTo>
                        <a:pt x="851" y="1079"/>
                      </a:lnTo>
                      <a:lnTo>
                        <a:pt x="852" y="1079"/>
                      </a:lnTo>
                      <a:lnTo>
                        <a:pt x="854" y="1079"/>
                      </a:lnTo>
                      <a:lnTo>
                        <a:pt x="855" y="1079"/>
                      </a:lnTo>
                      <a:lnTo>
                        <a:pt x="857" y="1079"/>
                      </a:lnTo>
                      <a:lnTo>
                        <a:pt x="858" y="1079"/>
                      </a:lnTo>
                      <a:lnTo>
                        <a:pt x="860" y="1079"/>
                      </a:lnTo>
                      <a:lnTo>
                        <a:pt x="861" y="1079"/>
                      </a:lnTo>
                      <a:lnTo>
                        <a:pt x="862" y="1079"/>
                      </a:lnTo>
                      <a:lnTo>
                        <a:pt x="864" y="1079"/>
                      </a:lnTo>
                      <a:lnTo>
                        <a:pt x="865" y="1079"/>
                      </a:lnTo>
                      <a:lnTo>
                        <a:pt x="867" y="1079"/>
                      </a:lnTo>
                      <a:lnTo>
                        <a:pt x="868" y="1079"/>
                      </a:lnTo>
                      <a:lnTo>
                        <a:pt x="869" y="1079"/>
                      </a:lnTo>
                      <a:lnTo>
                        <a:pt x="871" y="1079"/>
                      </a:lnTo>
                      <a:lnTo>
                        <a:pt x="872" y="1079"/>
                      </a:lnTo>
                      <a:lnTo>
                        <a:pt x="874" y="1079"/>
                      </a:lnTo>
                      <a:lnTo>
                        <a:pt x="875" y="1079"/>
                      </a:lnTo>
                      <a:lnTo>
                        <a:pt x="876" y="1079"/>
                      </a:lnTo>
                      <a:lnTo>
                        <a:pt x="878" y="1079"/>
                      </a:lnTo>
                      <a:lnTo>
                        <a:pt x="879" y="1079"/>
                      </a:lnTo>
                      <a:lnTo>
                        <a:pt x="881" y="1079"/>
                      </a:lnTo>
                      <a:lnTo>
                        <a:pt x="882" y="1079"/>
                      </a:lnTo>
                      <a:lnTo>
                        <a:pt x="883" y="1079"/>
                      </a:lnTo>
                      <a:lnTo>
                        <a:pt x="885" y="1080"/>
                      </a:lnTo>
                      <a:lnTo>
                        <a:pt x="886" y="1080"/>
                      </a:lnTo>
                      <a:lnTo>
                        <a:pt x="888" y="1080"/>
                      </a:lnTo>
                      <a:lnTo>
                        <a:pt x="889" y="1080"/>
                      </a:lnTo>
                      <a:lnTo>
                        <a:pt x="890" y="1080"/>
                      </a:lnTo>
                      <a:lnTo>
                        <a:pt x="892" y="1080"/>
                      </a:lnTo>
                      <a:lnTo>
                        <a:pt x="893" y="1080"/>
                      </a:lnTo>
                      <a:lnTo>
                        <a:pt x="895" y="1080"/>
                      </a:lnTo>
                      <a:lnTo>
                        <a:pt x="896" y="1080"/>
                      </a:lnTo>
                      <a:lnTo>
                        <a:pt x="897" y="1080"/>
                      </a:lnTo>
                      <a:lnTo>
                        <a:pt x="899" y="1080"/>
                      </a:lnTo>
                      <a:lnTo>
                        <a:pt x="900" y="1080"/>
                      </a:lnTo>
                      <a:lnTo>
                        <a:pt x="902" y="1080"/>
                      </a:lnTo>
                      <a:lnTo>
                        <a:pt x="903" y="1080"/>
                      </a:lnTo>
                      <a:lnTo>
                        <a:pt x="904" y="1080"/>
                      </a:lnTo>
                      <a:lnTo>
                        <a:pt x="906" y="1080"/>
                      </a:lnTo>
                      <a:lnTo>
                        <a:pt x="907" y="1080"/>
                      </a:lnTo>
                      <a:lnTo>
                        <a:pt x="909" y="1080"/>
                      </a:lnTo>
                      <a:lnTo>
                        <a:pt x="910" y="1080"/>
                      </a:lnTo>
                      <a:lnTo>
                        <a:pt x="911" y="1080"/>
                      </a:lnTo>
                      <a:lnTo>
                        <a:pt x="913" y="1080"/>
                      </a:lnTo>
                      <a:lnTo>
                        <a:pt x="914" y="1080"/>
                      </a:lnTo>
                      <a:lnTo>
                        <a:pt x="916" y="1080"/>
                      </a:lnTo>
                      <a:lnTo>
                        <a:pt x="917" y="1080"/>
                      </a:lnTo>
                      <a:lnTo>
                        <a:pt x="919" y="1080"/>
                      </a:lnTo>
                      <a:lnTo>
                        <a:pt x="920" y="1080"/>
                      </a:lnTo>
                      <a:lnTo>
                        <a:pt x="921" y="1080"/>
                      </a:lnTo>
                      <a:lnTo>
                        <a:pt x="923" y="1080"/>
                      </a:lnTo>
                      <a:lnTo>
                        <a:pt x="924" y="1080"/>
                      </a:lnTo>
                      <a:lnTo>
                        <a:pt x="926" y="1080"/>
                      </a:lnTo>
                      <a:lnTo>
                        <a:pt x="927" y="1080"/>
                      </a:lnTo>
                      <a:lnTo>
                        <a:pt x="928" y="1081"/>
                      </a:lnTo>
                      <a:lnTo>
                        <a:pt x="930" y="1081"/>
                      </a:lnTo>
                      <a:lnTo>
                        <a:pt x="931" y="1081"/>
                      </a:lnTo>
                      <a:lnTo>
                        <a:pt x="933" y="1081"/>
                      </a:lnTo>
                      <a:lnTo>
                        <a:pt x="934" y="1081"/>
                      </a:lnTo>
                      <a:lnTo>
                        <a:pt x="935" y="1081"/>
                      </a:lnTo>
                      <a:lnTo>
                        <a:pt x="937" y="1081"/>
                      </a:lnTo>
                      <a:lnTo>
                        <a:pt x="938" y="1081"/>
                      </a:lnTo>
                      <a:lnTo>
                        <a:pt x="940" y="1081"/>
                      </a:lnTo>
                      <a:lnTo>
                        <a:pt x="941" y="1081"/>
                      </a:lnTo>
                      <a:lnTo>
                        <a:pt x="942" y="1081"/>
                      </a:lnTo>
                      <a:lnTo>
                        <a:pt x="944" y="1081"/>
                      </a:lnTo>
                      <a:lnTo>
                        <a:pt x="945" y="1081"/>
                      </a:lnTo>
                      <a:lnTo>
                        <a:pt x="947" y="1081"/>
                      </a:lnTo>
                      <a:lnTo>
                        <a:pt x="948" y="1081"/>
                      </a:lnTo>
                      <a:lnTo>
                        <a:pt x="949" y="1081"/>
                      </a:lnTo>
                      <a:lnTo>
                        <a:pt x="951" y="1081"/>
                      </a:lnTo>
                      <a:lnTo>
                        <a:pt x="952" y="1081"/>
                      </a:lnTo>
                      <a:lnTo>
                        <a:pt x="954" y="1081"/>
                      </a:lnTo>
                      <a:lnTo>
                        <a:pt x="955" y="1081"/>
                      </a:lnTo>
                      <a:lnTo>
                        <a:pt x="956" y="1081"/>
                      </a:lnTo>
                      <a:lnTo>
                        <a:pt x="958" y="1081"/>
                      </a:lnTo>
                      <a:lnTo>
                        <a:pt x="959" y="1081"/>
                      </a:lnTo>
                      <a:lnTo>
                        <a:pt x="961" y="1081"/>
                      </a:lnTo>
                      <a:lnTo>
                        <a:pt x="962" y="1081"/>
                      </a:lnTo>
                      <a:lnTo>
                        <a:pt x="963" y="1081"/>
                      </a:lnTo>
                      <a:lnTo>
                        <a:pt x="965" y="1081"/>
                      </a:lnTo>
                      <a:lnTo>
                        <a:pt x="966" y="1082"/>
                      </a:lnTo>
                      <a:lnTo>
                        <a:pt x="968" y="1082"/>
                      </a:lnTo>
                      <a:lnTo>
                        <a:pt x="969" y="1082"/>
                      </a:lnTo>
                      <a:lnTo>
                        <a:pt x="970" y="1082"/>
                      </a:lnTo>
                      <a:lnTo>
                        <a:pt x="972" y="1082"/>
                      </a:lnTo>
                      <a:lnTo>
                        <a:pt x="973" y="1082"/>
                      </a:lnTo>
                      <a:lnTo>
                        <a:pt x="975" y="1082"/>
                      </a:lnTo>
                      <a:lnTo>
                        <a:pt x="976" y="1082"/>
                      </a:lnTo>
                      <a:lnTo>
                        <a:pt x="977" y="1082"/>
                      </a:lnTo>
                      <a:lnTo>
                        <a:pt x="979" y="1082"/>
                      </a:lnTo>
                      <a:lnTo>
                        <a:pt x="980" y="1082"/>
                      </a:lnTo>
                      <a:lnTo>
                        <a:pt x="982" y="1082"/>
                      </a:lnTo>
                      <a:lnTo>
                        <a:pt x="983" y="1082"/>
                      </a:lnTo>
                      <a:lnTo>
                        <a:pt x="985" y="1082"/>
                      </a:lnTo>
                      <a:lnTo>
                        <a:pt x="986" y="1082"/>
                      </a:lnTo>
                      <a:lnTo>
                        <a:pt x="987" y="1082"/>
                      </a:lnTo>
                      <a:lnTo>
                        <a:pt x="989" y="1082"/>
                      </a:lnTo>
                      <a:lnTo>
                        <a:pt x="990" y="1082"/>
                      </a:lnTo>
                      <a:lnTo>
                        <a:pt x="992" y="1082"/>
                      </a:lnTo>
                      <a:lnTo>
                        <a:pt x="993" y="1082"/>
                      </a:lnTo>
                      <a:lnTo>
                        <a:pt x="994" y="1082"/>
                      </a:lnTo>
                      <a:lnTo>
                        <a:pt x="996" y="1082"/>
                      </a:lnTo>
                      <a:lnTo>
                        <a:pt x="997" y="1082"/>
                      </a:lnTo>
                      <a:lnTo>
                        <a:pt x="999" y="1082"/>
                      </a:lnTo>
                      <a:lnTo>
                        <a:pt x="1000" y="1082"/>
                      </a:lnTo>
                      <a:lnTo>
                        <a:pt x="1001" y="1082"/>
                      </a:lnTo>
                      <a:lnTo>
                        <a:pt x="1003" y="1082"/>
                      </a:lnTo>
                      <a:lnTo>
                        <a:pt x="1004" y="1083"/>
                      </a:lnTo>
                      <a:lnTo>
                        <a:pt x="1006" y="1083"/>
                      </a:lnTo>
                      <a:lnTo>
                        <a:pt x="1007" y="1083"/>
                      </a:lnTo>
                      <a:lnTo>
                        <a:pt x="1008" y="1083"/>
                      </a:lnTo>
                      <a:lnTo>
                        <a:pt x="1010" y="1083"/>
                      </a:lnTo>
                      <a:lnTo>
                        <a:pt x="1011" y="1083"/>
                      </a:lnTo>
                      <a:lnTo>
                        <a:pt x="1013" y="1083"/>
                      </a:lnTo>
                      <a:lnTo>
                        <a:pt x="1014" y="1083"/>
                      </a:lnTo>
                      <a:lnTo>
                        <a:pt x="1015" y="1083"/>
                      </a:lnTo>
                      <a:lnTo>
                        <a:pt x="1017" y="1083"/>
                      </a:lnTo>
                      <a:lnTo>
                        <a:pt x="1018" y="1083"/>
                      </a:lnTo>
                      <a:lnTo>
                        <a:pt x="1020" y="1083"/>
                      </a:lnTo>
                      <a:lnTo>
                        <a:pt x="1021" y="1083"/>
                      </a:lnTo>
                      <a:lnTo>
                        <a:pt x="1022" y="1083"/>
                      </a:lnTo>
                      <a:lnTo>
                        <a:pt x="1024" y="1083"/>
                      </a:lnTo>
                      <a:lnTo>
                        <a:pt x="1025" y="1083"/>
                      </a:lnTo>
                      <a:lnTo>
                        <a:pt x="1027" y="1083"/>
                      </a:lnTo>
                      <a:lnTo>
                        <a:pt x="1028" y="1083"/>
                      </a:lnTo>
                      <a:lnTo>
                        <a:pt x="1029" y="1083"/>
                      </a:lnTo>
                      <a:lnTo>
                        <a:pt x="1031" y="1083"/>
                      </a:lnTo>
                      <a:lnTo>
                        <a:pt x="1032" y="1083"/>
                      </a:lnTo>
                      <a:lnTo>
                        <a:pt x="1034" y="1083"/>
                      </a:lnTo>
                      <a:lnTo>
                        <a:pt x="1035" y="1083"/>
                      </a:lnTo>
                      <a:lnTo>
                        <a:pt x="1036" y="1083"/>
                      </a:lnTo>
                      <a:lnTo>
                        <a:pt x="1038" y="1083"/>
                      </a:lnTo>
                      <a:lnTo>
                        <a:pt x="1039" y="1083"/>
                      </a:lnTo>
                      <a:lnTo>
                        <a:pt x="1041" y="1083"/>
                      </a:lnTo>
                      <a:lnTo>
                        <a:pt x="1042" y="1084"/>
                      </a:lnTo>
                      <a:lnTo>
                        <a:pt x="1043" y="1084"/>
                      </a:lnTo>
                      <a:lnTo>
                        <a:pt x="1045" y="1084"/>
                      </a:lnTo>
                      <a:lnTo>
                        <a:pt x="1046" y="1084"/>
                      </a:lnTo>
                      <a:lnTo>
                        <a:pt x="1048" y="1084"/>
                      </a:lnTo>
                      <a:lnTo>
                        <a:pt x="1049" y="1084"/>
                      </a:lnTo>
                      <a:lnTo>
                        <a:pt x="1051" y="1084"/>
                      </a:lnTo>
                      <a:lnTo>
                        <a:pt x="1052" y="1084"/>
                      </a:lnTo>
                      <a:lnTo>
                        <a:pt x="1053" y="1084"/>
                      </a:lnTo>
                      <a:lnTo>
                        <a:pt x="1055" y="1084"/>
                      </a:lnTo>
                      <a:lnTo>
                        <a:pt x="1056" y="1084"/>
                      </a:lnTo>
                      <a:lnTo>
                        <a:pt x="1058" y="1084"/>
                      </a:lnTo>
                      <a:lnTo>
                        <a:pt x="1059" y="1084"/>
                      </a:lnTo>
                      <a:lnTo>
                        <a:pt x="1060" y="1084"/>
                      </a:lnTo>
                      <a:lnTo>
                        <a:pt x="1062" y="1084"/>
                      </a:lnTo>
                      <a:lnTo>
                        <a:pt x="1063" y="1084"/>
                      </a:lnTo>
                      <a:lnTo>
                        <a:pt x="1065" y="1084"/>
                      </a:lnTo>
                      <a:lnTo>
                        <a:pt x="1066" y="1084"/>
                      </a:lnTo>
                      <a:lnTo>
                        <a:pt x="1067" y="1084"/>
                      </a:lnTo>
                      <a:lnTo>
                        <a:pt x="1069" y="1084"/>
                      </a:lnTo>
                      <a:lnTo>
                        <a:pt x="1070" y="1084"/>
                      </a:lnTo>
                      <a:lnTo>
                        <a:pt x="1072" y="1084"/>
                      </a:lnTo>
                      <a:lnTo>
                        <a:pt x="1073" y="1084"/>
                      </a:lnTo>
                      <a:lnTo>
                        <a:pt x="1074" y="1084"/>
                      </a:lnTo>
                      <a:lnTo>
                        <a:pt x="1076" y="1084"/>
                      </a:lnTo>
                      <a:lnTo>
                        <a:pt x="1077" y="1084"/>
                      </a:lnTo>
                      <a:lnTo>
                        <a:pt x="1079" y="1084"/>
                      </a:lnTo>
                      <a:lnTo>
                        <a:pt x="1080" y="1085"/>
                      </a:lnTo>
                      <a:lnTo>
                        <a:pt x="1081" y="1085"/>
                      </a:lnTo>
                      <a:lnTo>
                        <a:pt x="1083" y="1085"/>
                      </a:lnTo>
                      <a:lnTo>
                        <a:pt x="1084" y="1085"/>
                      </a:lnTo>
                      <a:lnTo>
                        <a:pt x="1086" y="1085"/>
                      </a:lnTo>
                      <a:lnTo>
                        <a:pt x="1087" y="1085"/>
                      </a:lnTo>
                      <a:lnTo>
                        <a:pt x="1088" y="1085"/>
                      </a:lnTo>
                      <a:lnTo>
                        <a:pt x="1090" y="1085"/>
                      </a:lnTo>
                      <a:lnTo>
                        <a:pt x="1091" y="1085"/>
                      </a:lnTo>
                      <a:lnTo>
                        <a:pt x="1093" y="1085"/>
                      </a:lnTo>
                      <a:lnTo>
                        <a:pt x="1094" y="1085"/>
                      </a:lnTo>
                      <a:lnTo>
                        <a:pt x="1095" y="1085"/>
                      </a:lnTo>
                      <a:lnTo>
                        <a:pt x="1097" y="1085"/>
                      </a:lnTo>
                      <a:lnTo>
                        <a:pt x="1098" y="1085"/>
                      </a:lnTo>
                      <a:lnTo>
                        <a:pt x="1100" y="1085"/>
                      </a:lnTo>
                      <a:lnTo>
                        <a:pt x="1101" y="1085"/>
                      </a:lnTo>
                      <a:lnTo>
                        <a:pt x="1102" y="1085"/>
                      </a:lnTo>
                      <a:lnTo>
                        <a:pt x="1104" y="1085"/>
                      </a:lnTo>
                      <a:lnTo>
                        <a:pt x="1105" y="1085"/>
                      </a:lnTo>
                      <a:lnTo>
                        <a:pt x="1107" y="1085"/>
                      </a:lnTo>
                      <a:lnTo>
                        <a:pt x="1108" y="1085"/>
                      </a:lnTo>
                      <a:lnTo>
                        <a:pt x="1110" y="1085"/>
                      </a:lnTo>
                      <a:lnTo>
                        <a:pt x="1111" y="1085"/>
                      </a:lnTo>
                      <a:lnTo>
                        <a:pt x="1112" y="1085"/>
                      </a:lnTo>
                      <a:lnTo>
                        <a:pt x="1114" y="1085"/>
                      </a:lnTo>
                      <a:lnTo>
                        <a:pt x="1115" y="1085"/>
                      </a:lnTo>
                      <a:lnTo>
                        <a:pt x="1117" y="1085"/>
                      </a:lnTo>
                      <a:lnTo>
                        <a:pt x="1118" y="1086"/>
                      </a:lnTo>
                      <a:lnTo>
                        <a:pt x="1119" y="1086"/>
                      </a:lnTo>
                      <a:lnTo>
                        <a:pt x="1121" y="1086"/>
                      </a:lnTo>
                      <a:lnTo>
                        <a:pt x="1122" y="1086"/>
                      </a:lnTo>
                      <a:lnTo>
                        <a:pt x="1124" y="1086"/>
                      </a:lnTo>
                      <a:lnTo>
                        <a:pt x="1125" y="1086"/>
                      </a:lnTo>
                      <a:lnTo>
                        <a:pt x="1126" y="1086"/>
                      </a:lnTo>
                      <a:lnTo>
                        <a:pt x="1128" y="1086"/>
                      </a:lnTo>
                      <a:lnTo>
                        <a:pt x="1129" y="1086"/>
                      </a:lnTo>
                      <a:lnTo>
                        <a:pt x="1131" y="1086"/>
                      </a:lnTo>
                      <a:lnTo>
                        <a:pt x="1132" y="1086"/>
                      </a:lnTo>
                      <a:lnTo>
                        <a:pt x="1133" y="1086"/>
                      </a:lnTo>
                      <a:lnTo>
                        <a:pt x="1135" y="1086"/>
                      </a:lnTo>
                      <a:lnTo>
                        <a:pt x="1136" y="1086"/>
                      </a:lnTo>
                      <a:lnTo>
                        <a:pt x="1138" y="1086"/>
                      </a:lnTo>
                      <a:lnTo>
                        <a:pt x="1139" y="1086"/>
                      </a:lnTo>
                      <a:lnTo>
                        <a:pt x="1140" y="1086"/>
                      </a:lnTo>
                      <a:lnTo>
                        <a:pt x="1142" y="1086"/>
                      </a:lnTo>
                      <a:lnTo>
                        <a:pt x="1143" y="1086"/>
                      </a:lnTo>
                      <a:lnTo>
                        <a:pt x="1145" y="1086"/>
                      </a:lnTo>
                      <a:lnTo>
                        <a:pt x="1146" y="1086"/>
                      </a:lnTo>
                      <a:lnTo>
                        <a:pt x="1147" y="1086"/>
                      </a:lnTo>
                      <a:lnTo>
                        <a:pt x="1149" y="1086"/>
                      </a:lnTo>
                      <a:lnTo>
                        <a:pt x="1150" y="1086"/>
                      </a:lnTo>
                      <a:lnTo>
                        <a:pt x="1152" y="1086"/>
                      </a:lnTo>
                      <a:lnTo>
                        <a:pt x="1153" y="1086"/>
                      </a:lnTo>
                      <a:lnTo>
                        <a:pt x="1154" y="1086"/>
                      </a:lnTo>
                      <a:lnTo>
                        <a:pt x="1156" y="1086"/>
                      </a:lnTo>
                      <a:lnTo>
                        <a:pt x="1157" y="1087"/>
                      </a:lnTo>
                      <a:lnTo>
                        <a:pt x="1159" y="1087"/>
                      </a:lnTo>
                      <a:lnTo>
                        <a:pt x="1160" y="1087"/>
                      </a:lnTo>
                      <a:lnTo>
                        <a:pt x="1161" y="1087"/>
                      </a:lnTo>
                      <a:lnTo>
                        <a:pt x="1163" y="1087"/>
                      </a:lnTo>
                      <a:lnTo>
                        <a:pt x="1164" y="1087"/>
                      </a:lnTo>
                      <a:lnTo>
                        <a:pt x="1166" y="1087"/>
                      </a:lnTo>
                      <a:lnTo>
                        <a:pt x="1167" y="1087"/>
                      </a:lnTo>
                      <a:lnTo>
                        <a:pt x="1168" y="1087"/>
                      </a:lnTo>
                      <a:lnTo>
                        <a:pt x="1170" y="1087"/>
                      </a:lnTo>
                      <a:lnTo>
                        <a:pt x="1171" y="1087"/>
                      </a:lnTo>
                      <a:lnTo>
                        <a:pt x="1173" y="1087"/>
                      </a:lnTo>
                      <a:lnTo>
                        <a:pt x="1174" y="1087"/>
                      </a:lnTo>
                      <a:lnTo>
                        <a:pt x="1176" y="1087"/>
                      </a:lnTo>
                      <a:lnTo>
                        <a:pt x="1177" y="1087"/>
                      </a:lnTo>
                      <a:lnTo>
                        <a:pt x="1178" y="1087"/>
                      </a:lnTo>
                      <a:lnTo>
                        <a:pt x="1180" y="1087"/>
                      </a:lnTo>
                      <a:lnTo>
                        <a:pt x="1181" y="1087"/>
                      </a:lnTo>
                      <a:lnTo>
                        <a:pt x="1183" y="1087"/>
                      </a:lnTo>
                      <a:lnTo>
                        <a:pt x="1184" y="1087"/>
                      </a:lnTo>
                      <a:lnTo>
                        <a:pt x="1185" y="1087"/>
                      </a:lnTo>
                      <a:lnTo>
                        <a:pt x="1187" y="1087"/>
                      </a:lnTo>
                      <a:lnTo>
                        <a:pt x="1188" y="1087"/>
                      </a:lnTo>
                      <a:lnTo>
                        <a:pt x="1190" y="1087"/>
                      </a:lnTo>
                      <a:lnTo>
                        <a:pt x="1191" y="1087"/>
                      </a:lnTo>
                      <a:lnTo>
                        <a:pt x="1192" y="1087"/>
                      </a:lnTo>
                      <a:lnTo>
                        <a:pt x="1194" y="1087"/>
                      </a:lnTo>
                      <a:lnTo>
                        <a:pt x="1195" y="1088"/>
                      </a:lnTo>
                      <a:lnTo>
                        <a:pt x="1197" y="1088"/>
                      </a:lnTo>
                      <a:lnTo>
                        <a:pt x="1198" y="1088"/>
                      </a:lnTo>
                      <a:lnTo>
                        <a:pt x="1199" y="1088"/>
                      </a:lnTo>
                      <a:lnTo>
                        <a:pt x="1201" y="1088"/>
                      </a:lnTo>
                      <a:lnTo>
                        <a:pt x="1202" y="1088"/>
                      </a:lnTo>
                      <a:lnTo>
                        <a:pt x="1204" y="1088"/>
                      </a:lnTo>
                      <a:lnTo>
                        <a:pt x="1205" y="1088"/>
                      </a:lnTo>
                      <a:lnTo>
                        <a:pt x="1206" y="1088"/>
                      </a:lnTo>
                      <a:lnTo>
                        <a:pt x="1208" y="1088"/>
                      </a:lnTo>
                      <a:lnTo>
                        <a:pt x="1209" y="1088"/>
                      </a:lnTo>
                      <a:lnTo>
                        <a:pt x="1211" y="1088"/>
                      </a:lnTo>
                      <a:lnTo>
                        <a:pt x="1212" y="1088"/>
                      </a:lnTo>
                      <a:lnTo>
                        <a:pt x="1213" y="1088"/>
                      </a:lnTo>
                      <a:lnTo>
                        <a:pt x="1215" y="1088"/>
                      </a:lnTo>
                      <a:lnTo>
                        <a:pt x="1216" y="1088"/>
                      </a:lnTo>
                      <a:lnTo>
                        <a:pt x="1218" y="1088"/>
                      </a:lnTo>
                      <a:lnTo>
                        <a:pt x="1219" y="1088"/>
                      </a:lnTo>
                      <a:lnTo>
                        <a:pt x="1220" y="1088"/>
                      </a:lnTo>
                      <a:lnTo>
                        <a:pt x="1222" y="1088"/>
                      </a:lnTo>
                      <a:lnTo>
                        <a:pt x="1223" y="1088"/>
                      </a:lnTo>
                      <a:lnTo>
                        <a:pt x="1225" y="1088"/>
                      </a:lnTo>
                      <a:lnTo>
                        <a:pt x="1226" y="1088"/>
                      </a:lnTo>
                      <a:lnTo>
                        <a:pt x="1227" y="1088"/>
                      </a:lnTo>
                      <a:lnTo>
                        <a:pt x="1229" y="1088"/>
                      </a:lnTo>
                      <a:lnTo>
                        <a:pt x="1230" y="1088"/>
                      </a:lnTo>
                      <a:lnTo>
                        <a:pt x="1232" y="1089"/>
                      </a:lnTo>
                      <a:lnTo>
                        <a:pt x="1233" y="1089"/>
                      </a:lnTo>
                      <a:lnTo>
                        <a:pt x="1235" y="1089"/>
                      </a:lnTo>
                      <a:lnTo>
                        <a:pt x="1236" y="1089"/>
                      </a:lnTo>
                      <a:lnTo>
                        <a:pt x="1237" y="1089"/>
                      </a:lnTo>
                      <a:lnTo>
                        <a:pt x="1239" y="1089"/>
                      </a:lnTo>
                      <a:lnTo>
                        <a:pt x="1240" y="1089"/>
                      </a:lnTo>
                      <a:lnTo>
                        <a:pt x="1242" y="1089"/>
                      </a:lnTo>
                      <a:lnTo>
                        <a:pt x="1243" y="1089"/>
                      </a:lnTo>
                      <a:lnTo>
                        <a:pt x="1244" y="1089"/>
                      </a:lnTo>
                      <a:lnTo>
                        <a:pt x="1246" y="1089"/>
                      </a:lnTo>
                      <a:lnTo>
                        <a:pt x="1247" y="1089"/>
                      </a:lnTo>
                      <a:lnTo>
                        <a:pt x="1249" y="1089"/>
                      </a:lnTo>
                      <a:lnTo>
                        <a:pt x="1250" y="1089"/>
                      </a:lnTo>
                      <a:lnTo>
                        <a:pt x="1251" y="1089"/>
                      </a:lnTo>
                      <a:lnTo>
                        <a:pt x="1253" y="1089"/>
                      </a:lnTo>
                      <a:lnTo>
                        <a:pt x="1254" y="1089"/>
                      </a:lnTo>
                      <a:lnTo>
                        <a:pt x="1256" y="1089"/>
                      </a:lnTo>
                      <a:lnTo>
                        <a:pt x="1257" y="1089"/>
                      </a:lnTo>
                      <a:lnTo>
                        <a:pt x="1258" y="1089"/>
                      </a:lnTo>
                      <a:lnTo>
                        <a:pt x="1260" y="1089"/>
                      </a:lnTo>
                      <a:lnTo>
                        <a:pt x="1261" y="1089"/>
                      </a:lnTo>
                      <a:lnTo>
                        <a:pt x="1263" y="1089"/>
                      </a:lnTo>
                      <a:lnTo>
                        <a:pt x="1264" y="1089"/>
                      </a:lnTo>
                      <a:lnTo>
                        <a:pt x="1265" y="1089"/>
                      </a:lnTo>
                      <a:lnTo>
                        <a:pt x="1267" y="1089"/>
                      </a:lnTo>
                      <a:lnTo>
                        <a:pt x="1268" y="1090"/>
                      </a:lnTo>
                      <a:lnTo>
                        <a:pt x="1270" y="1090"/>
                      </a:lnTo>
                      <a:lnTo>
                        <a:pt x="1271" y="1090"/>
                      </a:lnTo>
                      <a:lnTo>
                        <a:pt x="1272" y="1090"/>
                      </a:lnTo>
                      <a:lnTo>
                        <a:pt x="1274" y="1090"/>
                      </a:lnTo>
                      <a:lnTo>
                        <a:pt x="1275" y="1090"/>
                      </a:lnTo>
                      <a:lnTo>
                        <a:pt x="1277" y="1090"/>
                      </a:lnTo>
                      <a:lnTo>
                        <a:pt x="1278" y="1090"/>
                      </a:lnTo>
                      <a:lnTo>
                        <a:pt x="1279" y="1090"/>
                      </a:lnTo>
                      <a:lnTo>
                        <a:pt x="1281" y="1090"/>
                      </a:lnTo>
                      <a:lnTo>
                        <a:pt x="1282" y="1090"/>
                      </a:lnTo>
                      <a:lnTo>
                        <a:pt x="1284" y="1090"/>
                      </a:lnTo>
                      <a:lnTo>
                        <a:pt x="1285" y="1090"/>
                      </a:lnTo>
                      <a:lnTo>
                        <a:pt x="1286" y="1090"/>
                      </a:lnTo>
                      <a:lnTo>
                        <a:pt x="1288" y="1090"/>
                      </a:lnTo>
                      <a:lnTo>
                        <a:pt x="1289" y="1090"/>
                      </a:lnTo>
                      <a:lnTo>
                        <a:pt x="1291" y="1090"/>
                      </a:lnTo>
                      <a:lnTo>
                        <a:pt x="1292" y="1090"/>
                      </a:lnTo>
                      <a:lnTo>
                        <a:pt x="1293" y="1090"/>
                      </a:lnTo>
                      <a:lnTo>
                        <a:pt x="1295" y="1090"/>
                      </a:lnTo>
                      <a:lnTo>
                        <a:pt x="1296" y="1090"/>
                      </a:lnTo>
                      <a:lnTo>
                        <a:pt x="1298" y="1090"/>
                      </a:lnTo>
                      <a:lnTo>
                        <a:pt x="1299" y="1090"/>
                      </a:lnTo>
                      <a:lnTo>
                        <a:pt x="1301" y="1090"/>
                      </a:lnTo>
                      <a:lnTo>
                        <a:pt x="1302" y="1090"/>
                      </a:lnTo>
                      <a:lnTo>
                        <a:pt x="1303" y="1090"/>
                      </a:lnTo>
                      <a:lnTo>
                        <a:pt x="1305" y="1090"/>
                      </a:lnTo>
                      <a:lnTo>
                        <a:pt x="1306" y="1091"/>
                      </a:lnTo>
                      <a:lnTo>
                        <a:pt x="1308" y="1091"/>
                      </a:lnTo>
                      <a:lnTo>
                        <a:pt x="1309" y="1091"/>
                      </a:lnTo>
                      <a:lnTo>
                        <a:pt x="1310" y="1091"/>
                      </a:lnTo>
                      <a:lnTo>
                        <a:pt x="1312" y="1091"/>
                      </a:lnTo>
                      <a:lnTo>
                        <a:pt x="1313" y="1091"/>
                      </a:lnTo>
                      <a:lnTo>
                        <a:pt x="1315" y="1091"/>
                      </a:lnTo>
                      <a:lnTo>
                        <a:pt x="1316" y="1091"/>
                      </a:lnTo>
                      <a:lnTo>
                        <a:pt x="1317" y="1091"/>
                      </a:lnTo>
                      <a:lnTo>
                        <a:pt x="1319" y="1091"/>
                      </a:lnTo>
                      <a:lnTo>
                        <a:pt x="1320" y="1091"/>
                      </a:lnTo>
                      <a:lnTo>
                        <a:pt x="1322" y="1091"/>
                      </a:lnTo>
                      <a:lnTo>
                        <a:pt x="1323" y="1091"/>
                      </a:lnTo>
                      <a:lnTo>
                        <a:pt x="1324" y="1091"/>
                      </a:lnTo>
                      <a:lnTo>
                        <a:pt x="1326" y="1091"/>
                      </a:lnTo>
                      <a:lnTo>
                        <a:pt x="1327" y="1091"/>
                      </a:lnTo>
                      <a:lnTo>
                        <a:pt x="1329" y="1091"/>
                      </a:lnTo>
                      <a:lnTo>
                        <a:pt x="1330" y="1091"/>
                      </a:lnTo>
                      <a:lnTo>
                        <a:pt x="1331" y="1091"/>
                      </a:lnTo>
                      <a:lnTo>
                        <a:pt x="1333" y="1091"/>
                      </a:lnTo>
                      <a:lnTo>
                        <a:pt x="1334" y="1091"/>
                      </a:lnTo>
                      <a:lnTo>
                        <a:pt x="1336" y="1091"/>
                      </a:lnTo>
                      <a:lnTo>
                        <a:pt x="1337" y="1091"/>
                      </a:lnTo>
                      <a:lnTo>
                        <a:pt x="1338" y="1091"/>
                      </a:lnTo>
                      <a:lnTo>
                        <a:pt x="1340" y="1091"/>
                      </a:lnTo>
                      <a:lnTo>
                        <a:pt x="1341" y="1091"/>
                      </a:lnTo>
                      <a:lnTo>
                        <a:pt x="1343" y="1091"/>
                      </a:lnTo>
                      <a:lnTo>
                        <a:pt x="1344" y="1092"/>
                      </a:lnTo>
                      <a:lnTo>
                        <a:pt x="1345" y="1092"/>
                      </a:lnTo>
                      <a:lnTo>
                        <a:pt x="1347" y="1092"/>
                      </a:lnTo>
                      <a:lnTo>
                        <a:pt x="1348" y="1092"/>
                      </a:lnTo>
                      <a:lnTo>
                        <a:pt x="1350" y="1092"/>
                      </a:lnTo>
                      <a:lnTo>
                        <a:pt x="1351" y="1092"/>
                      </a:lnTo>
                      <a:lnTo>
                        <a:pt x="1352" y="1092"/>
                      </a:lnTo>
                      <a:lnTo>
                        <a:pt x="1354" y="1092"/>
                      </a:lnTo>
                      <a:lnTo>
                        <a:pt x="1355" y="1092"/>
                      </a:lnTo>
                      <a:lnTo>
                        <a:pt x="1357" y="1092"/>
                      </a:lnTo>
                      <a:lnTo>
                        <a:pt x="1358" y="1092"/>
                      </a:lnTo>
                      <a:lnTo>
                        <a:pt x="1359" y="1092"/>
                      </a:lnTo>
                      <a:lnTo>
                        <a:pt x="1361" y="1092"/>
                      </a:lnTo>
                      <a:lnTo>
                        <a:pt x="1362" y="1092"/>
                      </a:lnTo>
                      <a:lnTo>
                        <a:pt x="1364" y="1092"/>
                      </a:lnTo>
                      <a:lnTo>
                        <a:pt x="1365" y="1092"/>
                      </a:lnTo>
                      <a:lnTo>
                        <a:pt x="1367" y="1092"/>
                      </a:lnTo>
                      <a:lnTo>
                        <a:pt x="1368" y="1092"/>
                      </a:lnTo>
                      <a:lnTo>
                        <a:pt x="1369" y="1092"/>
                      </a:lnTo>
                      <a:lnTo>
                        <a:pt x="1371" y="1092"/>
                      </a:lnTo>
                      <a:lnTo>
                        <a:pt x="1372" y="1092"/>
                      </a:lnTo>
                      <a:lnTo>
                        <a:pt x="1374" y="1092"/>
                      </a:lnTo>
                      <a:lnTo>
                        <a:pt x="1375" y="1092"/>
                      </a:lnTo>
                      <a:lnTo>
                        <a:pt x="1376" y="1092"/>
                      </a:lnTo>
                      <a:lnTo>
                        <a:pt x="1378" y="1092"/>
                      </a:lnTo>
                      <a:lnTo>
                        <a:pt x="1379" y="1092"/>
                      </a:lnTo>
                      <a:lnTo>
                        <a:pt x="1381" y="1093"/>
                      </a:lnTo>
                      <a:lnTo>
                        <a:pt x="1382" y="1093"/>
                      </a:lnTo>
                      <a:lnTo>
                        <a:pt x="1383" y="1093"/>
                      </a:lnTo>
                      <a:lnTo>
                        <a:pt x="1385" y="1093"/>
                      </a:lnTo>
                      <a:lnTo>
                        <a:pt x="1386" y="1093"/>
                      </a:lnTo>
                      <a:lnTo>
                        <a:pt x="1388" y="1093"/>
                      </a:lnTo>
                      <a:lnTo>
                        <a:pt x="1389" y="1093"/>
                      </a:lnTo>
                      <a:lnTo>
                        <a:pt x="1390" y="1093"/>
                      </a:lnTo>
                      <a:lnTo>
                        <a:pt x="1392" y="1093"/>
                      </a:lnTo>
                      <a:lnTo>
                        <a:pt x="1393" y="1093"/>
                      </a:lnTo>
                      <a:lnTo>
                        <a:pt x="1395" y="1093"/>
                      </a:lnTo>
                      <a:lnTo>
                        <a:pt x="1396" y="1093"/>
                      </a:lnTo>
                      <a:lnTo>
                        <a:pt x="1397" y="1093"/>
                      </a:lnTo>
                      <a:lnTo>
                        <a:pt x="1399" y="1093"/>
                      </a:lnTo>
                      <a:lnTo>
                        <a:pt x="1400" y="1093"/>
                      </a:lnTo>
                      <a:lnTo>
                        <a:pt x="1402" y="1093"/>
                      </a:lnTo>
                      <a:lnTo>
                        <a:pt x="1403" y="1093"/>
                      </a:lnTo>
                      <a:lnTo>
                        <a:pt x="1404" y="1093"/>
                      </a:lnTo>
                      <a:lnTo>
                        <a:pt x="1406" y="1093"/>
                      </a:lnTo>
                      <a:lnTo>
                        <a:pt x="1407" y="1093"/>
                      </a:lnTo>
                      <a:lnTo>
                        <a:pt x="1409" y="1093"/>
                      </a:lnTo>
                      <a:lnTo>
                        <a:pt x="1410" y="1093"/>
                      </a:lnTo>
                      <a:lnTo>
                        <a:pt x="1411" y="1093"/>
                      </a:lnTo>
                      <a:lnTo>
                        <a:pt x="1413" y="1093"/>
                      </a:lnTo>
                      <a:lnTo>
                        <a:pt x="1414" y="1093"/>
                      </a:lnTo>
                      <a:lnTo>
                        <a:pt x="1416" y="1093"/>
                      </a:lnTo>
                      <a:lnTo>
                        <a:pt x="1417" y="1093"/>
                      </a:lnTo>
                      <a:lnTo>
                        <a:pt x="1418" y="1094"/>
                      </a:lnTo>
                      <a:lnTo>
                        <a:pt x="1420" y="1094"/>
                      </a:lnTo>
                      <a:lnTo>
                        <a:pt x="1421" y="1094"/>
                      </a:lnTo>
                      <a:lnTo>
                        <a:pt x="1423" y="1094"/>
                      </a:lnTo>
                      <a:lnTo>
                        <a:pt x="1424" y="1094"/>
                      </a:lnTo>
                      <a:lnTo>
                        <a:pt x="1426" y="1094"/>
                      </a:lnTo>
                      <a:lnTo>
                        <a:pt x="1427" y="1094"/>
                      </a:lnTo>
                      <a:lnTo>
                        <a:pt x="1428" y="1094"/>
                      </a:lnTo>
                      <a:lnTo>
                        <a:pt x="1430" y="1094"/>
                      </a:lnTo>
                      <a:lnTo>
                        <a:pt x="1431" y="1094"/>
                      </a:lnTo>
                      <a:lnTo>
                        <a:pt x="1433" y="1094"/>
                      </a:lnTo>
                      <a:lnTo>
                        <a:pt x="1434" y="1094"/>
                      </a:lnTo>
                      <a:lnTo>
                        <a:pt x="1435" y="1094"/>
                      </a:lnTo>
                      <a:lnTo>
                        <a:pt x="1437" y="1094"/>
                      </a:lnTo>
                      <a:lnTo>
                        <a:pt x="1438" y="1094"/>
                      </a:lnTo>
                      <a:lnTo>
                        <a:pt x="1440" y="1094"/>
                      </a:lnTo>
                      <a:lnTo>
                        <a:pt x="1441" y="1094"/>
                      </a:lnTo>
                      <a:lnTo>
                        <a:pt x="1442" y="1094"/>
                      </a:lnTo>
                      <a:lnTo>
                        <a:pt x="1444" y="1094"/>
                      </a:lnTo>
                      <a:lnTo>
                        <a:pt x="1445" y="1094"/>
                      </a:lnTo>
                      <a:lnTo>
                        <a:pt x="1447" y="1094"/>
                      </a:lnTo>
                      <a:lnTo>
                        <a:pt x="1448" y="1094"/>
                      </a:lnTo>
                      <a:lnTo>
                        <a:pt x="1449" y="1094"/>
                      </a:lnTo>
                      <a:lnTo>
                        <a:pt x="1451" y="1094"/>
                      </a:lnTo>
                      <a:lnTo>
                        <a:pt x="1452" y="1094"/>
                      </a:lnTo>
                      <a:lnTo>
                        <a:pt x="1454" y="1094"/>
                      </a:lnTo>
                      <a:lnTo>
                        <a:pt x="1455" y="1094"/>
                      </a:lnTo>
                      <a:lnTo>
                        <a:pt x="1456" y="1094"/>
                      </a:lnTo>
                      <a:lnTo>
                        <a:pt x="1458" y="1095"/>
                      </a:lnTo>
                      <a:lnTo>
                        <a:pt x="1459" y="1095"/>
                      </a:lnTo>
                      <a:lnTo>
                        <a:pt x="1461" y="1095"/>
                      </a:lnTo>
                      <a:lnTo>
                        <a:pt x="1462" y="1095"/>
                      </a:lnTo>
                      <a:lnTo>
                        <a:pt x="1463" y="1095"/>
                      </a:lnTo>
                      <a:lnTo>
                        <a:pt x="1465" y="1095"/>
                      </a:lnTo>
                      <a:lnTo>
                        <a:pt x="1466" y="1095"/>
                      </a:lnTo>
                      <a:lnTo>
                        <a:pt x="1468" y="1095"/>
                      </a:lnTo>
                      <a:lnTo>
                        <a:pt x="1469" y="1095"/>
                      </a:lnTo>
                      <a:lnTo>
                        <a:pt x="1470" y="1095"/>
                      </a:lnTo>
                      <a:lnTo>
                        <a:pt x="1472" y="1095"/>
                      </a:lnTo>
                      <a:lnTo>
                        <a:pt x="1473" y="1095"/>
                      </a:lnTo>
                      <a:lnTo>
                        <a:pt x="1475" y="1095"/>
                      </a:lnTo>
                      <a:lnTo>
                        <a:pt x="1476" y="1095"/>
                      </a:lnTo>
                      <a:lnTo>
                        <a:pt x="1477" y="1095"/>
                      </a:lnTo>
                      <a:lnTo>
                        <a:pt x="1479" y="1095"/>
                      </a:lnTo>
                      <a:lnTo>
                        <a:pt x="1480" y="1095"/>
                      </a:lnTo>
                      <a:lnTo>
                        <a:pt x="1482" y="1095"/>
                      </a:lnTo>
                      <a:lnTo>
                        <a:pt x="1483" y="1095"/>
                      </a:lnTo>
                      <a:lnTo>
                        <a:pt x="1484" y="1095"/>
                      </a:lnTo>
                      <a:lnTo>
                        <a:pt x="1486" y="1095"/>
                      </a:lnTo>
                      <a:lnTo>
                        <a:pt x="1487" y="1095"/>
                      </a:lnTo>
                      <a:lnTo>
                        <a:pt x="1489" y="1095"/>
                      </a:lnTo>
                      <a:lnTo>
                        <a:pt x="1490" y="1095"/>
                      </a:lnTo>
                      <a:lnTo>
                        <a:pt x="1492" y="1095"/>
                      </a:lnTo>
                      <a:lnTo>
                        <a:pt x="1493" y="1095"/>
                      </a:lnTo>
                      <a:lnTo>
                        <a:pt x="1494" y="1095"/>
                      </a:lnTo>
                      <a:lnTo>
                        <a:pt x="1496" y="1095"/>
                      </a:lnTo>
                      <a:lnTo>
                        <a:pt x="1497" y="1096"/>
                      </a:lnTo>
                      <a:lnTo>
                        <a:pt x="1499" y="1096"/>
                      </a:lnTo>
                      <a:lnTo>
                        <a:pt x="1500" y="1096"/>
                      </a:lnTo>
                      <a:lnTo>
                        <a:pt x="1501" y="1096"/>
                      </a:lnTo>
                      <a:lnTo>
                        <a:pt x="1503" y="1096"/>
                      </a:lnTo>
                      <a:lnTo>
                        <a:pt x="1504" y="1096"/>
                      </a:lnTo>
                      <a:lnTo>
                        <a:pt x="1506" y="1096"/>
                      </a:lnTo>
                      <a:lnTo>
                        <a:pt x="1507" y="1096"/>
                      </a:lnTo>
                      <a:lnTo>
                        <a:pt x="1508" y="1096"/>
                      </a:lnTo>
                      <a:lnTo>
                        <a:pt x="1510" y="1096"/>
                      </a:lnTo>
                      <a:lnTo>
                        <a:pt x="1511" y="1096"/>
                      </a:lnTo>
                      <a:lnTo>
                        <a:pt x="1513" y="1096"/>
                      </a:lnTo>
                      <a:lnTo>
                        <a:pt x="1514" y="1096"/>
                      </a:lnTo>
                      <a:lnTo>
                        <a:pt x="1515" y="1096"/>
                      </a:lnTo>
                      <a:lnTo>
                        <a:pt x="1517" y="1096"/>
                      </a:lnTo>
                      <a:lnTo>
                        <a:pt x="1518" y="1096"/>
                      </a:lnTo>
                      <a:lnTo>
                        <a:pt x="1520" y="1096"/>
                      </a:lnTo>
                      <a:lnTo>
                        <a:pt x="1521" y="1096"/>
                      </a:lnTo>
                      <a:lnTo>
                        <a:pt x="1522" y="1096"/>
                      </a:lnTo>
                      <a:lnTo>
                        <a:pt x="1524" y="1096"/>
                      </a:lnTo>
                      <a:lnTo>
                        <a:pt x="1525" y="1096"/>
                      </a:lnTo>
                      <a:lnTo>
                        <a:pt x="1527" y="1096"/>
                      </a:lnTo>
                      <a:lnTo>
                        <a:pt x="1528" y="1096"/>
                      </a:lnTo>
                      <a:lnTo>
                        <a:pt x="1529" y="1096"/>
                      </a:lnTo>
                      <a:lnTo>
                        <a:pt x="1531" y="1096"/>
                      </a:lnTo>
                      <a:lnTo>
                        <a:pt x="1532" y="1096"/>
                      </a:lnTo>
                      <a:lnTo>
                        <a:pt x="1534" y="1096"/>
                      </a:lnTo>
                      <a:lnTo>
                        <a:pt x="1535" y="1097"/>
                      </a:lnTo>
                      <a:lnTo>
                        <a:pt x="1536" y="1097"/>
                      </a:lnTo>
                      <a:lnTo>
                        <a:pt x="1538" y="1097"/>
                      </a:lnTo>
                      <a:lnTo>
                        <a:pt x="1539" y="1097"/>
                      </a:lnTo>
                      <a:lnTo>
                        <a:pt x="1541" y="1097"/>
                      </a:lnTo>
                      <a:lnTo>
                        <a:pt x="1542" y="1097"/>
                      </a:lnTo>
                      <a:lnTo>
                        <a:pt x="1543" y="1097"/>
                      </a:lnTo>
                      <a:lnTo>
                        <a:pt x="1545" y="1097"/>
                      </a:lnTo>
                      <a:lnTo>
                        <a:pt x="1546" y="1097"/>
                      </a:lnTo>
                      <a:lnTo>
                        <a:pt x="1548" y="1097"/>
                      </a:lnTo>
                      <a:lnTo>
                        <a:pt x="1549" y="1097"/>
                      </a:lnTo>
                      <a:lnTo>
                        <a:pt x="1550" y="1097"/>
                      </a:lnTo>
                      <a:lnTo>
                        <a:pt x="1552" y="1097"/>
                      </a:lnTo>
                      <a:lnTo>
                        <a:pt x="1553" y="1097"/>
                      </a:lnTo>
                      <a:lnTo>
                        <a:pt x="1555" y="1097"/>
                      </a:lnTo>
                      <a:lnTo>
                        <a:pt x="1556" y="1097"/>
                      </a:lnTo>
                      <a:lnTo>
                        <a:pt x="1558" y="1097"/>
                      </a:lnTo>
                      <a:lnTo>
                        <a:pt x="1559" y="1097"/>
                      </a:lnTo>
                      <a:lnTo>
                        <a:pt x="1560" y="1097"/>
                      </a:lnTo>
                      <a:lnTo>
                        <a:pt x="1562" y="1097"/>
                      </a:lnTo>
                      <a:lnTo>
                        <a:pt x="1563" y="1097"/>
                      </a:lnTo>
                      <a:lnTo>
                        <a:pt x="1565" y="1097"/>
                      </a:lnTo>
                      <a:lnTo>
                        <a:pt x="1566" y="1097"/>
                      </a:lnTo>
                      <a:lnTo>
                        <a:pt x="1567" y="1097"/>
                      </a:lnTo>
                      <a:lnTo>
                        <a:pt x="1569" y="1097"/>
                      </a:lnTo>
                      <a:lnTo>
                        <a:pt x="1570" y="1097"/>
                      </a:lnTo>
                      <a:lnTo>
                        <a:pt x="1572" y="1097"/>
                      </a:lnTo>
                      <a:lnTo>
                        <a:pt x="1573" y="1097"/>
                      </a:lnTo>
                      <a:lnTo>
                        <a:pt x="1574" y="1098"/>
                      </a:lnTo>
                      <a:lnTo>
                        <a:pt x="1576" y="1098"/>
                      </a:lnTo>
                      <a:lnTo>
                        <a:pt x="1577" y="1098"/>
                      </a:lnTo>
                      <a:lnTo>
                        <a:pt x="1579" y="1098"/>
                      </a:lnTo>
                      <a:lnTo>
                        <a:pt x="1580" y="1098"/>
                      </a:lnTo>
                      <a:lnTo>
                        <a:pt x="1581" y="1098"/>
                      </a:lnTo>
                      <a:lnTo>
                        <a:pt x="1583" y="1098"/>
                      </a:lnTo>
                      <a:lnTo>
                        <a:pt x="1584" y="1098"/>
                      </a:lnTo>
                      <a:lnTo>
                        <a:pt x="1586" y="1098"/>
                      </a:lnTo>
                      <a:lnTo>
                        <a:pt x="1587" y="1098"/>
                      </a:lnTo>
                      <a:lnTo>
                        <a:pt x="1588" y="1098"/>
                      </a:lnTo>
                      <a:lnTo>
                        <a:pt x="1590" y="1098"/>
                      </a:lnTo>
                      <a:lnTo>
                        <a:pt x="1591" y="1098"/>
                      </a:lnTo>
                      <a:lnTo>
                        <a:pt x="1593" y="1098"/>
                      </a:lnTo>
                      <a:lnTo>
                        <a:pt x="1594" y="1098"/>
                      </a:lnTo>
                      <a:lnTo>
                        <a:pt x="1595" y="1098"/>
                      </a:lnTo>
                      <a:lnTo>
                        <a:pt x="1597" y="1098"/>
                      </a:lnTo>
                      <a:lnTo>
                        <a:pt x="1598" y="1098"/>
                      </a:lnTo>
                      <a:lnTo>
                        <a:pt x="1600" y="1098"/>
                      </a:lnTo>
                      <a:lnTo>
                        <a:pt x="1601" y="1098"/>
                      </a:lnTo>
                      <a:lnTo>
                        <a:pt x="1602" y="1098"/>
                      </a:lnTo>
                      <a:lnTo>
                        <a:pt x="1604" y="1098"/>
                      </a:lnTo>
                      <a:lnTo>
                        <a:pt x="1605" y="1098"/>
                      </a:lnTo>
                      <a:lnTo>
                        <a:pt x="1607" y="1098"/>
                      </a:lnTo>
                      <a:lnTo>
                        <a:pt x="1608" y="1098"/>
                      </a:lnTo>
                      <a:lnTo>
                        <a:pt x="1609" y="1098"/>
                      </a:lnTo>
                      <a:lnTo>
                        <a:pt x="1611" y="1098"/>
                      </a:lnTo>
                      <a:lnTo>
                        <a:pt x="1612" y="1098"/>
                      </a:lnTo>
                      <a:lnTo>
                        <a:pt x="1614" y="1099"/>
                      </a:lnTo>
                      <a:lnTo>
                        <a:pt x="1615" y="1099"/>
                      </a:lnTo>
                      <a:lnTo>
                        <a:pt x="1617" y="1099"/>
                      </a:lnTo>
                      <a:lnTo>
                        <a:pt x="1618" y="1099"/>
                      </a:lnTo>
                      <a:lnTo>
                        <a:pt x="1619" y="1099"/>
                      </a:lnTo>
                      <a:lnTo>
                        <a:pt x="1621" y="1099"/>
                      </a:lnTo>
                      <a:lnTo>
                        <a:pt x="1622" y="1099"/>
                      </a:lnTo>
                      <a:lnTo>
                        <a:pt x="1624" y="1099"/>
                      </a:lnTo>
                      <a:lnTo>
                        <a:pt x="1625" y="1099"/>
                      </a:lnTo>
                      <a:lnTo>
                        <a:pt x="1626" y="1099"/>
                      </a:lnTo>
                      <a:lnTo>
                        <a:pt x="1628" y="1099"/>
                      </a:lnTo>
                      <a:lnTo>
                        <a:pt x="1629" y="1099"/>
                      </a:lnTo>
                      <a:lnTo>
                        <a:pt x="1631" y="1099"/>
                      </a:lnTo>
                      <a:lnTo>
                        <a:pt x="1632" y="1099"/>
                      </a:lnTo>
                      <a:lnTo>
                        <a:pt x="1633" y="1099"/>
                      </a:lnTo>
                      <a:lnTo>
                        <a:pt x="1635" y="1099"/>
                      </a:lnTo>
                      <a:lnTo>
                        <a:pt x="1636" y="1099"/>
                      </a:lnTo>
                      <a:lnTo>
                        <a:pt x="1638" y="1099"/>
                      </a:lnTo>
                      <a:lnTo>
                        <a:pt x="1639" y="1099"/>
                      </a:lnTo>
                      <a:lnTo>
                        <a:pt x="1640" y="1099"/>
                      </a:lnTo>
                      <a:lnTo>
                        <a:pt x="1642" y="1099"/>
                      </a:lnTo>
                      <a:lnTo>
                        <a:pt x="1643" y="1099"/>
                      </a:lnTo>
                      <a:lnTo>
                        <a:pt x="1645" y="1099"/>
                      </a:lnTo>
                      <a:lnTo>
                        <a:pt x="1646" y="1099"/>
                      </a:lnTo>
                      <a:lnTo>
                        <a:pt x="1647" y="1099"/>
                      </a:lnTo>
                      <a:lnTo>
                        <a:pt x="1649" y="1099"/>
                      </a:lnTo>
                      <a:lnTo>
                        <a:pt x="1650" y="1099"/>
                      </a:lnTo>
                      <a:lnTo>
                        <a:pt x="1652" y="1099"/>
                      </a:lnTo>
                      <a:lnTo>
                        <a:pt x="1653" y="1099"/>
                      </a:lnTo>
                      <a:lnTo>
                        <a:pt x="1654" y="1100"/>
                      </a:lnTo>
                      <a:lnTo>
                        <a:pt x="1656" y="1100"/>
                      </a:lnTo>
                      <a:lnTo>
                        <a:pt x="1657" y="1100"/>
                      </a:lnTo>
                      <a:lnTo>
                        <a:pt x="1659" y="1100"/>
                      </a:lnTo>
                      <a:lnTo>
                        <a:pt x="1660" y="1100"/>
                      </a:lnTo>
                      <a:lnTo>
                        <a:pt x="1661" y="1100"/>
                      </a:lnTo>
                      <a:lnTo>
                        <a:pt x="1663" y="1100"/>
                      </a:lnTo>
                      <a:lnTo>
                        <a:pt x="1664" y="1100"/>
                      </a:lnTo>
                      <a:lnTo>
                        <a:pt x="1666" y="1100"/>
                      </a:lnTo>
                      <a:lnTo>
                        <a:pt x="1667" y="1100"/>
                      </a:lnTo>
                      <a:lnTo>
                        <a:pt x="1668" y="1100"/>
                      </a:lnTo>
                      <a:lnTo>
                        <a:pt x="1670" y="1100"/>
                      </a:lnTo>
                      <a:lnTo>
                        <a:pt x="1671" y="1100"/>
                      </a:lnTo>
                      <a:lnTo>
                        <a:pt x="1673" y="1100"/>
                      </a:lnTo>
                      <a:lnTo>
                        <a:pt x="1674" y="1100"/>
                      </a:lnTo>
                      <a:lnTo>
                        <a:pt x="1675" y="1100"/>
                      </a:lnTo>
                      <a:lnTo>
                        <a:pt x="1677" y="1100"/>
                      </a:lnTo>
                      <a:lnTo>
                        <a:pt x="1678" y="1100"/>
                      </a:lnTo>
                      <a:lnTo>
                        <a:pt x="1680" y="1100"/>
                      </a:lnTo>
                      <a:lnTo>
                        <a:pt x="1681" y="1100"/>
                      </a:lnTo>
                      <a:lnTo>
                        <a:pt x="1683" y="1100"/>
                      </a:lnTo>
                      <a:lnTo>
                        <a:pt x="1684" y="1100"/>
                      </a:lnTo>
                      <a:lnTo>
                        <a:pt x="1685" y="1100"/>
                      </a:lnTo>
                      <a:lnTo>
                        <a:pt x="1687" y="1100"/>
                      </a:lnTo>
                      <a:lnTo>
                        <a:pt x="1688" y="1100"/>
                      </a:lnTo>
                      <a:lnTo>
                        <a:pt x="1690" y="1100"/>
                      </a:lnTo>
                      <a:lnTo>
                        <a:pt x="1691" y="1100"/>
                      </a:lnTo>
                      <a:lnTo>
                        <a:pt x="1692" y="1101"/>
                      </a:lnTo>
                      <a:lnTo>
                        <a:pt x="1694" y="1101"/>
                      </a:lnTo>
                      <a:lnTo>
                        <a:pt x="1695" y="1101"/>
                      </a:lnTo>
                      <a:lnTo>
                        <a:pt x="1697" y="1101"/>
                      </a:lnTo>
                      <a:lnTo>
                        <a:pt x="1698" y="1101"/>
                      </a:lnTo>
                      <a:lnTo>
                        <a:pt x="1699" y="1101"/>
                      </a:lnTo>
                      <a:lnTo>
                        <a:pt x="1701" y="1101"/>
                      </a:lnTo>
                      <a:lnTo>
                        <a:pt x="1702" y="1101"/>
                      </a:lnTo>
                      <a:lnTo>
                        <a:pt x="1704" y="1101"/>
                      </a:lnTo>
                      <a:lnTo>
                        <a:pt x="1705" y="1101"/>
                      </a:lnTo>
                      <a:lnTo>
                        <a:pt x="1706" y="1101"/>
                      </a:lnTo>
                      <a:lnTo>
                        <a:pt x="1708" y="1101"/>
                      </a:lnTo>
                      <a:lnTo>
                        <a:pt x="1709" y="1101"/>
                      </a:lnTo>
                      <a:lnTo>
                        <a:pt x="1711" y="1101"/>
                      </a:lnTo>
                      <a:lnTo>
                        <a:pt x="1712" y="1101"/>
                      </a:lnTo>
                      <a:lnTo>
                        <a:pt x="1713" y="1101"/>
                      </a:lnTo>
                      <a:lnTo>
                        <a:pt x="1715" y="1101"/>
                      </a:lnTo>
                      <a:lnTo>
                        <a:pt x="1716" y="1101"/>
                      </a:lnTo>
                      <a:lnTo>
                        <a:pt x="1718" y="1101"/>
                      </a:lnTo>
                      <a:lnTo>
                        <a:pt x="1719" y="1101"/>
                      </a:lnTo>
                      <a:lnTo>
                        <a:pt x="1720" y="1101"/>
                      </a:lnTo>
                      <a:lnTo>
                        <a:pt x="1722" y="1101"/>
                      </a:lnTo>
                      <a:lnTo>
                        <a:pt x="1723" y="1101"/>
                      </a:lnTo>
                      <a:lnTo>
                        <a:pt x="1725" y="1101"/>
                      </a:lnTo>
                      <a:lnTo>
                        <a:pt x="1726" y="1101"/>
                      </a:lnTo>
                      <a:lnTo>
                        <a:pt x="1727" y="1101"/>
                      </a:lnTo>
                      <a:lnTo>
                        <a:pt x="1729" y="1101"/>
                      </a:lnTo>
                      <a:lnTo>
                        <a:pt x="1730" y="1101"/>
                      </a:lnTo>
                      <a:lnTo>
                        <a:pt x="1732" y="1101"/>
                      </a:lnTo>
                      <a:lnTo>
                        <a:pt x="1733" y="1101"/>
                      </a:lnTo>
                      <a:lnTo>
                        <a:pt x="1734" y="1102"/>
                      </a:lnTo>
                      <a:lnTo>
                        <a:pt x="1736" y="1102"/>
                      </a:lnTo>
                      <a:lnTo>
                        <a:pt x="1737" y="1102"/>
                      </a:lnTo>
                      <a:lnTo>
                        <a:pt x="1739" y="1102"/>
                      </a:lnTo>
                      <a:lnTo>
                        <a:pt x="1740" y="1102"/>
                      </a:lnTo>
                      <a:lnTo>
                        <a:pt x="1742" y="1102"/>
                      </a:lnTo>
                      <a:lnTo>
                        <a:pt x="1743" y="1102"/>
                      </a:lnTo>
                      <a:lnTo>
                        <a:pt x="1744" y="1102"/>
                      </a:lnTo>
                      <a:lnTo>
                        <a:pt x="1746" y="1102"/>
                      </a:lnTo>
                      <a:lnTo>
                        <a:pt x="1747" y="1102"/>
                      </a:lnTo>
                      <a:lnTo>
                        <a:pt x="1749" y="1102"/>
                      </a:lnTo>
                      <a:lnTo>
                        <a:pt x="1750" y="1102"/>
                      </a:lnTo>
                      <a:lnTo>
                        <a:pt x="1751" y="1102"/>
                      </a:lnTo>
                      <a:lnTo>
                        <a:pt x="1753" y="1102"/>
                      </a:lnTo>
                      <a:lnTo>
                        <a:pt x="1754" y="1102"/>
                      </a:lnTo>
                      <a:lnTo>
                        <a:pt x="1756" y="1102"/>
                      </a:lnTo>
                      <a:lnTo>
                        <a:pt x="1757" y="1102"/>
                      </a:lnTo>
                      <a:lnTo>
                        <a:pt x="1758" y="1102"/>
                      </a:lnTo>
                      <a:lnTo>
                        <a:pt x="1760" y="1102"/>
                      </a:lnTo>
                      <a:lnTo>
                        <a:pt x="1761" y="1102"/>
                      </a:lnTo>
                      <a:lnTo>
                        <a:pt x="1763" y="1102"/>
                      </a:lnTo>
                      <a:lnTo>
                        <a:pt x="1764" y="1102"/>
                      </a:lnTo>
                      <a:lnTo>
                        <a:pt x="1765" y="1102"/>
                      </a:lnTo>
                      <a:lnTo>
                        <a:pt x="1767" y="1102"/>
                      </a:lnTo>
                      <a:lnTo>
                        <a:pt x="1768" y="1102"/>
                      </a:lnTo>
                      <a:lnTo>
                        <a:pt x="1770" y="1102"/>
                      </a:lnTo>
                      <a:lnTo>
                        <a:pt x="1771" y="1102"/>
                      </a:lnTo>
                      <a:lnTo>
                        <a:pt x="1772" y="1102"/>
                      </a:lnTo>
                      <a:lnTo>
                        <a:pt x="1774" y="1102"/>
                      </a:lnTo>
                      <a:lnTo>
                        <a:pt x="1775" y="1102"/>
                      </a:lnTo>
                      <a:lnTo>
                        <a:pt x="1777" y="1103"/>
                      </a:lnTo>
                      <a:lnTo>
                        <a:pt x="1778" y="1103"/>
                      </a:lnTo>
                      <a:lnTo>
                        <a:pt x="1779" y="1103"/>
                      </a:lnTo>
                      <a:lnTo>
                        <a:pt x="1781" y="1103"/>
                      </a:lnTo>
                      <a:lnTo>
                        <a:pt x="1782" y="1103"/>
                      </a:lnTo>
                      <a:lnTo>
                        <a:pt x="1784" y="1103"/>
                      </a:lnTo>
                      <a:lnTo>
                        <a:pt x="1785" y="1103"/>
                      </a:lnTo>
                      <a:lnTo>
                        <a:pt x="1786" y="1103"/>
                      </a:lnTo>
                      <a:lnTo>
                        <a:pt x="1788" y="1103"/>
                      </a:lnTo>
                      <a:lnTo>
                        <a:pt x="1789" y="1103"/>
                      </a:lnTo>
                      <a:lnTo>
                        <a:pt x="1791" y="1103"/>
                      </a:lnTo>
                      <a:lnTo>
                        <a:pt x="1792" y="1103"/>
                      </a:lnTo>
                      <a:lnTo>
                        <a:pt x="1793" y="1103"/>
                      </a:lnTo>
                      <a:lnTo>
                        <a:pt x="1795" y="1103"/>
                      </a:lnTo>
                      <a:lnTo>
                        <a:pt x="1796" y="1103"/>
                      </a:lnTo>
                      <a:lnTo>
                        <a:pt x="1798" y="1103"/>
                      </a:lnTo>
                      <a:lnTo>
                        <a:pt x="1799" y="1103"/>
                      </a:lnTo>
                      <a:lnTo>
                        <a:pt x="1800" y="1103"/>
                      </a:lnTo>
                      <a:lnTo>
                        <a:pt x="1802" y="1103"/>
                      </a:lnTo>
                      <a:lnTo>
                        <a:pt x="1803" y="1103"/>
                      </a:lnTo>
                      <a:lnTo>
                        <a:pt x="1805" y="1103"/>
                      </a:lnTo>
                      <a:lnTo>
                        <a:pt x="1806" y="1103"/>
                      </a:lnTo>
                      <a:lnTo>
                        <a:pt x="1808" y="1103"/>
                      </a:lnTo>
                      <a:lnTo>
                        <a:pt x="1809" y="1103"/>
                      </a:lnTo>
                      <a:lnTo>
                        <a:pt x="1810" y="1103"/>
                      </a:lnTo>
                      <a:lnTo>
                        <a:pt x="1812" y="1103"/>
                      </a:lnTo>
                      <a:lnTo>
                        <a:pt x="1813" y="1103"/>
                      </a:lnTo>
                      <a:lnTo>
                        <a:pt x="1815" y="1103"/>
                      </a:lnTo>
                      <a:lnTo>
                        <a:pt x="1816" y="1103"/>
                      </a:lnTo>
                      <a:lnTo>
                        <a:pt x="1817" y="1104"/>
                      </a:lnTo>
                      <a:lnTo>
                        <a:pt x="1819" y="1104"/>
                      </a:lnTo>
                      <a:lnTo>
                        <a:pt x="1820" y="1104"/>
                      </a:lnTo>
                      <a:lnTo>
                        <a:pt x="1822" y="1104"/>
                      </a:lnTo>
                      <a:lnTo>
                        <a:pt x="1823" y="1104"/>
                      </a:lnTo>
                      <a:lnTo>
                        <a:pt x="1824" y="1104"/>
                      </a:lnTo>
                      <a:lnTo>
                        <a:pt x="1826" y="1104"/>
                      </a:lnTo>
                      <a:lnTo>
                        <a:pt x="1827" y="1104"/>
                      </a:lnTo>
                      <a:lnTo>
                        <a:pt x="1829" y="1104"/>
                      </a:lnTo>
                      <a:lnTo>
                        <a:pt x="1830" y="1104"/>
                      </a:lnTo>
                      <a:lnTo>
                        <a:pt x="1831" y="1104"/>
                      </a:lnTo>
                      <a:lnTo>
                        <a:pt x="1833" y="1104"/>
                      </a:lnTo>
                      <a:lnTo>
                        <a:pt x="1834" y="1104"/>
                      </a:lnTo>
                      <a:lnTo>
                        <a:pt x="1836" y="1104"/>
                      </a:lnTo>
                      <a:lnTo>
                        <a:pt x="1837" y="1104"/>
                      </a:lnTo>
                      <a:lnTo>
                        <a:pt x="1838" y="1104"/>
                      </a:lnTo>
                      <a:lnTo>
                        <a:pt x="1840" y="1104"/>
                      </a:lnTo>
                      <a:lnTo>
                        <a:pt x="1841" y="1104"/>
                      </a:lnTo>
                      <a:lnTo>
                        <a:pt x="1843" y="1104"/>
                      </a:lnTo>
                      <a:lnTo>
                        <a:pt x="1844" y="1104"/>
                      </a:lnTo>
                      <a:lnTo>
                        <a:pt x="1845" y="1104"/>
                      </a:lnTo>
                      <a:lnTo>
                        <a:pt x="1847" y="1104"/>
                      </a:lnTo>
                      <a:lnTo>
                        <a:pt x="1848" y="1104"/>
                      </a:lnTo>
                      <a:lnTo>
                        <a:pt x="1850" y="1104"/>
                      </a:lnTo>
                      <a:lnTo>
                        <a:pt x="1851" y="1104"/>
                      </a:lnTo>
                      <a:lnTo>
                        <a:pt x="1852" y="1104"/>
                      </a:lnTo>
                      <a:lnTo>
                        <a:pt x="1854" y="1104"/>
                      </a:lnTo>
                      <a:lnTo>
                        <a:pt x="1855" y="1104"/>
                      </a:lnTo>
                      <a:lnTo>
                        <a:pt x="1857" y="1104"/>
                      </a:lnTo>
                      <a:lnTo>
                        <a:pt x="1858" y="1104"/>
                      </a:lnTo>
                      <a:lnTo>
                        <a:pt x="1859" y="1104"/>
                      </a:lnTo>
                      <a:lnTo>
                        <a:pt x="1861" y="1105"/>
                      </a:lnTo>
                      <a:lnTo>
                        <a:pt x="1862" y="1105"/>
                      </a:lnTo>
                      <a:lnTo>
                        <a:pt x="1864" y="1105"/>
                      </a:lnTo>
                      <a:lnTo>
                        <a:pt x="1865" y="1105"/>
                      </a:lnTo>
                      <a:lnTo>
                        <a:pt x="1866" y="1105"/>
                      </a:lnTo>
                      <a:lnTo>
                        <a:pt x="1868" y="1105"/>
                      </a:lnTo>
                      <a:lnTo>
                        <a:pt x="1869" y="1105"/>
                      </a:lnTo>
                      <a:lnTo>
                        <a:pt x="1871" y="1105"/>
                      </a:lnTo>
                      <a:lnTo>
                        <a:pt x="1872" y="1105"/>
                      </a:lnTo>
                      <a:lnTo>
                        <a:pt x="1874" y="1105"/>
                      </a:lnTo>
                      <a:lnTo>
                        <a:pt x="1875" y="1105"/>
                      </a:lnTo>
                      <a:lnTo>
                        <a:pt x="1876" y="1105"/>
                      </a:lnTo>
                      <a:lnTo>
                        <a:pt x="1878" y="1105"/>
                      </a:lnTo>
                      <a:lnTo>
                        <a:pt x="1879" y="1105"/>
                      </a:lnTo>
                      <a:lnTo>
                        <a:pt x="1881" y="1105"/>
                      </a:lnTo>
                      <a:lnTo>
                        <a:pt x="1882" y="1105"/>
                      </a:lnTo>
                      <a:lnTo>
                        <a:pt x="1883" y="1105"/>
                      </a:lnTo>
                      <a:lnTo>
                        <a:pt x="1885" y="1105"/>
                      </a:lnTo>
                      <a:lnTo>
                        <a:pt x="1886" y="1105"/>
                      </a:lnTo>
                      <a:lnTo>
                        <a:pt x="1888" y="1105"/>
                      </a:lnTo>
                      <a:lnTo>
                        <a:pt x="1889" y="1105"/>
                      </a:lnTo>
                      <a:lnTo>
                        <a:pt x="1890" y="1105"/>
                      </a:lnTo>
                      <a:lnTo>
                        <a:pt x="1892" y="1105"/>
                      </a:lnTo>
                      <a:lnTo>
                        <a:pt x="1893" y="1105"/>
                      </a:lnTo>
                      <a:lnTo>
                        <a:pt x="1895" y="1105"/>
                      </a:lnTo>
                      <a:lnTo>
                        <a:pt x="1896" y="1105"/>
                      </a:lnTo>
                      <a:lnTo>
                        <a:pt x="1897" y="1105"/>
                      </a:lnTo>
                      <a:lnTo>
                        <a:pt x="1899" y="1105"/>
                      </a:lnTo>
                      <a:lnTo>
                        <a:pt x="1900" y="1105"/>
                      </a:lnTo>
                      <a:lnTo>
                        <a:pt x="1902" y="1105"/>
                      </a:lnTo>
                      <a:lnTo>
                        <a:pt x="1903" y="1105"/>
                      </a:lnTo>
                      <a:lnTo>
                        <a:pt x="1904" y="1106"/>
                      </a:lnTo>
                      <a:lnTo>
                        <a:pt x="1906" y="1106"/>
                      </a:lnTo>
                      <a:lnTo>
                        <a:pt x="1907" y="1106"/>
                      </a:lnTo>
                      <a:lnTo>
                        <a:pt x="1909" y="1106"/>
                      </a:lnTo>
                      <a:lnTo>
                        <a:pt x="1910" y="1106"/>
                      </a:lnTo>
                      <a:lnTo>
                        <a:pt x="1911" y="1106"/>
                      </a:lnTo>
                      <a:lnTo>
                        <a:pt x="1913" y="1106"/>
                      </a:lnTo>
                      <a:lnTo>
                        <a:pt x="1914" y="1106"/>
                      </a:lnTo>
                      <a:lnTo>
                        <a:pt x="1916" y="1106"/>
                      </a:lnTo>
                      <a:lnTo>
                        <a:pt x="1917" y="1106"/>
                      </a:lnTo>
                      <a:lnTo>
                        <a:pt x="1918" y="1106"/>
                      </a:lnTo>
                      <a:lnTo>
                        <a:pt x="1920" y="1106"/>
                      </a:lnTo>
                      <a:lnTo>
                        <a:pt x="1921" y="1106"/>
                      </a:lnTo>
                      <a:lnTo>
                        <a:pt x="1923" y="1106"/>
                      </a:lnTo>
                      <a:lnTo>
                        <a:pt x="1924" y="1106"/>
                      </a:lnTo>
                      <a:lnTo>
                        <a:pt x="1925" y="1106"/>
                      </a:lnTo>
                      <a:lnTo>
                        <a:pt x="1927" y="1106"/>
                      </a:lnTo>
                      <a:lnTo>
                        <a:pt x="1928" y="1106"/>
                      </a:lnTo>
                      <a:lnTo>
                        <a:pt x="1930" y="1106"/>
                      </a:lnTo>
                      <a:lnTo>
                        <a:pt x="1931" y="1106"/>
                      </a:lnTo>
                      <a:lnTo>
                        <a:pt x="1933" y="1106"/>
                      </a:lnTo>
                      <a:lnTo>
                        <a:pt x="1934" y="1106"/>
                      </a:lnTo>
                      <a:lnTo>
                        <a:pt x="1935" y="1106"/>
                      </a:lnTo>
                      <a:lnTo>
                        <a:pt x="1937" y="1106"/>
                      </a:lnTo>
                      <a:lnTo>
                        <a:pt x="1938" y="1106"/>
                      </a:lnTo>
                      <a:lnTo>
                        <a:pt x="1940" y="1106"/>
                      </a:lnTo>
                      <a:lnTo>
                        <a:pt x="1941" y="1106"/>
                      </a:lnTo>
                      <a:lnTo>
                        <a:pt x="1942" y="1106"/>
                      </a:lnTo>
                      <a:lnTo>
                        <a:pt x="1944" y="1106"/>
                      </a:lnTo>
                      <a:lnTo>
                        <a:pt x="1945" y="1106"/>
                      </a:lnTo>
                      <a:lnTo>
                        <a:pt x="1947" y="1107"/>
                      </a:lnTo>
                      <a:lnTo>
                        <a:pt x="1948" y="1107"/>
                      </a:lnTo>
                      <a:lnTo>
                        <a:pt x="1949" y="1107"/>
                      </a:lnTo>
                      <a:lnTo>
                        <a:pt x="1951" y="1107"/>
                      </a:lnTo>
                      <a:lnTo>
                        <a:pt x="1952" y="1107"/>
                      </a:lnTo>
                      <a:lnTo>
                        <a:pt x="1954" y="1107"/>
                      </a:lnTo>
                      <a:lnTo>
                        <a:pt x="1955" y="1107"/>
                      </a:lnTo>
                      <a:lnTo>
                        <a:pt x="1956" y="1107"/>
                      </a:lnTo>
                      <a:lnTo>
                        <a:pt x="1958" y="1107"/>
                      </a:lnTo>
                      <a:lnTo>
                        <a:pt x="1959" y="1107"/>
                      </a:lnTo>
                      <a:lnTo>
                        <a:pt x="1961" y="1107"/>
                      </a:lnTo>
                      <a:lnTo>
                        <a:pt x="1962" y="1107"/>
                      </a:lnTo>
                      <a:lnTo>
                        <a:pt x="1963" y="1107"/>
                      </a:lnTo>
                      <a:lnTo>
                        <a:pt x="1965" y="1107"/>
                      </a:lnTo>
                      <a:lnTo>
                        <a:pt x="1966" y="1107"/>
                      </a:lnTo>
                      <a:lnTo>
                        <a:pt x="1968" y="1107"/>
                      </a:lnTo>
                      <a:lnTo>
                        <a:pt x="1969" y="1107"/>
                      </a:lnTo>
                      <a:lnTo>
                        <a:pt x="1970" y="1107"/>
                      </a:lnTo>
                      <a:lnTo>
                        <a:pt x="1972" y="1107"/>
                      </a:lnTo>
                      <a:lnTo>
                        <a:pt x="1973" y="1107"/>
                      </a:lnTo>
                      <a:lnTo>
                        <a:pt x="1975" y="1107"/>
                      </a:lnTo>
                      <a:lnTo>
                        <a:pt x="1976" y="1107"/>
                      </a:lnTo>
                      <a:lnTo>
                        <a:pt x="1977" y="1107"/>
                      </a:lnTo>
                      <a:lnTo>
                        <a:pt x="1979" y="1107"/>
                      </a:lnTo>
                      <a:lnTo>
                        <a:pt x="1980" y="1107"/>
                      </a:lnTo>
                      <a:lnTo>
                        <a:pt x="1982" y="1107"/>
                      </a:lnTo>
                      <a:lnTo>
                        <a:pt x="1983" y="1107"/>
                      </a:lnTo>
                      <a:lnTo>
                        <a:pt x="1984" y="1107"/>
                      </a:lnTo>
                      <a:lnTo>
                        <a:pt x="1986" y="1107"/>
                      </a:lnTo>
                      <a:lnTo>
                        <a:pt x="1987" y="1108"/>
                      </a:lnTo>
                      <a:lnTo>
                        <a:pt x="1989" y="1108"/>
                      </a:lnTo>
                      <a:lnTo>
                        <a:pt x="1990" y="1108"/>
                      </a:lnTo>
                      <a:lnTo>
                        <a:pt x="1991" y="1108"/>
                      </a:lnTo>
                      <a:lnTo>
                        <a:pt x="1993" y="1108"/>
                      </a:lnTo>
                      <a:lnTo>
                        <a:pt x="1994" y="1108"/>
                      </a:lnTo>
                      <a:lnTo>
                        <a:pt x="1996" y="1109"/>
                      </a:lnTo>
                      <a:lnTo>
                        <a:pt x="1997" y="1109"/>
                      </a:lnTo>
                      <a:lnTo>
                        <a:pt x="1999" y="1109"/>
                      </a:lnTo>
                      <a:lnTo>
                        <a:pt x="2000" y="1109"/>
                      </a:lnTo>
                      <a:lnTo>
                        <a:pt x="2001" y="1109"/>
                      </a:lnTo>
                      <a:lnTo>
                        <a:pt x="2003" y="1109"/>
                      </a:lnTo>
                      <a:lnTo>
                        <a:pt x="2004" y="1110"/>
                      </a:lnTo>
                      <a:lnTo>
                        <a:pt x="2006" y="1110"/>
                      </a:lnTo>
                      <a:lnTo>
                        <a:pt x="2007" y="1110"/>
                      </a:lnTo>
                      <a:lnTo>
                        <a:pt x="2008" y="1110"/>
                      </a:lnTo>
                      <a:lnTo>
                        <a:pt x="2010" y="1110"/>
                      </a:lnTo>
                      <a:lnTo>
                        <a:pt x="2011" y="1110"/>
                      </a:lnTo>
                      <a:lnTo>
                        <a:pt x="2013" y="1110"/>
                      </a:lnTo>
                      <a:lnTo>
                        <a:pt x="2014" y="1108"/>
                      </a:lnTo>
                      <a:lnTo>
                        <a:pt x="2015" y="1108"/>
                      </a:lnTo>
                      <a:lnTo>
                        <a:pt x="2017" y="1108"/>
                      </a:lnTo>
                      <a:lnTo>
                        <a:pt x="2018" y="1108"/>
                      </a:lnTo>
                      <a:lnTo>
                        <a:pt x="2020" y="1108"/>
                      </a:lnTo>
                      <a:lnTo>
                        <a:pt x="2021" y="1108"/>
                      </a:lnTo>
                      <a:lnTo>
                        <a:pt x="2022" y="1108"/>
                      </a:lnTo>
                      <a:lnTo>
                        <a:pt x="2024" y="1108"/>
                      </a:lnTo>
                      <a:lnTo>
                        <a:pt x="2025" y="1108"/>
                      </a:lnTo>
                      <a:lnTo>
                        <a:pt x="2027" y="1107"/>
                      </a:lnTo>
                      <a:lnTo>
                        <a:pt x="2028" y="1107"/>
                      </a:lnTo>
                      <a:lnTo>
                        <a:pt x="2029" y="1109"/>
                      </a:lnTo>
                      <a:lnTo>
                        <a:pt x="2031" y="1109"/>
                      </a:lnTo>
                      <a:lnTo>
                        <a:pt x="2032" y="1110"/>
                      </a:lnTo>
                      <a:lnTo>
                        <a:pt x="2034" y="1110"/>
                      </a:lnTo>
                      <a:lnTo>
                        <a:pt x="2035" y="1110"/>
                      </a:lnTo>
                      <a:lnTo>
                        <a:pt x="2036" y="1110"/>
                      </a:lnTo>
                      <a:lnTo>
                        <a:pt x="2038" y="1110"/>
                      </a:lnTo>
                      <a:lnTo>
                        <a:pt x="2039" y="1110"/>
                      </a:lnTo>
                      <a:lnTo>
                        <a:pt x="2041" y="1109"/>
                      </a:lnTo>
                      <a:lnTo>
                        <a:pt x="2042" y="1108"/>
                      </a:lnTo>
                      <a:lnTo>
                        <a:pt x="2043" y="1107"/>
                      </a:lnTo>
                      <a:lnTo>
                        <a:pt x="2045" y="1106"/>
                      </a:lnTo>
                      <a:lnTo>
                        <a:pt x="2046" y="1106"/>
                      </a:lnTo>
                      <a:lnTo>
                        <a:pt x="2048" y="1105"/>
                      </a:lnTo>
                      <a:lnTo>
                        <a:pt x="2049" y="1106"/>
                      </a:lnTo>
                      <a:lnTo>
                        <a:pt x="2050" y="1106"/>
                      </a:lnTo>
                      <a:lnTo>
                        <a:pt x="2052" y="1106"/>
                      </a:lnTo>
                      <a:lnTo>
                        <a:pt x="2053" y="1106"/>
                      </a:lnTo>
                      <a:lnTo>
                        <a:pt x="2055" y="1107"/>
                      </a:lnTo>
                      <a:lnTo>
                        <a:pt x="2056" y="1107"/>
                      </a:lnTo>
                      <a:lnTo>
                        <a:pt x="2057" y="1105"/>
                      </a:lnTo>
                      <a:lnTo>
                        <a:pt x="2059" y="1105"/>
                      </a:lnTo>
                      <a:lnTo>
                        <a:pt x="2060" y="1105"/>
                      </a:lnTo>
                      <a:lnTo>
                        <a:pt x="2062" y="1105"/>
                      </a:lnTo>
                      <a:lnTo>
                        <a:pt x="2063" y="1105"/>
                      </a:lnTo>
                      <a:lnTo>
                        <a:pt x="2065" y="1105"/>
                      </a:lnTo>
                      <a:lnTo>
                        <a:pt x="2066" y="1106"/>
                      </a:lnTo>
                      <a:lnTo>
                        <a:pt x="2067" y="1106"/>
                      </a:lnTo>
                      <a:lnTo>
                        <a:pt x="2069" y="1106"/>
                      </a:lnTo>
                      <a:lnTo>
                        <a:pt x="2070" y="1106"/>
                      </a:lnTo>
                      <a:lnTo>
                        <a:pt x="2072" y="1106"/>
                      </a:lnTo>
                      <a:lnTo>
                        <a:pt x="2073" y="1106"/>
                      </a:lnTo>
                      <a:lnTo>
                        <a:pt x="2074" y="1106"/>
                      </a:lnTo>
                      <a:lnTo>
                        <a:pt x="2076" y="1106"/>
                      </a:lnTo>
                      <a:lnTo>
                        <a:pt x="2077" y="1106"/>
                      </a:lnTo>
                      <a:lnTo>
                        <a:pt x="2079" y="1106"/>
                      </a:lnTo>
                      <a:lnTo>
                        <a:pt x="2080" y="1106"/>
                      </a:lnTo>
                      <a:lnTo>
                        <a:pt x="2081" y="1106"/>
                      </a:lnTo>
                      <a:lnTo>
                        <a:pt x="2083" y="1106"/>
                      </a:lnTo>
                      <a:lnTo>
                        <a:pt x="2084" y="1107"/>
                      </a:lnTo>
                      <a:lnTo>
                        <a:pt x="2086" y="1106"/>
                      </a:lnTo>
                      <a:lnTo>
                        <a:pt x="2087" y="1106"/>
                      </a:lnTo>
                      <a:lnTo>
                        <a:pt x="2088" y="1106"/>
                      </a:lnTo>
                      <a:lnTo>
                        <a:pt x="2090" y="1106"/>
                      </a:lnTo>
                      <a:lnTo>
                        <a:pt x="2091" y="1106"/>
                      </a:lnTo>
                      <a:lnTo>
                        <a:pt x="2093" y="1106"/>
                      </a:lnTo>
                      <a:lnTo>
                        <a:pt x="2094" y="1106"/>
                      </a:lnTo>
                      <a:lnTo>
                        <a:pt x="2095" y="1106"/>
                      </a:lnTo>
                      <a:lnTo>
                        <a:pt x="2097" y="1107"/>
                      </a:lnTo>
                      <a:lnTo>
                        <a:pt x="2098" y="1107"/>
                      </a:lnTo>
                      <a:lnTo>
                        <a:pt x="2100" y="1107"/>
                      </a:lnTo>
                      <a:lnTo>
                        <a:pt x="2101" y="1107"/>
                      </a:lnTo>
                      <a:lnTo>
                        <a:pt x="2102" y="1107"/>
                      </a:lnTo>
                      <a:lnTo>
                        <a:pt x="2104" y="1107"/>
                      </a:lnTo>
                      <a:lnTo>
                        <a:pt x="2105" y="1107"/>
                      </a:lnTo>
                      <a:lnTo>
                        <a:pt x="2107" y="1107"/>
                      </a:lnTo>
                      <a:lnTo>
                        <a:pt x="2108" y="1107"/>
                      </a:lnTo>
                      <a:lnTo>
                        <a:pt x="2109" y="1107"/>
                      </a:lnTo>
                      <a:lnTo>
                        <a:pt x="2111" y="1107"/>
                      </a:lnTo>
                      <a:lnTo>
                        <a:pt x="2112" y="1107"/>
                      </a:lnTo>
                      <a:lnTo>
                        <a:pt x="2114" y="1107"/>
                      </a:lnTo>
                      <a:lnTo>
                        <a:pt x="2115" y="1107"/>
                      </a:lnTo>
                      <a:lnTo>
                        <a:pt x="2116" y="1107"/>
                      </a:lnTo>
                      <a:lnTo>
                        <a:pt x="2118" y="1107"/>
                      </a:lnTo>
                      <a:lnTo>
                        <a:pt x="2119" y="1107"/>
                      </a:lnTo>
                      <a:lnTo>
                        <a:pt x="2121" y="1107"/>
                      </a:lnTo>
                      <a:lnTo>
                        <a:pt x="2122" y="1107"/>
                      </a:lnTo>
                      <a:lnTo>
                        <a:pt x="2124" y="1107"/>
                      </a:lnTo>
                      <a:lnTo>
                        <a:pt x="2125" y="1108"/>
                      </a:lnTo>
                      <a:lnTo>
                        <a:pt x="2126" y="1108"/>
                      </a:lnTo>
                      <a:lnTo>
                        <a:pt x="2128" y="1108"/>
                      </a:lnTo>
                      <a:lnTo>
                        <a:pt x="2129" y="1108"/>
                      </a:lnTo>
                      <a:lnTo>
                        <a:pt x="2131" y="1108"/>
                      </a:lnTo>
                      <a:lnTo>
                        <a:pt x="2132" y="1108"/>
                      </a:lnTo>
                      <a:lnTo>
                        <a:pt x="2133" y="1108"/>
                      </a:lnTo>
                      <a:lnTo>
                        <a:pt x="2135" y="1108"/>
                      </a:lnTo>
                      <a:lnTo>
                        <a:pt x="2136" y="1108"/>
                      </a:lnTo>
                      <a:lnTo>
                        <a:pt x="2138" y="1108"/>
                      </a:lnTo>
                      <a:lnTo>
                        <a:pt x="2139" y="1108"/>
                      </a:lnTo>
                      <a:lnTo>
                        <a:pt x="2140" y="1108"/>
                      </a:lnTo>
                      <a:lnTo>
                        <a:pt x="2142" y="1108"/>
                      </a:lnTo>
                      <a:lnTo>
                        <a:pt x="2143" y="1108"/>
                      </a:lnTo>
                      <a:lnTo>
                        <a:pt x="2145" y="1108"/>
                      </a:lnTo>
                      <a:lnTo>
                        <a:pt x="2146" y="1108"/>
                      </a:lnTo>
                      <a:lnTo>
                        <a:pt x="2147" y="1108"/>
                      </a:lnTo>
                      <a:lnTo>
                        <a:pt x="2149" y="1108"/>
                      </a:lnTo>
                      <a:lnTo>
                        <a:pt x="2150" y="1108"/>
                      </a:lnTo>
                      <a:lnTo>
                        <a:pt x="2152" y="1108"/>
                      </a:lnTo>
                      <a:lnTo>
                        <a:pt x="2153" y="1108"/>
                      </a:lnTo>
                      <a:lnTo>
                        <a:pt x="2154" y="1108"/>
                      </a:lnTo>
                      <a:lnTo>
                        <a:pt x="2156" y="1108"/>
                      </a:lnTo>
                      <a:lnTo>
                        <a:pt x="2157" y="1108"/>
                      </a:lnTo>
                      <a:lnTo>
                        <a:pt x="2159" y="1108"/>
                      </a:lnTo>
                      <a:lnTo>
                        <a:pt x="2160" y="1108"/>
                      </a:lnTo>
                      <a:lnTo>
                        <a:pt x="2161" y="1108"/>
                      </a:lnTo>
                    </a:path>
                  </a:pathLst>
                </a:custGeom>
                <a:noFill/>
                <a:ln cap="flat" cmpd="sng" w="25400">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448" name="Google Shape;448;p16"/>
                <p:cNvSpPr/>
                <p:nvPr/>
              </p:nvSpPr>
              <p:spPr>
                <a:xfrm flipH="1" rot="10800000">
                  <a:off x="10336213" y="4102100"/>
                  <a:ext cx="354012" cy="9525"/>
                </a:xfrm>
                <a:custGeom>
                  <a:rect b="b" l="l" r="r" t="t"/>
                  <a:pathLst>
                    <a:path extrusionOk="0" h="7" w="240">
                      <a:moveTo>
                        <a:pt x="0" y="6"/>
                      </a:moveTo>
                      <a:lnTo>
                        <a:pt x="1" y="6"/>
                      </a:lnTo>
                      <a:lnTo>
                        <a:pt x="2" y="6"/>
                      </a:lnTo>
                      <a:lnTo>
                        <a:pt x="4" y="6"/>
                      </a:lnTo>
                      <a:lnTo>
                        <a:pt x="5" y="6"/>
                      </a:lnTo>
                      <a:lnTo>
                        <a:pt x="7" y="7"/>
                      </a:lnTo>
                      <a:lnTo>
                        <a:pt x="8" y="7"/>
                      </a:lnTo>
                      <a:lnTo>
                        <a:pt x="9" y="7"/>
                      </a:lnTo>
                      <a:lnTo>
                        <a:pt x="11" y="6"/>
                      </a:lnTo>
                      <a:lnTo>
                        <a:pt x="12" y="7"/>
                      </a:lnTo>
                      <a:lnTo>
                        <a:pt x="14" y="7"/>
                      </a:lnTo>
                      <a:lnTo>
                        <a:pt x="15" y="7"/>
                      </a:lnTo>
                      <a:lnTo>
                        <a:pt x="16" y="6"/>
                      </a:lnTo>
                      <a:lnTo>
                        <a:pt x="18" y="5"/>
                      </a:lnTo>
                      <a:lnTo>
                        <a:pt x="19" y="5"/>
                      </a:lnTo>
                      <a:lnTo>
                        <a:pt x="21" y="5"/>
                      </a:lnTo>
                      <a:lnTo>
                        <a:pt x="22" y="4"/>
                      </a:lnTo>
                      <a:lnTo>
                        <a:pt x="23" y="4"/>
                      </a:lnTo>
                      <a:lnTo>
                        <a:pt x="25" y="4"/>
                      </a:lnTo>
                      <a:lnTo>
                        <a:pt x="26" y="4"/>
                      </a:lnTo>
                      <a:lnTo>
                        <a:pt x="28" y="4"/>
                      </a:lnTo>
                      <a:lnTo>
                        <a:pt x="29" y="4"/>
                      </a:lnTo>
                      <a:lnTo>
                        <a:pt x="31" y="4"/>
                      </a:lnTo>
                      <a:lnTo>
                        <a:pt x="32" y="3"/>
                      </a:lnTo>
                      <a:lnTo>
                        <a:pt x="33" y="5"/>
                      </a:lnTo>
                      <a:lnTo>
                        <a:pt x="35" y="5"/>
                      </a:lnTo>
                      <a:lnTo>
                        <a:pt x="36" y="6"/>
                      </a:lnTo>
                      <a:lnTo>
                        <a:pt x="38" y="6"/>
                      </a:lnTo>
                      <a:lnTo>
                        <a:pt x="39" y="6"/>
                      </a:lnTo>
                      <a:lnTo>
                        <a:pt x="40" y="6"/>
                      </a:lnTo>
                      <a:lnTo>
                        <a:pt x="42" y="6"/>
                      </a:lnTo>
                      <a:lnTo>
                        <a:pt x="43" y="5"/>
                      </a:lnTo>
                      <a:lnTo>
                        <a:pt x="45" y="4"/>
                      </a:lnTo>
                      <a:lnTo>
                        <a:pt x="46" y="3"/>
                      </a:lnTo>
                      <a:lnTo>
                        <a:pt x="47" y="2"/>
                      </a:lnTo>
                      <a:lnTo>
                        <a:pt x="49" y="1"/>
                      </a:lnTo>
                      <a:lnTo>
                        <a:pt x="50" y="1"/>
                      </a:lnTo>
                      <a:lnTo>
                        <a:pt x="52" y="0"/>
                      </a:lnTo>
                      <a:lnTo>
                        <a:pt x="53" y="1"/>
                      </a:lnTo>
                      <a:lnTo>
                        <a:pt x="54" y="2"/>
                      </a:lnTo>
                      <a:lnTo>
                        <a:pt x="56" y="1"/>
                      </a:lnTo>
                      <a:lnTo>
                        <a:pt x="57" y="2"/>
                      </a:lnTo>
                      <a:lnTo>
                        <a:pt x="59" y="2"/>
                      </a:lnTo>
                      <a:lnTo>
                        <a:pt x="60" y="3"/>
                      </a:lnTo>
                      <a:lnTo>
                        <a:pt x="61" y="0"/>
                      </a:lnTo>
                      <a:lnTo>
                        <a:pt x="63" y="0"/>
                      </a:lnTo>
                      <a:lnTo>
                        <a:pt x="64" y="0"/>
                      </a:lnTo>
                      <a:lnTo>
                        <a:pt x="66" y="0"/>
                      </a:lnTo>
                      <a:lnTo>
                        <a:pt x="67" y="0"/>
                      </a:lnTo>
                      <a:lnTo>
                        <a:pt x="68" y="1"/>
                      </a:lnTo>
                      <a:lnTo>
                        <a:pt x="70" y="1"/>
                      </a:lnTo>
                      <a:lnTo>
                        <a:pt x="71" y="1"/>
                      </a:lnTo>
                      <a:lnTo>
                        <a:pt x="73" y="1"/>
                      </a:lnTo>
                      <a:lnTo>
                        <a:pt x="74" y="1"/>
                      </a:lnTo>
                      <a:lnTo>
                        <a:pt x="75" y="1"/>
                      </a:lnTo>
                      <a:lnTo>
                        <a:pt x="77" y="1"/>
                      </a:lnTo>
                      <a:lnTo>
                        <a:pt x="78" y="1"/>
                      </a:lnTo>
                      <a:lnTo>
                        <a:pt x="80" y="1"/>
                      </a:lnTo>
                      <a:lnTo>
                        <a:pt x="81" y="1"/>
                      </a:lnTo>
                      <a:lnTo>
                        <a:pt x="82" y="1"/>
                      </a:lnTo>
                      <a:lnTo>
                        <a:pt x="84" y="1"/>
                      </a:lnTo>
                      <a:lnTo>
                        <a:pt x="85" y="2"/>
                      </a:lnTo>
                      <a:lnTo>
                        <a:pt x="87" y="2"/>
                      </a:lnTo>
                      <a:lnTo>
                        <a:pt x="88" y="2"/>
                      </a:lnTo>
                      <a:lnTo>
                        <a:pt x="90" y="2"/>
                      </a:lnTo>
                      <a:lnTo>
                        <a:pt x="91" y="2"/>
                      </a:lnTo>
                      <a:lnTo>
                        <a:pt x="92" y="2"/>
                      </a:lnTo>
                      <a:lnTo>
                        <a:pt x="94" y="2"/>
                      </a:lnTo>
                      <a:lnTo>
                        <a:pt x="95" y="2"/>
                      </a:lnTo>
                      <a:lnTo>
                        <a:pt x="97" y="2"/>
                      </a:lnTo>
                      <a:lnTo>
                        <a:pt x="98" y="2"/>
                      </a:lnTo>
                      <a:lnTo>
                        <a:pt x="99" y="2"/>
                      </a:lnTo>
                      <a:lnTo>
                        <a:pt x="101" y="2"/>
                      </a:lnTo>
                      <a:lnTo>
                        <a:pt x="102" y="2"/>
                      </a:lnTo>
                      <a:lnTo>
                        <a:pt x="104" y="2"/>
                      </a:lnTo>
                      <a:lnTo>
                        <a:pt x="105" y="2"/>
                      </a:lnTo>
                      <a:lnTo>
                        <a:pt x="106" y="2"/>
                      </a:lnTo>
                      <a:lnTo>
                        <a:pt x="108" y="2"/>
                      </a:lnTo>
                      <a:lnTo>
                        <a:pt x="109" y="2"/>
                      </a:lnTo>
                      <a:lnTo>
                        <a:pt x="111" y="2"/>
                      </a:lnTo>
                      <a:lnTo>
                        <a:pt x="112" y="2"/>
                      </a:lnTo>
                      <a:lnTo>
                        <a:pt x="113" y="2"/>
                      </a:lnTo>
                      <a:lnTo>
                        <a:pt x="115" y="2"/>
                      </a:lnTo>
                      <a:lnTo>
                        <a:pt x="116" y="2"/>
                      </a:lnTo>
                      <a:lnTo>
                        <a:pt x="118" y="2"/>
                      </a:lnTo>
                      <a:lnTo>
                        <a:pt x="119" y="3"/>
                      </a:lnTo>
                      <a:lnTo>
                        <a:pt x="120" y="3"/>
                      </a:lnTo>
                      <a:lnTo>
                        <a:pt x="122" y="3"/>
                      </a:lnTo>
                      <a:lnTo>
                        <a:pt x="123" y="3"/>
                      </a:lnTo>
                      <a:lnTo>
                        <a:pt x="125" y="3"/>
                      </a:lnTo>
                      <a:lnTo>
                        <a:pt x="126" y="3"/>
                      </a:lnTo>
                      <a:lnTo>
                        <a:pt x="127" y="3"/>
                      </a:lnTo>
                      <a:lnTo>
                        <a:pt x="129" y="3"/>
                      </a:lnTo>
                      <a:lnTo>
                        <a:pt x="130" y="3"/>
                      </a:lnTo>
                      <a:lnTo>
                        <a:pt x="132" y="3"/>
                      </a:lnTo>
                      <a:lnTo>
                        <a:pt x="133" y="3"/>
                      </a:lnTo>
                      <a:lnTo>
                        <a:pt x="134" y="3"/>
                      </a:lnTo>
                      <a:lnTo>
                        <a:pt x="136" y="3"/>
                      </a:lnTo>
                      <a:lnTo>
                        <a:pt x="137" y="3"/>
                      </a:lnTo>
                      <a:lnTo>
                        <a:pt x="139" y="3"/>
                      </a:lnTo>
                      <a:lnTo>
                        <a:pt x="140" y="3"/>
                      </a:lnTo>
                      <a:lnTo>
                        <a:pt x="141" y="3"/>
                      </a:lnTo>
                      <a:lnTo>
                        <a:pt x="143" y="3"/>
                      </a:lnTo>
                      <a:lnTo>
                        <a:pt x="144" y="3"/>
                      </a:lnTo>
                      <a:lnTo>
                        <a:pt x="146" y="3"/>
                      </a:lnTo>
                      <a:lnTo>
                        <a:pt x="147" y="3"/>
                      </a:lnTo>
                      <a:lnTo>
                        <a:pt x="148" y="4"/>
                      </a:lnTo>
                      <a:lnTo>
                        <a:pt x="150" y="4"/>
                      </a:lnTo>
                      <a:lnTo>
                        <a:pt x="151" y="4"/>
                      </a:lnTo>
                      <a:lnTo>
                        <a:pt x="153" y="4"/>
                      </a:lnTo>
                      <a:lnTo>
                        <a:pt x="154" y="4"/>
                      </a:lnTo>
                      <a:lnTo>
                        <a:pt x="156" y="4"/>
                      </a:lnTo>
                      <a:lnTo>
                        <a:pt x="157" y="4"/>
                      </a:lnTo>
                      <a:lnTo>
                        <a:pt x="158" y="4"/>
                      </a:lnTo>
                      <a:lnTo>
                        <a:pt x="160" y="4"/>
                      </a:lnTo>
                      <a:lnTo>
                        <a:pt x="161" y="4"/>
                      </a:lnTo>
                      <a:lnTo>
                        <a:pt x="163" y="4"/>
                      </a:lnTo>
                      <a:lnTo>
                        <a:pt x="164" y="4"/>
                      </a:lnTo>
                      <a:lnTo>
                        <a:pt x="165" y="4"/>
                      </a:lnTo>
                      <a:lnTo>
                        <a:pt x="167" y="4"/>
                      </a:lnTo>
                      <a:lnTo>
                        <a:pt x="168" y="4"/>
                      </a:lnTo>
                      <a:lnTo>
                        <a:pt x="170" y="4"/>
                      </a:lnTo>
                      <a:lnTo>
                        <a:pt x="171" y="4"/>
                      </a:lnTo>
                      <a:lnTo>
                        <a:pt x="172" y="4"/>
                      </a:lnTo>
                      <a:lnTo>
                        <a:pt x="174" y="4"/>
                      </a:lnTo>
                      <a:lnTo>
                        <a:pt x="175" y="4"/>
                      </a:lnTo>
                      <a:lnTo>
                        <a:pt x="177" y="4"/>
                      </a:lnTo>
                      <a:lnTo>
                        <a:pt x="178" y="4"/>
                      </a:lnTo>
                      <a:lnTo>
                        <a:pt x="179" y="4"/>
                      </a:lnTo>
                      <a:lnTo>
                        <a:pt x="181" y="5"/>
                      </a:lnTo>
                      <a:lnTo>
                        <a:pt x="182" y="5"/>
                      </a:lnTo>
                      <a:lnTo>
                        <a:pt x="184" y="5"/>
                      </a:lnTo>
                      <a:lnTo>
                        <a:pt x="185" y="5"/>
                      </a:lnTo>
                      <a:lnTo>
                        <a:pt x="186" y="5"/>
                      </a:lnTo>
                      <a:lnTo>
                        <a:pt x="188" y="5"/>
                      </a:lnTo>
                      <a:lnTo>
                        <a:pt x="189" y="5"/>
                      </a:lnTo>
                      <a:lnTo>
                        <a:pt x="191" y="5"/>
                      </a:lnTo>
                      <a:lnTo>
                        <a:pt x="192" y="5"/>
                      </a:lnTo>
                      <a:lnTo>
                        <a:pt x="193" y="5"/>
                      </a:lnTo>
                      <a:lnTo>
                        <a:pt x="195" y="5"/>
                      </a:lnTo>
                      <a:lnTo>
                        <a:pt x="196" y="5"/>
                      </a:lnTo>
                      <a:lnTo>
                        <a:pt x="198" y="5"/>
                      </a:lnTo>
                      <a:lnTo>
                        <a:pt x="199" y="5"/>
                      </a:lnTo>
                      <a:lnTo>
                        <a:pt x="200" y="5"/>
                      </a:lnTo>
                      <a:lnTo>
                        <a:pt x="202" y="5"/>
                      </a:lnTo>
                      <a:lnTo>
                        <a:pt x="203" y="5"/>
                      </a:lnTo>
                      <a:lnTo>
                        <a:pt x="205" y="5"/>
                      </a:lnTo>
                      <a:lnTo>
                        <a:pt x="206" y="5"/>
                      </a:lnTo>
                      <a:lnTo>
                        <a:pt x="207" y="5"/>
                      </a:lnTo>
                      <a:lnTo>
                        <a:pt x="209" y="5"/>
                      </a:lnTo>
                      <a:lnTo>
                        <a:pt x="210" y="5"/>
                      </a:lnTo>
                      <a:lnTo>
                        <a:pt x="212" y="5"/>
                      </a:lnTo>
                      <a:lnTo>
                        <a:pt x="213" y="5"/>
                      </a:lnTo>
                      <a:lnTo>
                        <a:pt x="214" y="5"/>
                      </a:lnTo>
                      <a:lnTo>
                        <a:pt x="216" y="5"/>
                      </a:lnTo>
                      <a:lnTo>
                        <a:pt x="217" y="6"/>
                      </a:lnTo>
                      <a:lnTo>
                        <a:pt x="219" y="6"/>
                      </a:lnTo>
                      <a:lnTo>
                        <a:pt x="220" y="6"/>
                      </a:lnTo>
                      <a:lnTo>
                        <a:pt x="222" y="6"/>
                      </a:lnTo>
                      <a:lnTo>
                        <a:pt x="223" y="6"/>
                      </a:lnTo>
                      <a:lnTo>
                        <a:pt x="224" y="6"/>
                      </a:lnTo>
                      <a:lnTo>
                        <a:pt x="226" y="6"/>
                      </a:lnTo>
                      <a:lnTo>
                        <a:pt x="227" y="6"/>
                      </a:lnTo>
                      <a:lnTo>
                        <a:pt x="229" y="6"/>
                      </a:lnTo>
                      <a:lnTo>
                        <a:pt x="230" y="6"/>
                      </a:lnTo>
                      <a:lnTo>
                        <a:pt x="231" y="6"/>
                      </a:lnTo>
                      <a:lnTo>
                        <a:pt x="233" y="6"/>
                      </a:lnTo>
                      <a:lnTo>
                        <a:pt x="234" y="6"/>
                      </a:lnTo>
                      <a:lnTo>
                        <a:pt x="236" y="6"/>
                      </a:lnTo>
                      <a:lnTo>
                        <a:pt x="237" y="6"/>
                      </a:lnTo>
                      <a:lnTo>
                        <a:pt x="238" y="6"/>
                      </a:lnTo>
                      <a:lnTo>
                        <a:pt x="240" y="6"/>
                      </a:lnTo>
                    </a:path>
                  </a:pathLst>
                </a:custGeom>
                <a:noFill/>
                <a:ln cap="flat" cmpd="sng" w="25400">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449" name="Google Shape;449;p16"/>
                <p:cNvSpPr/>
                <p:nvPr/>
              </p:nvSpPr>
              <p:spPr>
                <a:xfrm flipH="1" rot="10800000">
                  <a:off x="6864350" y="2111375"/>
                  <a:ext cx="3192462" cy="2044700"/>
                </a:xfrm>
                <a:custGeom>
                  <a:rect b="b" l="l" r="r" t="t"/>
                  <a:pathLst>
                    <a:path extrusionOk="0" h="1382" w="2161">
                      <a:moveTo>
                        <a:pt x="0" y="0"/>
                      </a:moveTo>
                      <a:lnTo>
                        <a:pt x="1" y="0"/>
                      </a:lnTo>
                      <a:lnTo>
                        <a:pt x="3" y="0"/>
                      </a:lnTo>
                      <a:lnTo>
                        <a:pt x="4" y="0"/>
                      </a:lnTo>
                      <a:lnTo>
                        <a:pt x="6" y="0"/>
                      </a:lnTo>
                      <a:lnTo>
                        <a:pt x="7" y="0"/>
                      </a:lnTo>
                      <a:lnTo>
                        <a:pt x="8" y="0"/>
                      </a:lnTo>
                      <a:lnTo>
                        <a:pt x="10" y="0"/>
                      </a:lnTo>
                      <a:lnTo>
                        <a:pt x="11" y="0"/>
                      </a:lnTo>
                      <a:lnTo>
                        <a:pt x="13" y="0"/>
                      </a:lnTo>
                      <a:lnTo>
                        <a:pt x="14" y="0"/>
                      </a:lnTo>
                      <a:lnTo>
                        <a:pt x="15" y="0"/>
                      </a:lnTo>
                      <a:lnTo>
                        <a:pt x="17" y="0"/>
                      </a:lnTo>
                      <a:lnTo>
                        <a:pt x="18" y="0"/>
                      </a:lnTo>
                      <a:lnTo>
                        <a:pt x="20" y="0"/>
                      </a:lnTo>
                      <a:lnTo>
                        <a:pt x="21" y="0"/>
                      </a:lnTo>
                      <a:lnTo>
                        <a:pt x="22" y="0"/>
                      </a:lnTo>
                      <a:lnTo>
                        <a:pt x="24" y="0"/>
                      </a:lnTo>
                      <a:lnTo>
                        <a:pt x="25" y="0"/>
                      </a:lnTo>
                      <a:lnTo>
                        <a:pt x="27" y="0"/>
                      </a:lnTo>
                      <a:lnTo>
                        <a:pt x="28" y="0"/>
                      </a:lnTo>
                      <a:lnTo>
                        <a:pt x="30" y="0"/>
                      </a:lnTo>
                      <a:lnTo>
                        <a:pt x="31" y="0"/>
                      </a:lnTo>
                      <a:lnTo>
                        <a:pt x="32" y="0"/>
                      </a:lnTo>
                      <a:lnTo>
                        <a:pt x="34" y="0"/>
                      </a:lnTo>
                      <a:lnTo>
                        <a:pt x="35" y="0"/>
                      </a:lnTo>
                      <a:lnTo>
                        <a:pt x="37" y="1"/>
                      </a:lnTo>
                      <a:lnTo>
                        <a:pt x="38" y="1"/>
                      </a:lnTo>
                      <a:lnTo>
                        <a:pt x="39" y="1"/>
                      </a:lnTo>
                      <a:lnTo>
                        <a:pt x="41" y="1"/>
                      </a:lnTo>
                      <a:lnTo>
                        <a:pt x="42" y="1"/>
                      </a:lnTo>
                      <a:lnTo>
                        <a:pt x="44" y="1"/>
                      </a:lnTo>
                      <a:lnTo>
                        <a:pt x="45" y="1"/>
                      </a:lnTo>
                      <a:lnTo>
                        <a:pt x="46" y="1"/>
                      </a:lnTo>
                      <a:lnTo>
                        <a:pt x="48" y="1"/>
                      </a:lnTo>
                      <a:lnTo>
                        <a:pt x="49" y="1"/>
                      </a:lnTo>
                      <a:lnTo>
                        <a:pt x="51" y="1"/>
                      </a:lnTo>
                      <a:lnTo>
                        <a:pt x="52" y="1"/>
                      </a:lnTo>
                      <a:lnTo>
                        <a:pt x="53" y="1"/>
                      </a:lnTo>
                      <a:lnTo>
                        <a:pt x="55" y="1"/>
                      </a:lnTo>
                      <a:lnTo>
                        <a:pt x="56" y="1"/>
                      </a:lnTo>
                      <a:lnTo>
                        <a:pt x="58" y="1"/>
                      </a:lnTo>
                      <a:lnTo>
                        <a:pt x="59" y="1"/>
                      </a:lnTo>
                      <a:lnTo>
                        <a:pt x="60" y="1"/>
                      </a:lnTo>
                      <a:lnTo>
                        <a:pt x="62" y="1"/>
                      </a:lnTo>
                      <a:lnTo>
                        <a:pt x="63" y="1"/>
                      </a:lnTo>
                      <a:lnTo>
                        <a:pt x="65" y="1"/>
                      </a:lnTo>
                      <a:lnTo>
                        <a:pt x="66" y="1"/>
                      </a:lnTo>
                      <a:lnTo>
                        <a:pt x="67" y="1"/>
                      </a:lnTo>
                      <a:lnTo>
                        <a:pt x="69" y="1"/>
                      </a:lnTo>
                      <a:lnTo>
                        <a:pt x="70" y="1"/>
                      </a:lnTo>
                      <a:lnTo>
                        <a:pt x="72" y="1"/>
                      </a:lnTo>
                      <a:lnTo>
                        <a:pt x="73" y="1"/>
                      </a:lnTo>
                      <a:lnTo>
                        <a:pt x="74" y="1"/>
                      </a:lnTo>
                      <a:lnTo>
                        <a:pt x="76" y="1"/>
                      </a:lnTo>
                      <a:lnTo>
                        <a:pt x="77" y="1"/>
                      </a:lnTo>
                      <a:lnTo>
                        <a:pt x="79" y="1"/>
                      </a:lnTo>
                      <a:lnTo>
                        <a:pt x="80" y="1"/>
                      </a:lnTo>
                      <a:lnTo>
                        <a:pt x="81" y="1"/>
                      </a:lnTo>
                      <a:lnTo>
                        <a:pt x="83" y="1"/>
                      </a:lnTo>
                      <a:lnTo>
                        <a:pt x="84" y="1"/>
                      </a:lnTo>
                      <a:lnTo>
                        <a:pt x="86" y="1"/>
                      </a:lnTo>
                      <a:lnTo>
                        <a:pt x="87" y="1"/>
                      </a:lnTo>
                      <a:lnTo>
                        <a:pt x="88" y="1"/>
                      </a:lnTo>
                      <a:lnTo>
                        <a:pt x="90" y="1"/>
                      </a:lnTo>
                      <a:lnTo>
                        <a:pt x="91" y="1"/>
                      </a:lnTo>
                      <a:lnTo>
                        <a:pt x="93" y="1"/>
                      </a:lnTo>
                      <a:lnTo>
                        <a:pt x="94" y="1"/>
                      </a:lnTo>
                      <a:lnTo>
                        <a:pt x="96" y="1"/>
                      </a:lnTo>
                      <a:lnTo>
                        <a:pt x="97" y="1"/>
                      </a:lnTo>
                      <a:lnTo>
                        <a:pt x="98" y="1"/>
                      </a:lnTo>
                      <a:lnTo>
                        <a:pt x="100" y="1"/>
                      </a:lnTo>
                      <a:lnTo>
                        <a:pt x="101" y="1"/>
                      </a:lnTo>
                      <a:lnTo>
                        <a:pt x="103" y="1"/>
                      </a:lnTo>
                      <a:lnTo>
                        <a:pt x="104" y="1"/>
                      </a:lnTo>
                      <a:lnTo>
                        <a:pt x="105" y="1"/>
                      </a:lnTo>
                      <a:lnTo>
                        <a:pt x="107" y="1"/>
                      </a:lnTo>
                      <a:lnTo>
                        <a:pt x="108" y="1"/>
                      </a:lnTo>
                      <a:lnTo>
                        <a:pt x="110" y="1"/>
                      </a:lnTo>
                      <a:lnTo>
                        <a:pt x="111" y="1"/>
                      </a:lnTo>
                      <a:lnTo>
                        <a:pt x="112" y="1"/>
                      </a:lnTo>
                      <a:lnTo>
                        <a:pt x="114" y="1"/>
                      </a:lnTo>
                      <a:lnTo>
                        <a:pt x="115" y="1"/>
                      </a:lnTo>
                      <a:lnTo>
                        <a:pt x="117" y="1"/>
                      </a:lnTo>
                      <a:lnTo>
                        <a:pt x="118" y="1"/>
                      </a:lnTo>
                      <a:lnTo>
                        <a:pt x="119" y="1"/>
                      </a:lnTo>
                      <a:lnTo>
                        <a:pt x="121" y="1"/>
                      </a:lnTo>
                      <a:lnTo>
                        <a:pt x="122" y="1"/>
                      </a:lnTo>
                      <a:lnTo>
                        <a:pt x="124" y="1"/>
                      </a:lnTo>
                      <a:lnTo>
                        <a:pt x="125" y="1"/>
                      </a:lnTo>
                      <a:lnTo>
                        <a:pt x="126" y="1"/>
                      </a:lnTo>
                      <a:lnTo>
                        <a:pt x="128" y="1"/>
                      </a:lnTo>
                      <a:lnTo>
                        <a:pt x="129" y="1"/>
                      </a:lnTo>
                      <a:lnTo>
                        <a:pt x="131" y="1"/>
                      </a:lnTo>
                      <a:lnTo>
                        <a:pt x="132" y="1"/>
                      </a:lnTo>
                      <a:lnTo>
                        <a:pt x="133" y="1"/>
                      </a:lnTo>
                      <a:lnTo>
                        <a:pt x="135" y="1"/>
                      </a:lnTo>
                      <a:lnTo>
                        <a:pt x="136" y="1"/>
                      </a:lnTo>
                      <a:lnTo>
                        <a:pt x="138" y="1"/>
                      </a:lnTo>
                      <a:lnTo>
                        <a:pt x="139" y="1"/>
                      </a:lnTo>
                      <a:lnTo>
                        <a:pt x="140" y="1"/>
                      </a:lnTo>
                      <a:lnTo>
                        <a:pt x="142" y="1"/>
                      </a:lnTo>
                      <a:lnTo>
                        <a:pt x="143" y="1"/>
                      </a:lnTo>
                      <a:lnTo>
                        <a:pt x="145" y="1"/>
                      </a:lnTo>
                      <a:lnTo>
                        <a:pt x="146" y="1"/>
                      </a:lnTo>
                      <a:lnTo>
                        <a:pt x="147" y="1"/>
                      </a:lnTo>
                      <a:lnTo>
                        <a:pt x="149" y="1"/>
                      </a:lnTo>
                      <a:lnTo>
                        <a:pt x="150" y="1"/>
                      </a:lnTo>
                      <a:lnTo>
                        <a:pt x="152" y="1"/>
                      </a:lnTo>
                      <a:lnTo>
                        <a:pt x="153" y="1"/>
                      </a:lnTo>
                      <a:lnTo>
                        <a:pt x="154" y="1"/>
                      </a:lnTo>
                      <a:lnTo>
                        <a:pt x="156" y="1"/>
                      </a:lnTo>
                      <a:lnTo>
                        <a:pt x="157" y="1"/>
                      </a:lnTo>
                      <a:lnTo>
                        <a:pt x="159" y="1"/>
                      </a:lnTo>
                      <a:lnTo>
                        <a:pt x="160" y="1"/>
                      </a:lnTo>
                      <a:lnTo>
                        <a:pt x="162" y="1"/>
                      </a:lnTo>
                      <a:lnTo>
                        <a:pt x="163" y="1"/>
                      </a:lnTo>
                      <a:lnTo>
                        <a:pt x="164" y="38"/>
                      </a:lnTo>
                      <a:lnTo>
                        <a:pt x="166" y="75"/>
                      </a:lnTo>
                      <a:lnTo>
                        <a:pt x="167" y="90"/>
                      </a:lnTo>
                      <a:lnTo>
                        <a:pt x="169" y="97"/>
                      </a:lnTo>
                      <a:lnTo>
                        <a:pt x="170" y="103"/>
                      </a:lnTo>
                      <a:lnTo>
                        <a:pt x="171" y="109"/>
                      </a:lnTo>
                      <a:lnTo>
                        <a:pt x="173" y="114"/>
                      </a:lnTo>
                      <a:lnTo>
                        <a:pt x="174" y="120"/>
                      </a:lnTo>
                      <a:lnTo>
                        <a:pt x="176" y="125"/>
                      </a:lnTo>
                      <a:lnTo>
                        <a:pt x="177" y="130"/>
                      </a:lnTo>
                      <a:lnTo>
                        <a:pt x="178" y="135"/>
                      </a:lnTo>
                      <a:lnTo>
                        <a:pt x="180" y="141"/>
                      </a:lnTo>
                      <a:lnTo>
                        <a:pt x="181" y="146"/>
                      </a:lnTo>
                      <a:lnTo>
                        <a:pt x="183" y="151"/>
                      </a:lnTo>
                      <a:lnTo>
                        <a:pt x="184" y="157"/>
                      </a:lnTo>
                      <a:lnTo>
                        <a:pt x="185" y="162"/>
                      </a:lnTo>
                      <a:lnTo>
                        <a:pt x="187" y="167"/>
                      </a:lnTo>
                      <a:lnTo>
                        <a:pt x="188" y="173"/>
                      </a:lnTo>
                      <a:lnTo>
                        <a:pt x="190" y="178"/>
                      </a:lnTo>
                      <a:lnTo>
                        <a:pt x="191" y="184"/>
                      </a:lnTo>
                      <a:lnTo>
                        <a:pt x="192" y="189"/>
                      </a:lnTo>
                      <a:lnTo>
                        <a:pt x="194" y="195"/>
                      </a:lnTo>
                      <a:lnTo>
                        <a:pt x="195" y="200"/>
                      </a:lnTo>
                      <a:lnTo>
                        <a:pt x="197" y="206"/>
                      </a:lnTo>
                      <a:lnTo>
                        <a:pt x="198" y="212"/>
                      </a:lnTo>
                      <a:lnTo>
                        <a:pt x="199" y="217"/>
                      </a:lnTo>
                      <a:lnTo>
                        <a:pt x="201" y="223"/>
                      </a:lnTo>
                      <a:lnTo>
                        <a:pt x="202" y="228"/>
                      </a:lnTo>
                      <a:lnTo>
                        <a:pt x="204" y="234"/>
                      </a:lnTo>
                      <a:lnTo>
                        <a:pt x="205" y="240"/>
                      </a:lnTo>
                      <a:lnTo>
                        <a:pt x="206" y="245"/>
                      </a:lnTo>
                      <a:lnTo>
                        <a:pt x="208" y="251"/>
                      </a:lnTo>
                      <a:lnTo>
                        <a:pt x="209" y="256"/>
                      </a:lnTo>
                      <a:lnTo>
                        <a:pt x="211" y="262"/>
                      </a:lnTo>
                      <a:lnTo>
                        <a:pt x="212" y="268"/>
                      </a:lnTo>
                      <a:lnTo>
                        <a:pt x="213" y="273"/>
                      </a:lnTo>
                      <a:lnTo>
                        <a:pt x="215" y="279"/>
                      </a:lnTo>
                      <a:lnTo>
                        <a:pt x="216" y="284"/>
                      </a:lnTo>
                      <a:lnTo>
                        <a:pt x="218" y="290"/>
                      </a:lnTo>
                      <a:lnTo>
                        <a:pt x="219" y="296"/>
                      </a:lnTo>
                      <a:lnTo>
                        <a:pt x="221" y="301"/>
                      </a:lnTo>
                      <a:lnTo>
                        <a:pt x="222" y="307"/>
                      </a:lnTo>
                      <a:lnTo>
                        <a:pt x="223" y="313"/>
                      </a:lnTo>
                      <a:lnTo>
                        <a:pt x="225" y="318"/>
                      </a:lnTo>
                      <a:lnTo>
                        <a:pt x="226" y="324"/>
                      </a:lnTo>
                      <a:lnTo>
                        <a:pt x="228" y="330"/>
                      </a:lnTo>
                      <a:lnTo>
                        <a:pt x="229" y="335"/>
                      </a:lnTo>
                      <a:lnTo>
                        <a:pt x="230" y="341"/>
                      </a:lnTo>
                      <a:lnTo>
                        <a:pt x="232" y="346"/>
                      </a:lnTo>
                      <a:lnTo>
                        <a:pt x="233" y="352"/>
                      </a:lnTo>
                      <a:lnTo>
                        <a:pt x="235" y="358"/>
                      </a:lnTo>
                      <a:lnTo>
                        <a:pt x="236" y="363"/>
                      </a:lnTo>
                      <a:lnTo>
                        <a:pt x="237" y="369"/>
                      </a:lnTo>
                      <a:lnTo>
                        <a:pt x="239" y="375"/>
                      </a:lnTo>
                      <a:lnTo>
                        <a:pt x="240" y="380"/>
                      </a:lnTo>
                      <a:lnTo>
                        <a:pt x="242" y="386"/>
                      </a:lnTo>
                      <a:lnTo>
                        <a:pt x="243" y="392"/>
                      </a:lnTo>
                      <a:lnTo>
                        <a:pt x="244" y="397"/>
                      </a:lnTo>
                      <a:lnTo>
                        <a:pt x="246" y="403"/>
                      </a:lnTo>
                      <a:lnTo>
                        <a:pt x="247" y="409"/>
                      </a:lnTo>
                      <a:lnTo>
                        <a:pt x="249" y="415"/>
                      </a:lnTo>
                      <a:lnTo>
                        <a:pt x="250" y="420"/>
                      </a:lnTo>
                      <a:lnTo>
                        <a:pt x="251" y="426"/>
                      </a:lnTo>
                      <a:lnTo>
                        <a:pt x="253" y="432"/>
                      </a:lnTo>
                      <a:lnTo>
                        <a:pt x="254" y="438"/>
                      </a:lnTo>
                      <a:lnTo>
                        <a:pt x="256" y="443"/>
                      </a:lnTo>
                      <a:lnTo>
                        <a:pt x="257" y="449"/>
                      </a:lnTo>
                      <a:lnTo>
                        <a:pt x="258" y="455"/>
                      </a:lnTo>
                      <a:lnTo>
                        <a:pt x="260" y="461"/>
                      </a:lnTo>
                      <a:lnTo>
                        <a:pt x="261" y="467"/>
                      </a:lnTo>
                      <a:lnTo>
                        <a:pt x="263" y="472"/>
                      </a:lnTo>
                      <a:lnTo>
                        <a:pt x="264" y="478"/>
                      </a:lnTo>
                      <a:lnTo>
                        <a:pt x="265" y="484"/>
                      </a:lnTo>
                      <a:lnTo>
                        <a:pt x="267" y="490"/>
                      </a:lnTo>
                      <a:lnTo>
                        <a:pt x="268" y="496"/>
                      </a:lnTo>
                      <a:lnTo>
                        <a:pt x="270" y="502"/>
                      </a:lnTo>
                      <a:lnTo>
                        <a:pt x="271" y="507"/>
                      </a:lnTo>
                      <a:lnTo>
                        <a:pt x="272" y="513"/>
                      </a:lnTo>
                      <a:lnTo>
                        <a:pt x="274" y="519"/>
                      </a:lnTo>
                      <a:lnTo>
                        <a:pt x="275" y="525"/>
                      </a:lnTo>
                      <a:lnTo>
                        <a:pt x="277" y="531"/>
                      </a:lnTo>
                      <a:lnTo>
                        <a:pt x="278" y="537"/>
                      </a:lnTo>
                      <a:lnTo>
                        <a:pt x="279" y="543"/>
                      </a:lnTo>
                      <a:lnTo>
                        <a:pt x="281" y="548"/>
                      </a:lnTo>
                      <a:lnTo>
                        <a:pt x="282" y="554"/>
                      </a:lnTo>
                      <a:lnTo>
                        <a:pt x="284" y="560"/>
                      </a:lnTo>
                      <a:lnTo>
                        <a:pt x="285" y="566"/>
                      </a:lnTo>
                      <a:lnTo>
                        <a:pt x="287" y="572"/>
                      </a:lnTo>
                      <a:lnTo>
                        <a:pt x="288" y="578"/>
                      </a:lnTo>
                      <a:lnTo>
                        <a:pt x="289" y="583"/>
                      </a:lnTo>
                      <a:lnTo>
                        <a:pt x="291" y="589"/>
                      </a:lnTo>
                      <a:lnTo>
                        <a:pt x="292" y="595"/>
                      </a:lnTo>
                      <a:lnTo>
                        <a:pt x="294" y="601"/>
                      </a:lnTo>
                      <a:lnTo>
                        <a:pt x="295" y="607"/>
                      </a:lnTo>
                      <a:lnTo>
                        <a:pt x="296" y="613"/>
                      </a:lnTo>
                      <a:lnTo>
                        <a:pt x="298" y="619"/>
                      </a:lnTo>
                      <a:lnTo>
                        <a:pt x="299" y="625"/>
                      </a:lnTo>
                      <a:lnTo>
                        <a:pt x="301" y="630"/>
                      </a:lnTo>
                      <a:lnTo>
                        <a:pt x="302" y="636"/>
                      </a:lnTo>
                      <a:lnTo>
                        <a:pt x="303" y="642"/>
                      </a:lnTo>
                      <a:lnTo>
                        <a:pt x="305" y="648"/>
                      </a:lnTo>
                      <a:lnTo>
                        <a:pt x="306" y="654"/>
                      </a:lnTo>
                      <a:lnTo>
                        <a:pt x="308" y="660"/>
                      </a:lnTo>
                      <a:lnTo>
                        <a:pt x="309" y="666"/>
                      </a:lnTo>
                      <a:lnTo>
                        <a:pt x="310" y="672"/>
                      </a:lnTo>
                      <a:lnTo>
                        <a:pt x="312" y="678"/>
                      </a:lnTo>
                      <a:lnTo>
                        <a:pt x="313" y="684"/>
                      </a:lnTo>
                      <a:lnTo>
                        <a:pt x="315" y="690"/>
                      </a:lnTo>
                      <a:lnTo>
                        <a:pt x="316" y="695"/>
                      </a:lnTo>
                      <a:lnTo>
                        <a:pt x="317" y="701"/>
                      </a:lnTo>
                      <a:lnTo>
                        <a:pt x="319" y="707"/>
                      </a:lnTo>
                      <a:lnTo>
                        <a:pt x="320" y="713"/>
                      </a:lnTo>
                      <a:lnTo>
                        <a:pt x="322" y="719"/>
                      </a:lnTo>
                      <a:lnTo>
                        <a:pt x="323" y="725"/>
                      </a:lnTo>
                      <a:lnTo>
                        <a:pt x="324" y="731"/>
                      </a:lnTo>
                      <a:lnTo>
                        <a:pt x="326" y="736"/>
                      </a:lnTo>
                      <a:lnTo>
                        <a:pt x="327" y="742"/>
                      </a:lnTo>
                      <a:lnTo>
                        <a:pt x="329" y="748"/>
                      </a:lnTo>
                      <a:lnTo>
                        <a:pt x="330" y="754"/>
                      </a:lnTo>
                      <a:lnTo>
                        <a:pt x="331" y="760"/>
                      </a:lnTo>
                      <a:lnTo>
                        <a:pt x="333" y="765"/>
                      </a:lnTo>
                      <a:lnTo>
                        <a:pt x="334" y="771"/>
                      </a:lnTo>
                      <a:lnTo>
                        <a:pt x="336" y="777"/>
                      </a:lnTo>
                      <a:lnTo>
                        <a:pt x="337" y="782"/>
                      </a:lnTo>
                      <a:lnTo>
                        <a:pt x="338" y="788"/>
                      </a:lnTo>
                      <a:lnTo>
                        <a:pt x="340" y="794"/>
                      </a:lnTo>
                      <a:lnTo>
                        <a:pt x="341" y="800"/>
                      </a:lnTo>
                      <a:lnTo>
                        <a:pt x="343" y="805"/>
                      </a:lnTo>
                      <a:lnTo>
                        <a:pt x="344" y="811"/>
                      </a:lnTo>
                      <a:lnTo>
                        <a:pt x="345" y="817"/>
                      </a:lnTo>
                      <a:lnTo>
                        <a:pt x="347" y="822"/>
                      </a:lnTo>
                      <a:lnTo>
                        <a:pt x="348" y="828"/>
                      </a:lnTo>
                      <a:lnTo>
                        <a:pt x="350" y="834"/>
                      </a:lnTo>
                      <a:lnTo>
                        <a:pt x="351" y="839"/>
                      </a:lnTo>
                      <a:lnTo>
                        <a:pt x="353" y="845"/>
                      </a:lnTo>
                      <a:lnTo>
                        <a:pt x="354" y="851"/>
                      </a:lnTo>
                      <a:lnTo>
                        <a:pt x="355" y="856"/>
                      </a:lnTo>
                      <a:lnTo>
                        <a:pt x="357" y="862"/>
                      </a:lnTo>
                      <a:lnTo>
                        <a:pt x="358" y="868"/>
                      </a:lnTo>
                      <a:lnTo>
                        <a:pt x="360" y="873"/>
                      </a:lnTo>
                      <a:lnTo>
                        <a:pt x="361" y="879"/>
                      </a:lnTo>
                      <a:lnTo>
                        <a:pt x="362" y="884"/>
                      </a:lnTo>
                      <a:lnTo>
                        <a:pt x="364" y="890"/>
                      </a:lnTo>
                      <a:lnTo>
                        <a:pt x="365" y="895"/>
                      </a:lnTo>
                      <a:lnTo>
                        <a:pt x="367" y="901"/>
                      </a:lnTo>
                      <a:lnTo>
                        <a:pt x="368" y="906"/>
                      </a:lnTo>
                      <a:lnTo>
                        <a:pt x="369" y="912"/>
                      </a:lnTo>
                      <a:lnTo>
                        <a:pt x="371" y="917"/>
                      </a:lnTo>
                      <a:lnTo>
                        <a:pt x="372" y="922"/>
                      </a:lnTo>
                      <a:lnTo>
                        <a:pt x="374" y="928"/>
                      </a:lnTo>
                      <a:lnTo>
                        <a:pt x="375" y="933"/>
                      </a:lnTo>
                      <a:lnTo>
                        <a:pt x="376" y="938"/>
                      </a:lnTo>
                      <a:lnTo>
                        <a:pt x="378" y="943"/>
                      </a:lnTo>
                      <a:lnTo>
                        <a:pt x="379" y="949"/>
                      </a:lnTo>
                      <a:lnTo>
                        <a:pt x="381" y="954"/>
                      </a:lnTo>
                      <a:lnTo>
                        <a:pt x="382" y="959"/>
                      </a:lnTo>
                      <a:lnTo>
                        <a:pt x="383" y="964"/>
                      </a:lnTo>
                      <a:lnTo>
                        <a:pt x="385" y="969"/>
                      </a:lnTo>
                      <a:lnTo>
                        <a:pt x="386" y="974"/>
                      </a:lnTo>
                      <a:lnTo>
                        <a:pt x="388" y="979"/>
                      </a:lnTo>
                      <a:lnTo>
                        <a:pt x="389" y="984"/>
                      </a:lnTo>
                      <a:lnTo>
                        <a:pt x="390" y="989"/>
                      </a:lnTo>
                      <a:lnTo>
                        <a:pt x="392" y="994"/>
                      </a:lnTo>
                      <a:lnTo>
                        <a:pt x="393" y="998"/>
                      </a:lnTo>
                      <a:lnTo>
                        <a:pt x="395" y="1003"/>
                      </a:lnTo>
                      <a:lnTo>
                        <a:pt x="396" y="1008"/>
                      </a:lnTo>
                      <a:lnTo>
                        <a:pt x="397" y="1013"/>
                      </a:lnTo>
                      <a:lnTo>
                        <a:pt x="399" y="1017"/>
                      </a:lnTo>
                      <a:lnTo>
                        <a:pt x="400" y="1022"/>
                      </a:lnTo>
                      <a:lnTo>
                        <a:pt x="402" y="1027"/>
                      </a:lnTo>
                      <a:lnTo>
                        <a:pt x="403" y="1031"/>
                      </a:lnTo>
                      <a:lnTo>
                        <a:pt x="404" y="1036"/>
                      </a:lnTo>
                      <a:lnTo>
                        <a:pt x="406" y="1040"/>
                      </a:lnTo>
                      <a:lnTo>
                        <a:pt x="407" y="1045"/>
                      </a:lnTo>
                      <a:lnTo>
                        <a:pt x="409" y="1049"/>
                      </a:lnTo>
                      <a:lnTo>
                        <a:pt x="410" y="1054"/>
                      </a:lnTo>
                      <a:lnTo>
                        <a:pt x="412" y="1058"/>
                      </a:lnTo>
                      <a:lnTo>
                        <a:pt x="413" y="1062"/>
                      </a:lnTo>
                      <a:lnTo>
                        <a:pt x="414" y="1067"/>
                      </a:lnTo>
                      <a:lnTo>
                        <a:pt x="416" y="1071"/>
                      </a:lnTo>
                      <a:lnTo>
                        <a:pt x="417" y="1075"/>
                      </a:lnTo>
                      <a:lnTo>
                        <a:pt x="419" y="1079"/>
                      </a:lnTo>
                      <a:lnTo>
                        <a:pt x="420" y="1083"/>
                      </a:lnTo>
                      <a:lnTo>
                        <a:pt x="421" y="1087"/>
                      </a:lnTo>
                      <a:lnTo>
                        <a:pt x="423" y="1091"/>
                      </a:lnTo>
                      <a:lnTo>
                        <a:pt x="424" y="1095"/>
                      </a:lnTo>
                      <a:lnTo>
                        <a:pt x="426" y="1099"/>
                      </a:lnTo>
                      <a:lnTo>
                        <a:pt x="427" y="1103"/>
                      </a:lnTo>
                      <a:lnTo>
                        <a:pt x="428" y="1107"/>
                      </a:lnTo>
                      <a:lnTo>
                        <a:pt x="430" y="1111"/>
                      </a:lnTo>
                      <a:lnTo>
                        <a:pt x="431" y="1115"/>
                      </a:lnTo>
                      <a:lnTo>
                        <a:pt x="433" y="1118"/>
                      </a:lnTo>
                      <a:lnTo>
                        <a:pt x="434" y="1122"/>
                      </a:lnTo>
                      <a:lnTo>
                        <a:pt x="435" y="1126"/>
                      </a:lnTo>
                      <a:lnTo>
                        <a:pt x="437" y="1129"/>
                      </a:lnTo>
                      <a:lnTo>
                        <a:pt x="438" y="1133"/>
                      </a:lnTo>
                      <a:lnTo>
                        <a:pt x="440" y="1136"/>
                      </a:lnTo>
                      <a:lnTo>
                        <a:pt x="441" y="1140"/>
                      </a:lnTo>
                      <a:lnTo>
                        <a:pt x="442" y="1143"/>
                      </a:lnTo>
                      <a:lnTo>
                        <a:pt x="444" y="1147"/>
                      </a:lnTo>
                      <a:lnTo>
                        <a:pt x="445" y="1150"/>
                      </a:lnTo>
                      <a:lnTo>
                        <a:pt x="447" y="1154"/>
                      </a:lnTo>
                      <a:lnTo>
                        <a:pt x="448" y="1157"/>
                      </a:lnTo>
                      <a:lnTo>
                        <a:pt x="449" y="1161"/>
                      </a:lnTo>
                      <a:lnTo>
                        <a:pt x="451" y="1164"/>
                      </a:lnTo>
                      <a:lnTo>
                        <a:pt x="452" y="1167"/>
                      </a:lnTo>
                      <a:lnTo>
                        <a:pt x="454" y="1170"/>
                      </a:lnTo>
                      <a:lnTo>
                        <a:pt x="455" y="1174"/>
                      </a:lnTo>
                      <a:lnTo>
                        <a:pt x="456" y="1177"/>
                      </a:lnTo>
                      <a:lnTo>
                        <a:pt x="458" y="1180"/>
                      </a:lnTo>
                      <a:lnTo>
                        <a:pt x="459" y="1183"/>
                      </a:lnTo>
                      <a:lnTo>
                        <a:pt x="461" y="1186"/>
                      </a:lnTo>
                      <a:lnTo>
                        <a:pt x="462" y="1189"/>
                      </a:lnTo>
                      <a:lnTo>
                        <a:pt x="463" y="1192"/>
                      </a:lnTo>
                      <a:lnTo>
                        <a:pt x="465" y="1195"/>
                      </a:lnTo>
                      <a:lnTo>
                        <a:pt x="466" y="1198"/>
                      </a:lnTo>
                      <a:lnTo>
                        <a:pt x="468" y="1201"/>
                      </a:lnTo>
                      <a:lnTo>
                        <a:pt x="469" y="1204"/>
                      </a:lnTo>
                      <a:lnTo>
                        <a:pt x="470" y="1207"/>
                      </a:lnTo>
                      <a:lnTo>
                        <a:pt x="472" y="1210"/>
                      </a:lnTo>
                      <a:lnTo>
                        <a:pt x="473" y="1213"/>
                      </a:lnTo>
                      <a:lnTo>
                        <a:pt x="475" y="1216"/>
                      </a:lnTo>
                      <a:lnTo>
                        <a:pt x="476" y="1218"/>
                      </a:lnTo>
                      <a:lnTo>
                        <a:pt x="478" y="1221"/>
                      </a:lnTo>
                      <a:lnTo>
                        <a:pt x="479" y="1224"/>
                      </a:lnTo>
                      <a:lnTo>
                        <a:pt x="480" y="1227"/>
                      </a:lnTo>
                      <a:lnTo>
                        <a:pt x="482" y="1229"/>
                      </a:lnTo>
                      <a:lnTo>
                        <a:pt x="483" y="1232"/>
                      </a:lnTo>
                      <a:lnTo>
                        <a:pt x="485" y="1235"/>
                      </a:lnTo>
                      <a:lnTo>
                        <a:pt x="486" y="1237"/>
                      </a:lnTo>
                      <a:lnTo>
                        <a:pt x="487" y="1240"/>
                      </a:lnTo>
                      <a:lnTo>
                        <a:pt x="489" y="1243"/>
                      </a:lnTo>
                      <a:lnTo>
                        <a:pt x="490" y="1245"/>
                      </a:lnTo>
                      <a:lnTo>
                        <a:pt x="492" y="1248"/>
                      </a:lnTo>
                      <a:lnTo>
                        <a:pt x="493" y="1250"/>
                      </a:lnTo>
                      <a:lnTo>
                        <a:pt x="494" y="1253"/>
                      </a:lnTo>
                      <a:lnTo>
                        <a:pt x="496" y="1255"/>
                      </a:lnTo>
                      <a:lnTo>
                        <a:pt x="497" y="1258"/>
                      </a:lnTo>
                      <a:lnTo>
                        <a:pt x="499" y="1260"/>
                      </a:lnTo>
                      <a:lnTo>
                        <a:pt x="500" y="1263"/>
                      </a:lnTo>
                      <a:lnTo>
                        <a:pt x="501" y="1265"/>
                      </a:lnTo>
                      <a:lnTo>
                        <a:pt x="503" y="1268"/>
                      </a:lnTo>
                      <a:lnTo>
                        <a:pt x="504" y="1270"/>
                      </a:lnTo>
                      <a:lnTo>
                        <a:pt x="506" y="1273"/>
                      </a:lnTo>
                      <a:lnTo>
                        <a:pt x="507" y="1275"/>
                      </a:lnTo>
                      <a:lnTo>
                        <a:pt x="508" y="1278"/>
                      </a:lnTo>
                      <a:lnTo>
                        <a:pt x="510" y="1280"/>
                      </a:lnTo>
                      <a:lnTo>
                        <a:pt x="511" y="1282"/>
                      </a:lnTo>
                      <a:lnTo>
                        <a:pt x="513" y="1285"/>
                      </a:lnTo>
                      <a:lnTo>
                        <a:pt x="514" y="1287"/>
                      </a:lnTo>
                      <a:lnTo>
                        <a:pt x="515" y="1289"/>
                      </a:lnTo>
                      <a:lnTo>
                        <a:pt x="517" y="1292"/>
                      </a:lnTo>
                      <a:lnTo>
                        <a:pt x="518" y="1294"/>
                      </a:lnTo>
                      <a:lnTo>
                        <a:pt x="520" y="1296"/>
                      </a:lnTo>
                      <a:lnTo>
                        <a:pt x="521" y="1298"/>
                      </a:lnTo>
                      <a:lnTo>
                        <a:pt x="522" y="1301"/>
                      </a:lnTo>
                      <a:lnTo>
                        <a:pt x="524" y="1303"/>
                      </a:lnTo>
                      <a:lnTo>
                        <a:pt x="525" y="1305"/>
                      </a:lnTo>
                      <a:lnTo>
                        <a:pt x="527" y="1307"/>
                      </a:lnTo>
                      <a:lnTo>
                        <a:pt x="528" y="1309"/>
                      </a:lnTo>
                      <a:lnTo>
                        <a:pt x="529" y="1311"/>
                      </a:lnTo>
                      <a:lnTo>
                        <a:pt x="531" y="1314"/>
                      </a:lnTo>
                      <a:lnTo>
                        <a:pt x="532" y="1316"/>
                      </a:lnTo>
                      <a:lnTo>
                        <a:pt x="534" y="1318"/>
                      </a:lnTo>
                      <a:lnTo>
                        <a:pt x="535" y="1320"/>
                      </a:lnTo>
                      <a:lnTo>
                        <a:pt x="537" y="1322"/>
                      </a:lnTo>
                      <a:lnTo>
                        <a:pt x="538" y="1324"/>
                      </a:lnTo>
                      <a:lnTo>
                        <a:pt x="539" y="1326"/>
                      </a:lnTo>
                      <a:lnTo>
                        <a:pt x="541" y="1328"/>
                      </a:lnTo>
                      <a:lnTo>
                        <a:pt x="542" y="1330"/>
                      </a:lnTo>
                      <a:lnTo>
                        <a:pt x="544" y="1332"/>
                      </a:lnTo>
                      <a:lnTo>
                        <a:pt x="545" y="1334"/>
                      </a:lnTo>
                      <a:lnTo>
                        <a:pt x="546" y="1336"/>
                      </a:lnTo>
                      <a:lnTo>
                        <a:pt x="548" y="1338"/>
                      </a:lnTo>
                      <a:lnTo>
                        <a:pt x="549" y="1340"/>
                      </a:lnTo>
                      <a:lnTo>
                        <a:pt x="551" y="1342"/>
                      </a:lnTo>
                      <a:lnTo>
                        <a:pt x="552" y="1344"/>
                      </a:lnTo>
                      <a:lnTo>
                        <a:pt x="553" y="1346"/>
                      </a:lnTo>
                      <a:lnTo>
                        <a:pt x="555" y="1347"/>
                      </a:lnTo>
                      <a:lnTo>
                        <a:pt x="556" y="1349"/>
                      </a:lnTo>
                      <a:lnTo>
                        <a:pt x="558" y="1351"/>
                      </a:lnTo>
                      <a:lnTo>
                        <a:pt x="559" y="1353"/>
                      </a:lnTo>
                      <a:lnTo>
                        <a:pt x="560" y="1355"/>
                      </a:lnTo>
                      <a:lnTo>
                        <a:pt x="562" y="1357"/>
                      </a:lnTo>
                      <a:lnTo>
                        <a:pt x="563" y="1358"/>
                      </a:lnTo>
                      <a:lnTo>
                        <a:pt x="565" y="1360"/>
                      </a:lnTo>
                      <a:lnTo>
                        <a:pt x="566" y="1362"/>
                      </a:lnTo>
                      <a:lnTo>
                        <a:pt x="567" y="1364"/>
                      </a:lnTo>
                      <a:lnTo>
                        <a:pt x="569" y="1366"/>
                      </a:lnTo>
                      <a:lnTo>
                        <a:pt x="570" y="1367"/>
                      </a:lnTo>
                      <a:lnTo>
                        <a:pt x="572" y="1369"/>
                      </a:lnTo>
                      <a:lnTo>
                        <a:pt x="573" y="1371"/>
                      </a:lnTo>
                      <a:lnTo>
                        <a:pt x="574" y="1372"/>
                      </a:lnTo>
                      <a:lnTo>
                        <a:pt x="576" y="1374"/>
                      </a:lnTo>
                      <a:lnTo>
                        <a:pt x="577" y="1376"/>
                      </a:lnTo>
                      <a:lnTo>
                        <a:pt x="579" y="1378"/>
                      </a:lnTo>
                      <a:lnTo>
                        <a:pt x="580" y="1379"/>
                      </a:lnTo>
                      <a:lnTo>
                        <a:pt x="581" y="1381"/>
                      </a:lnTo>
                      <a:lnTo>
                        <a:pt x="583" y="1382"/>
                      </a:lnTo>
                      <a:lnTo>
                        <a:pt x="584" y="1342"/>
                      </a:lnTo>
                      <a:lnTo>
                        <a:pt x="586" y="1311"/>
                      </a:lnTo>
                      <a:lnTo>
                        <a:pt x="587" y="1306"/>
                      </a:lnTo>
                      <a:lnTo>
                        <a:pt x="588" y="1304"/>
                      </a:lnTo>
                      <a:lnTo>
                        <a:pt x="590" y="1304"/>
                      </a:lnTo>
                      <a:lnTo>
                        <a:pt x="591" y="1303"/>
                      </a:lnTo>
                      <a:lnTo>
                        <a:pt x="593" y="1303"/>
                      </a:lnTo>
                      <a:lnTo>
                        <a:pt x="594" y="1302"/>
                      </a:lnTo>
                      <a:lnTo>
                        <a:pt x="595" y="1302"/>
                      </a:lnTo>
                      <a:lnTo>
                        <a:pt x="597" y="1302"/>
                      </a:lnTo>
                      <a:lnTo>
                        <a:pt x="598" y="1301"/>
                      </a:lnTo>
                      <a:lnTo>
                        <a:pt x="600" y="1301"/>
                      </a:lnTo>
                      <a:lnTo>
                        <a:pt x="601" y="1301"/>
                      </a:lnTo>
                      <a:lnTo>
                        <a:pt x="603" y="1300"/>
                      </a:lnTo>
                      <a:lnTo>
                        <a:pt x="604" y="1300"/>
                      </a:lnTo>
                      <a:lnTo>
                        <a:pt x="605" y="1300"/>
                      </a:lnTo>
                      <a:lnTo>
                        <a:pt x="607" y="1299"/>
                      </a:lnTo>
                      <a:lnTo>
                        <a:pt x="608" y="1299"/>
                      </a:lnTo>
                      <a:lnTo>
                        <a:pt x="610" y="1299"/>
                      </a:lnTo>
                      <a:lnTo>
                        <a:pt x="611" y="1298"/>
                      </a:lnTo>
                      <a:lnTo>
                        <a:pt x="612" y="1298"/>
                      </a:lnTo>
                      <a:lnTo>
                        <a:pt x="614" y="1298"/>
                      </a:lnTo>
                      <a:lnTo>
                        <a:pt x="615" y="1297"/>
                      </a:lnTo>
                      <a:lnTo>
                        <a:pt x="617" y="1297"/>
                      </a:lnTo>
                      <a:lnTo>
                        <a:pt x="618" y="1297"/>
                      </a:lnTo>
                      <a:lnTo>
                        <a:pt x="619" y="1297"/>
                      </a:lnTo>
                      <a:lnTo>
                        <a:pt x="621" y="1296"/>
                      </a:lnTo>
                      <a:lnTo>
                        <a:pt x="622" y="1296"/>
                      </a:lnTo>
                      <a:lnTo>
                        <a:pt x="624" y="1296"/>
                      </a:lnTo>
                      <a:lnTo>
                        <a:pt x="625" y="1295"/>
                      </a:lnTo>
                      <a:lnTo>
                        <a:pt x="626" y="1295"/>
                      </a:lnTo>
                      <a:lnTo>
                        <a:pt x="628" y="1295"/>
                      </a:lnTo>
                      <a:lnTo>
                        <a:pt x="629" y="1295"/>
                      </a:lnTo>
                      <a:lnTo>
                        <a:pt x="631" y="1294"/>
                      </a:lnTo>
                      <a:lnTo>
                        <a:pt x="632" y="1294"/>
                      </a:lnTo>
                      <a:lnTo>
                        <a:pt x="633" y="1294"/>
                      </a:lnTo>
                      <a:lnTo>
                        <a:pt x="635" y="1294"/>
                      </a:lnTo>
                      <a:lnTo>
                        <a:pt x="636" y="1293"/>
                      </a:lnTo>
                      <a:lnTo>
                        <a:pt x="638" y="1293"/>
                      </a:lnTo>
                      <a:lnTo>
                        <a:pt x="639" y="1293"/>
                      </a:lnTo>
                      <a:lnTo>
                        <a:pt x="640" y="1293"/>
                      </a:lnTo>
                      <a:lnTo>
                        <a:pt x="642" y="1293"/>
                      </a:lnTo>
                      <a:lnTo>
                        <a:pt x="643" y="1292"/>
                      </a:lnTo>
                      <a:lnTo>
                        <a:pt x="645" y="1292"/>
                      </a:lnTo>
                      <a:lnTo>
                        <a:pt x="646" y="1292"/>
                      </a:lnTo>
                      <a:lnTo>
                        <a:pt x="647" y="1292"/>
                      </a:lnTo>
                      <a:lnTo>
                        <a:pt x="649" y="1291"/>
                      </a:lnTo>
                      <a:lnTo>
                        <a:pt x="650" y="1291"/>
                      </a:lnTo>
                      <a:lnTo>
                        <a:pt x="652" y="1291"/>
                      </a:lnTo>
                      <a:lnTo>
                        <a:pt x="653" y="1291"/>
                      </a:lnTo>
                      <a:lnTo>
                        <a:pt x="654" y="1291"/>
                      </a:lnTo>
                      <a:lnTo>
                        <a:pt x="656" y="1290"/>
                      </a:lnTo>
                      <a:lnTo>
                        <a:pt x="657" y="1290"/>
                      </a:lnTo>
                      <a:lnTo>
                        <a:pt x="659" y="1290"/>
                      </a:lnTo>
                      <a:lnTo>
                        <a:pt x="660" y="1290"/>
                      </a:lnTo>
                      <a:lnTo>
                        <a:pt x="661" y="1290"/>
                      </a:lnTo>
                      <a:lnTo>
                        <a:pt x="663" y="1289"/>
                      </a:lnTo>
                      <a:lnTo>
                        <a:pt x="664" y="1289"/>
                      </a:lnTo>
                      <a:lnTo>
                        <a:pt x="666" y="1289"/>
                      </a:lnTo>
                      <a:lnTo>
                        <a:pt x="667" y="1289"/>
                      </a:lnTo>
                      <a:lnTo>
                        <a:pt x="669" y="1289"/>
                      </a:lnTo>
                      <a:lnTo>
                        <a:pt x="670" y="1288"/>
                      </a:lnTo>
                      <a:lnTo>
                        <a:pt x="671" y="1288"/>
                      </a:lnTo>
                      <a:lnTo>
                        <a:pt x="673" y="1288"/>
                      </a:lnTo>
                      <a:lnTo>
                        <a:pt x="674" y="1288"/>
                      </a:lnTo>
                      <a:lnTo>
                        <a:pt x="676" y="1288"/>
                      </a:lnTo>
                      <a:lnTo>
                        <a:pt x="677" y="1287"/>
                      </a:lnTo>
                      <a:lnTo>
                        <a:pt x="678" y="1287"/>
                      </a:lnTo>
                      <a:lnTo>
                        <a:pt x="680" y="1287"/>
                      </a:lnTo>
                      <a:lnTo>
                        <a:pt x="681" y="1287"/>
                      </a:lnTo>
                      <a:lnTo>
                        <a:pt x="683" y="1287"/>
                      </a:lnTo>
                      <a:lnTo>
                        <a:pt x="684" y="1287"/>
                      </a:lnTo>
                      <a:lnTo>
                        <a:pt x="685" y="1286"/>
                      </a:lnTo>
                      <a:lnTo>
                        <a:pt x="687" y="1286"/>
                      </a:lnTo>
                      <a:lnTo>
                        <a:pt x="688" y="1286"/>
                      </a:lnTo>
                      <a:lnTo>
                        <a:pt x="690" y="1286"/>
                      </a:lnTo>
                      <a:lnTo>
                        <a:pt x="691" y="1286"/>
                      </a:lnTo>
                      <a:lnTo>
                        <a:pt x="692" y="1286"/>
                      </a:lnTo>
                      <a:lnTo>
                        <a:pt x="694" y="1286"/>
                      </a:lnTo>
                      <a:lnTo>
                        <a:pt x="695" y="1285"/>
                      </a:lnTo>
                      <a:lnTo>
                        <a:pt x="697" y="1285"/>
                      </a:lnTo>
                      <a:lnTo>
                        <a:pt x="698" y="1285"/>
                      </a:lnTo>
                      <a:lnTo>
                        <a:pt x="699" y="1285"/>
                      </a:lnTo>
                      <a:lnTo>
                        <a:pt x="701" y="1285"/>
                      </a:lnTo>
                      <a:lnTo>
                        <a:pt x="702" y="1285"/>
                      </a:lnTo>
                      <a:lnTo>
                        <a:pt x="704" y="1284"/>
                      </a:lnTo>
                      <a:lnTo>
                        <a:pt x="705" y="1284"/>
                      </a:lnTo>
                      <a:lnTo>
                        <a:pt x="706" y="1284"/>
                      </a:lnTo>
                      <a:lnTo>
                        <a:pt x="708" y="1284"/>
                      </a:lnTo>
                      <a:lnTo>
                        <a:pt x="709" y="1284"/>
                      </a:lnTo>
                      <a:lnTo>
                        <a:pt x="711" y="1284"/>
                      </a:lnTo>
                      <a:lnTo>
                        <a:pt x="712" y="1284"/>
                      </a:lnTo>
                      <a:lnTo>
                        <a:pt x="713" y="1283"/>
                      </a:lnTo>
                      <a:lnTo>
                        <a:pt x="715" y="1283"/>
                      </a:lnTo>
                      <a:lnTo>
                        <a:pt x="716" y="1283"/>
                      </a:lnTo>
                      <a:lnTo>
                        <a:pt x="718" y="1283"/>
                      </a:lnTo>
                      <a:lnTo>
                        <a:pt x="719" y="1283"/>
                      </a:lnTo>
                      <a:lnTo>
                        <a:pt x="720" y="1283"/>
                      </a:lnTo>
                      <a:lnTo>
                        <a:pt x="722" y="1283"/>
                      </a:lnTo>
                      <a:lnTo>
                        <a:pt x="723" y="1283"/>
                      </a:lnTo>
                      <a:lnTo>
                        <a:pt x="725" y="1282"/>
                      </a:lnTo>
                      <a:lnTo>
                        <a:pt x="726" y="1282"/>
                      </a:lnTo>
                      <a:lnTo>
                        <a:pt x="728" y="1282"/>
                      </a:lnTo>
                      <a:lnTo>
                        <a:pt x="729" y="1282"/>
                      </a:lnTo>
                      <a:lnTo>
                        <a:pt x="730" y="1282"/>
                      </a:lnTo>
                      <a:lnTo>
                        <a:pt x="732" y="1282"/>
                      </a:lnTo>
                      <a:lnTo>
                        <a:pt x="733" y="1282"/>
                      </a:lnTo>
                      <a:lnTo>
                        <a:pt x="735" y="1282"/>
                      </a:lnTo>
                      <a:lnTo>
                        <a:pt x="736" y="1281"/>
                      </a:lnTo>
                      <a:lnTo>
                        <a:pt x="737" y="1281"/>
                      </a:lnTo>
                      <a:lnTo>
                        <a:pt x="739" y="1281"/>
                      </a:lnTo>
                      <a:lnTo>
                        <a:pt x="740" y="1281"/>
                      </a:lnTo>
                      <a:lnTo>
                        <a:pt x="742" y="1281"/>
                      </a:lnTo>
                      <a:lnTo>
                        <a:pt x="743" y="1281"/>
                      </a:lnTo>
                      <a:lnTo>
                        <a:pt x="744" y="1281"/>
                      </a:lnTo>
                      <a:lnTo>
                        <a:pt x="746" y="1281"/>
                      </a:lnTo>
                      <a:lnTo>
                        <a:pt x="747" y="1281"/>
                      </a:lnTo>
                      <a:lnTo>
                        <a:pt x="749" y="1280"/>
                      </a:lnTo>
                      <a:lnTo>
                        <a:pt x="750" y="1280"/>
                      </a:lnTo>
                      <a:lnTo>
                        <a:pt x="751" y="1280"/>
                      </a:lnTo>
                      <a:lnTo>
                        <a:pt x="753" y="1280"/>
                      </a:lnTo>
                      <a:lnTo>
                        <a:pt x="754" y="1280"/>
                      </a:lnTo>
                      <a:lnTo>
                        <a:pt x="756" y="1280"/>
                      </a:lnTo>
                      <a:lnTo>
                        <a:pt x="757" y="1280"/>
                      </a:lnTo>
                      <a:lnTo>
                        <a:pt x="758" y="1280"/>
                      </a:lnTo>
                      <a:lnTo>
                        <a:pt x="760" y="1280"/>
                      </a:lnTo>
                      <a:lnTo>
                        <a:pt x="761" y="1280"/>
                      </a:lnTo>
                      <a:lnTo>
                        <a:pt x="763" y="1279"/>
                      </a:lnTo>
                      <a:lnTo>
                        <a:pt x="764" y="1279"/>
                      </a:lnTo>
                      <a:lnTo>
                        <a:pt x="765" y="1279"/>
                      </a:lnTo>
                      <a:lnTo>
                        <a:pt x="767" y="1279"/>
                      </a:lnTo>
                      <a:lnTo>
                        <a:pt x="768" y="1279"/>
                      </a:lnTo>
                      <a:lnTo>
                        <a:pt x="770" y="1279"/>
                      </a:lnTo>
                      <a:lnTo>
                        <a:pt x="771" y="1279"/>
                      </a:lnTo>
                      <a:lnTo>
                        <a:pt x="772" y="1279"/>
                      </a:lnTo>
                      <a:lnTo>
                        <a:pt x="774" y="1279"/>
                      </a:lnTo>
                      <a:lnTo>
                        <a:pt x="775" y="1279"/>
                      </a:lnTo>
                      <a:lnTo>
                        <a:pt x="777" y="1278"/>
                      </a:lnTo>
                      <a:lnTo>
                        <a:pt x="778" y="1278"/>
                      </a:lnTo>
                      <a:lnTo>
                        <a:pt x="779" y="1278"/>
                      </a:lnTo>
                      <a:lnTo>
                        <a:pt x="781" y="1278"/>
                      </a:lnTo>
                      <a:lnTo>
                        <a:pt x="782" y="1278"/>
                      </a:lnTo>
                      <a:lnTo>
                        <a:pt x="784" y="1278"/>
                      </a:lnTo>
                      <a:lnTo>
                        <a:pt x="785" y="1278"/>
                      </a:lnTo>
                      <a:lnTo>
                        <a:pt x="786" y="1278"/>
                      </a:lnTo>
                      <a:lnTo>
                        <a:pt x="788" y="1278"/>
                      </a:lnTo>
                      <a:lnTo>
                        <a:pt x="789" y="1278"/>
                      </a:lnTo>
                      <a:lnTo>
                        <a:pt x="791" y="1278"/>
                      </a:lnTo>
                      <a:lnTo>
                        <a:pt x="792" y="1277"/>
                      </a:lnTo>
                      <a:lnTo>
                        <a:pt x="794" y="1277"/>
                      </a:lnTo>
                      <a:lnTo>
                        <a:pt x="795" y="1277"/>
                      </a:lnTo>
                      <a:lnTo>
                        <a:pt x="796" y="1277"/>
                      </a:lnTo>
                      <a:lnTo>
                        <a:pt x="798" y="1277"/>
                      </a:lnTo>
                      <a:lnTo>
                        <a:pt x="799" y="1277"/>
                      </a:lnTo>
                      <a:lnTo>
                        <a:pt x="801" y="1277"/>
                      </a:lnTo>
                      <a:lnTo>
                        <a:pt x="802" y="1277"/>
                      </a:lnTo>
                      <a:lnTo>
                        <a:pt x="803" y="1277"/>
                      </a:lnTo>
                      <a:lnTo>
                        <a:pt x="805" y="1277"/>
                      </a:lnTo>
                      <a:lnTo>
                        <a:pt x="806" y="1277"/>
                      </a:lnTo>
                      <a:lnTo>
                        <a:pt x="808" y="1277"/>
                      </a:lnTo>
                      <a:lnTo>
                        <a:pt x="809" y="1276"/>
                      </a:lnTo>
                      <a:lnTo>
                        <a:pt x="810" y="1276"/>
                      </a:lnTo>
                      <a:lnTo>
                        <a:pt x="812" y="1276"/>
                      </a:lnTo>
                      <a:lnTo>
                        <a:pt x="813" y="1276"/>
                      </a:lnTo>
                      <a:lnTo>
                        <a:pt x="815" y="1276"/>
                      </a:lnTo>
                      <a:lnTo>
                        <a:pt x="816" y="1276"/>
                      </a:lnTo>
                      <a:lnTo>
                        <a:pt x="817" y="1276"/>
                      </a:lnTo>
                      <a:lnTo>
                        <a:pt x="819" y="1276"/>
                      </a:lnTo>
                      <a:lnTo>
                        <a:pt x="820" y="1276"/>
                      </a:lnTo>
                      <a:lnTo>
                        <a:pt x="822" y="1276"/>
                      </a:lnTo>
                      <a:lnTo>
                        <a:pt x="823" y="1276"/>
                      </a:lnTo>
                      <a:lnTo>
                        <a:pt x="824" y="1276"/>
                      </a:lnTo>
                      <a:lnTo>
                        <a:pt x="826" y="1276"/>
                      </a:lnTo>
                      <a:lnTo>
                        <a:pt x="827" y="1276"/>
                      </a:lnTo>
                      <a:lnTo>
                        <a:pt x="829" y="1275"/>
                      </a:lnTo>
                      <a:lnTo>
                        <a:pt x="830" y="1275"/>
                      </a:lnTo>
                      <a:lnTo>
                        <a:pt x="831" y="1275"/>
                      </a:lnTo>
                      <a:lnTo>
                        <a:pt x="833" y="1275"/>
                      </a:lnTo>
                      <a:lnTo>
                        <a:pt x="834" y="1275"/>
                      </a:lnTo>
                      <a:lnTo>
                        <a:pt x="836" y="1275"/>
                      </a:lnTo>
                      <a:lnTo>
                        <a:pt x="837" y="1275"/>
                      </a:lnTo>
                      <a:lnTo>
                        <a:pt x="838" y="1275"/>
                      </a:lnTo>
                      <a:lnTo>
                        <a:pt x="840" y="1275"/>
                      </a:lnTo>
                      <a:lnTo>
                        <a:pt x="841" y="1275"/>
                      </a:lnTo>
                      <a:lnTo>
                        <a:pt x="843" y="1275"/>
                      </a:lnTo>
                      <a:lnTo>
                        <a:pt x="844" y="1275"/>
                      </a:lnTo>
                      <a:lnTo>
                        <a:pt x="845" y="1275"/>
                      </a:lnTo>
                      <a:lnTo>
                        <a:pt x="847" y="1275"/>
                      </a:lnTo>
                      <a:lnTo>
                        <a:pt x="848" y="1274"/>
                      </a:lnTo>
                      <a:lnTo>
                        <a:pt x="850" y="1274"/>
                      </a:lnTo>
                      <a:lnTo>
                        <a:pt x="851" y="1274"/>
                      </a:lnTo>
                      <a:lnTo>
                        <a:pt x="852" y="1274"/>
                      </a:lnTo>
                      <a:lnTo>
                        <a:pt x="854" y="1274"/>
                      </a:lnTo>
                      <a:lnTo>
                        <a:pt x="855" y="1274"/>
                      </a:lnTo>
                      <a:lnTo>
                        <a:pt x="857" y="1274"/>
                      </a:lnTo>
                      <a:lnTo>
                        <a:pt x="858" y="1274"/>
                      </a:lnTo>
                      <a:lnTo>
                        <a:pt x="860" y="1274"/>
                      </a:lnTo>
                      <a:lnTo>
                        <a:pt x="861" y="1274"/>
                      </a:lnTo>
                      <a:lnTo>
                        <a:pt x="862" y="1274"/>
                      </a:lnTo>
                      <a:lnTo>
                        <a:pt x="864" y="1274"/>
                      </a:lnTo>
                      <a:lnTo>
                        <a:pt x="865" y="1274"/>
                      </a:lnTo>
                      <a:lnTo>
                        <a:pt x="867" y="1274"/>
                      </a:lnTo>
                      <a:lnTo>
                        <a:pt x="868" y="1274"/>
                      </a:lnTo>
                      <a:lnTo>
                        <a:pt x="869" y="1274"/>
                      </a:lnTo>
                      <a:lnTo>
                        <a:pt x="871" y="1273"/>
                      </a:lnTo>
                      <a:lnTo>
                        <a:pt x="872" y="1273"/>
                      </a:lnTo>
                      <a:lnTo>
                        <a:pt x="874" y="1273"/>
                      </a:lnTo>
                      <a:lnTo>
                        <a:pt x="875" y="1273"/>
                      </a:lnTo>
                      <a:lnTo>
                        <a:pt x="876" y="1273"/>
                      </a:lnTo>
                      <a:lnTo>
                        <a:pt x="878" y="1273"/>
                      </a:lnTo>
                      <a:lnTo>
                        <a:pt x="879" y="1273"/>
                      </a:lnTo>
                      <a:lnTo>
                        <a:pt x="881" y="1273"/>
                      </a:lnTo>
                      <a:lnTo>
                        <a:pt x="882" y="1273"/>
                      </a:lnTo>
                      <a:lnTo>
                        <a:pt x="883" y="1273"/>
                      </a:lnTo>
                      <a:lnTo>
                        <a:pt x="885" y="1273"/>
                      </a:lnTo>
                      <a:lnTo>
                        <a:pt x="886" y="1273"/>
                      </a:lnTo>
                      <a:lnTo>
                        <a:pt x="888" y="1273"/>
                      </a:lnTo>
                      <a:lnTo>
                        <a:pt x="889" y="1273"/>
                      </a:lnTo>
                      <a:lnTo>
                        <a:pt x="890" y="1273"/>
                      </a:lnTo>
                      <a:lnTo>
                        <a:pt x="892" y="1273"/>
                      </a:lnTo>
                      <a:lnTo>
                        <a:pt x="893" y="1273"/>
                      </a:lnTo>
                      <a:lnTo>
                        <a:pt x="895" y="1273"/>
                      </a:lnTo>
                      <a:lnTo>
                        <a:pt x="896" y="1273"/>
                      </a:lnTo>
                      <a:lnTo>
                        <a:pt x="897" y="1272"/>
                      </a:lnTo>
                      <a:lnTo>
                        <a:pt x="899" y="1272"/>
                      </a:lnTo>
                      <a:lnTo>
                        <a:pt x="900" y="1272"/>
                      </a:lnTo>
                      <a:lnTo>
                        <a:pt x="902" y="1272"/>
                      </a:lnTo>
                      <a:lnTo>
                        <a:pt x="903" y="1272"/>
                      </a:lnTo>
                      <a:lnTo>
                        <a:pt x="904" y="1272"/>
                      </a:lnTo>
                      <a:lnTo>
                        <a:pt x="906" y="1272"/>
                      </a:lnTo>
                      <a:lnTo>
                        <a:pt x="907" y="1272"/>
                      </a:lnTo>
                      <a:lnTo>
                        <a:pt x="909" y="1272"/>
                      </a:lnTo>
                      <a:lnTo>
                        <a:pt x="910" y="1272"/>
                      </a:lnTo>
                      <a:lnTo>
                        <a:pt x="911" y="1272"/>
                      </a:lnTo>
                      <a:lnTo>
                        <a:pt x="913" y="1272"/>
                      </a:lnTo>
                      <a:lnTo>
                        <a:pt x="914" y="1272"/>
                      </a:lnTo>
                      <a:lnTo>
                        <a:pt x="916" y="1272"/>
                      </a:lnTo>
                      <a:lnTo>
                        <a:pt x="917" y="1272"/>
                      </a:lnTo>
                      <a:lnTo>
                        <a:pt x="919" y="1272"/>
                      </a:lnTo>
                      <a:lnTo>
                        <a:pt x="920" y="1272"/>
                      </a:lnTo>
                      <a:lnTo>
                        <a:pt x="921" y="1272"/>
                      </a:lnTo>
                      <a:lnTo>
                        <a:pt x="923" y="1272"/>
                      </a:lnTo>
                      <a:lnTo>
                        <a:pt x="924" y="1272"/>
                      </a:lnTo>
                      <a:lnTo>
                        <a:pt x="926" y="1271"/>
                      </a:lnTo>
                      <a:lnTo>
                        <a:pt x="927" y="1271"/>
                      </a:lnTo>
                      <a:lnTo>
                        <a:pt x="928" y="1271"/>
                      </a:lnTo>
                      <a:lnTo>
                        <a:pt x="930" y="1271"/>
                      </a:lnTo>
                      <a:lnTo>
                        <a:pt x="931" y="1271"/>
                      </a:lnTo>
                      <a:lnTo>
                        <a:pt x="933" y="1271"/>
                      </a:lnTo>
                      <a:lnTo>
                        <a:pt x="934" y="1271"/>
                      </a:lnTo>
                      <a:lnTo>
                        <a:pt x="935" y="1271"/>
                      </a:lnTo>
                      <a:lnTo>
                        <a:pt x="937" y="1271"/>
                      </a:lnTo>
                      <a:lnTo>
                        <a:pt x="938" y="1271"/>
                      </a:lnTo>
                      <a:lnTo>
                        <a:pt x="940" y="1271"/>
                      </a:lnTo>
                      <a:lnTo>
                        <a:pt x="941" y="1271"/>
                      </a:lnTo>
                      <a:lnTo>
                        <a:pt x="942" y="1271"/>
                      </a:lnTo>
                      <a:lnTo>
                        <a:pt x="944" y="1271"/>
                      </a:lnTo>
                      <a:lnTo>
                        <a:pt x="945" y="1271"/>
                      </a:lnTo>
                      <a:lnTo>
                        <a:pt x="947" y="1271"/>
                      </a:lnTo>
                      <a:lnTo>
                        <a:pt x="948" y="1271"/>
                      </a:lnTo>
                      <a:lnTo>
                        <a:pt x="949" y="1271"/>
                      </a:lnTo>
                      <a:lnTo>
                        <a:pt x="951" y="1271"/>
                      </a:lnTo>
                      <a:lnTo>
                        <a:pt x="952" y="1271"/>
                      </a:lnTo>
                      <a:lnTo>
                        <a:pt x="954" y="1271"/>
                      </a:lnTo>
                      <a:lnTo>
                        <a:pt x="955" y="1271"/>
                      </a:lnTo>
                      <a:lnTo>
                        <a:pt x="956" y="1271"/>
                      </a:lnTo>
                      <a:lnTo>
                        <a:pt x="958" y="1271"/>
                      </a:lnTo>
                      <a:lnTo>
                        <a:pt x="959" y="1270"/>
                      </a:lnTo>
                      <a:lnTo>
                        <a:pt x="961" y="1270"/>
                      </a:lnTo>
                      <a:lnTo>
                        <a:pt x="962" y="1270"/>
                      </a:lnTo>
                      <a:lnTo>
                        <a:pt x="963" y="1270"/>
                      </a:lnTo>
                      <a:lnTo>
                        <a:pt x="965" y="1270"/>
                      </a:lnTo>
                      <a:lnTo>
                        <a:pt x="966" y="1270"/>
                      </a:lnTo>
                      <a:lnTo>
                        <a:pt x="968" y="1270"/>
                      </a:lnTo>
                      <a:lnTo>
                        <a:pt x="969" y="1270"/>
                      </a:lnTo>
                      <a:lnTo>
                        <a:pt x="970" y="1270"/>
                      </a:lnTo>
                      <a:lnTo>
                        <a:pt x="972" y="1270"/>
                      </a:lnTo>
                      <a:lnTo>
                        <a:pt x="973" y="1270"/>
                      </a:lnTo>
                      <a:lnTo>
                        <a:pt x="975" y="1270"/>
                      </a:lnTo>
                      <a:lnTo>
                        <a:pt x="976" y="1270"/>
                      </a:lnTo>
                      <a:lnTo>
                        <a:pt x="977" y="1270"/>
                      </a:lnTo>
                      <a:lnTo>
                        <a:pt x="979" y="1270"/>
                      </a:lnTo>
                      <a:lnTo>
                        <a:pt x="980" y="1270"/>
                      </a:lnTo>
                      <a:lnTo>
                        <a:pt x="982" y="1270"/>
                      </a:lnTo>
                      <a:lnTo>
                        <a:pt x="983" y="1270"/>
                      </a:lnTo>
                      <a:lnTo>
                        <a:pt x="985" y="1270"/>
                      </a:lnTo>
                      <a:lnTo>
                        <a:pt x="986" y="1270"/>
                      </a:lnTo>
                      <a:lnTo>
                        <a:pt x="987" y="1270"/>
                      </a:lnTo>
                      <a:lnTo>
                        <a:pt x="989" y="1270"/>
                      </a:lnTo>
                      <a:lnTo>
                        <a:pt x="990" y="1270"/>
                      </a:lnTo>
                      <a:lnTo>
                        <a:pt x="992" y="1270"/>
                      </a:lnTo>
                      <a:lnTo>
                        <a:pt x="993" y="1270"/>
                      </a:lnTo>
                      <a:lnTo>
                        <a:pt x="994" y="1270"/>
                      </a:lnTo>
                      <a:lnTo>
                        <a:pt x="996" y="1270"/>
                      </a:lnTo>
                      <a:lnTo>
                        <a:pt x="997" y="1270"/>
                      </a:lnTo>
                      <a:lnTo>
                        <a:pt x="999" y="1270"/>
                      </a:lnTo>
                      <a:lnTo>
                        <a:pt x="1000" y="1270"/>
                      </a:lnTo>
                      <a:lnTo>
                        <a:pt x="1001" y="1269"/>
                      </a:lnTo>
                      <a:lnTo>
                        <a:pt x="1003" y="1269"/>
                      </a:lnTo>
                      <a:lnTo>
                        <a:pt x="1004" y="1269"/>
                      </a:lnTo>
                      <a:lnTo>
                        <a:pt x="1006" y="1269"/>
                      </a:lnTo>
                      <a:lnTo>
                        <a:pt x="1007" y="1269"/>
                      </a:lnTo>
                      <a:lnTo>
                        <a:pt x="1008" y="1269"/>
                      </a:lnTo>
                      <a:lnTo>
                        <a:pt x="1010" y="1269"/>
                      </a:lnTo>
                      <a:lnTo>
                        <a:pt x="1011" y="1269"/>
                      </a:lnTo>
                      <a:lnTo>
                        <a:pt x="1013" y="1269"/>
                      </a:lnTo>
                      <a:lnTo>
                        <a:pt x="1014" y="1269"/>
                      </a:lnTo>
                      <a:lnTo>
                        <a:pt x="1015" y="1269"/>
                      </a:lnTo>
                      <a:lnTo>
                        <a:pt x="1017" y="1269"/>
                      </a:lnTo>
                      <a:lnTo>
                        <a:pt x="1018" y="1269"/>
                      </a:lnTo>
                      <a:lnTo>
                        <a:pt x="1020" y="1269"/>
                      </a:lnTo>
                      <a:lnTo>
                        <a:pt x="1021" y="1269"/>
                      </a:lnTo>
                      <a:lnTo>
                        <a:pt x="1022" y="1269"/>
                      </a:lnTo>
                      <a:lnTo>
                        <a:pt x="1024" y="1269"/>
                      </a:lnTo>
                      <a:lnTo>
                        <a:pt x="1025" y="1269"/>
                      </a:lnTo>
                      <a:lnTo>
                        <a:pt x="1027" y="1269"/>
                      </a:lnTo>
                      <a:lnTo>
                        <a:pt x="1028" y="1269"/>
                      </a:lnTo>
                      <a:lnTo>
                        <a:pt x="1029" y="1269"/>
                      </a:lnTo>
                      <a:lnTo>
                        <a:pt x="1031" y="1269"/>
                      </a:lnTo>
                      <a:lnTo>
                        <a:pt x="1032" y="1269"/>
                      </a:lnTo>
                      <a:lnTo>
                        <a:pt x="1034" y="1269"/>
                      </a:lnTo>
                      <a:lnTo>
                        <a:pt x="1035" y="1269"/>
                      </a:lnTo>
                      <a:lnTo>
                        <a:pt x="1036" y="1269"/>
                      </a:lnTo>
                      <a:lnTo>
                        <a:pt x="1038" y="1269"/>
                      </a:lnTo>
                      <a:lnTo>
                        <a:pt x="1039" y="1269"/>
                      </a:lnTo>
                      <a:lnTo>
                        <a:pt x="1041" y="1269"/>
                      </a:lnTo>
                      <a:lnTo>
                        <a:pt x="1042" y="1269"/>
                      </a:lnTo>
                      <a:lnTo>
                        <a:pt x="1043" y="1269"/>
                      </a:lnTo>
                      <a:lnTo>
                        <a:pt x="1045" y="1269"/>
                      </a:lnTo>
                      <a:lnTo>
                        <a:pt x="1046" y="1269"/>
                      </a:lnTo>
                      <a:lnTo>
                        <a:pt x="1048" y="1269"/>
                      </a:lnTo>
                      <a:lnTo>
                        <a:pt x="1049" y="1269"/>
                      </a:lnTo>
                      <a:lnTo>
                        <a:pt x="1051" y="1269"/>
                      </a:lnTo>
                      <a:lnTo>
                        <a:pt x="1052" y="1269"/>
                      </a:lnTo>
                      <a:lnTo>
                        <a:pt x="1053" y="1269"/>
                      </a:lnTo>
                      <a:lnTo>
                        <a:pt x="1055" y="1269"/>
                      </a:lnTo>
                      <a:lnTo>
                        <a:pt x="1056" y="1269"/>
                      </a:lnTo>
                      <a:lnTo>
                        <a:pt x="1058" y="1269"/>
                      </a:lnTo>
                      <a:lnTo>
                        <a:pt x="1059" y="1268"/>
                      </a:lnTo>
                      <a:lnTo>
                        <a:pt x="1060" y="1268"/>
                      </a:lnTo>
                      <a:lnTo>
                        <a:pt x="1062" y="1268"/>
                      </a:lnTo>
                      <a:lnTo>
                        <a:pt x="1063" y="1268"/>
                      </a:lnTo>
                      <a:lnTo>
                        <a:pt x="1065" y="1268"/>
                      </a:lnTo>
                      <a:lnTo>
                        <a:pt x="1066" y="1268"/>
                      </a:lnTo>
                      <a:lnTo>
                        <a:pt x="1067" y="1268"/>
                      </a:lnTo>
                      <a:lnTo>
                        <a:pt x="1069" y="1268"/>
                      </a:lnTo>
                      <a:lnTo>
                        <a:pt x="1070" y="1268"/>
                      </a:lnTo>
                      <a:lnTo>
                        <a:pt x="1072" y="1268"/>
                      </a:lnTo>
                      <a:lnTo>
                        <a:pt x="1073" y="1268"/>
                      </a:lnTo>
                      <a:lnTo>
                        <a:pt x="1074" y="1268"/>
                      </a:lnTo>
                      <a:lnTo>
                        <a:pt x="1076" y="1268"/>
                      </a:lnTo>
                      <a:lnTo>
                        <a:pt x="1077" y="1268"/>
                      </a:lnTo>
                      <a:lnTo>
                        <a:pt x="1079" y="1268"/>
                      </a:lnTo>
                      <a:lnTo>
                        <a:pt x="1080" y="1268"/>
                      </a:lnTo>
                      <a:lnTo>
                        <a:pt x="1081" y="1268"/>
                      </a:lnTo>
                      <a:lnTo>
                        <a:pt x="1083" y="1268"/>
                      </a:lnTo>
                      <a:lnTo>
                        <a:pt x="1084" y="1268"/>
                      </a:lnTo>
                      <a:lnTo>
                        <a:pt x="1086" y="1268"/>
                      </a:lnTo>
                      <a:lnTo>
                        <a:pt x="1087" y="1268"/>
                      </a:lnTo>
                      <a:lnTo>
                        <a:pt x="1088" y="1268"/>
                      </a:lnTo>
                      <a:lnTo>
                        <a:pt x="1090" y="1268"/>
                      </a:lnTo>
                      <a:lnTo>
                        <a:pt x="1091" y="1268"/>
                      </a:lnTo>
                      <a:lnTo>
                        <a:pt x="1093" y="1268"/>
                      </a:lnTo>
                      <a:lnTo>
                        <a:pt x="1094" y="1268"/>
                      </a:lnTo>
                      <a:lnTo>
                        <a:pt x="1095" y="1268"/>
                      </a:lnTo>
                      <a:lnTo>
                        <a:pt x="1097" y="1268"/>
                      </a:lnTo>
                      <a:lnTo>
                        <a:pt x="1098" y="1268"/>
                      </a:lnTo>
                      <a:lnTo>
                        <a:pt x="1100" y="1268"/>
                      </a:lnTo>
                      <a:lnTo>
                        <a:pt x="1101" y="1268"/>
                      </a:lnTo>
                      <a:lnTo>
                        <a:pt x="1102" y="1268"/>
                      </a:lnTo>
                      <a:lnTo>
                        <a:pt x="1104" y="1268"/>
                      </a:lnTo>
                      <a:lnTo>
                        <a:pt x="1105" y="1268"/>
                      </a:lnTo>
                      <a:lnTo>
                        <a:pt x="1107" y="1268"/>
                      </a:lnTo>
                      <a:lnTo>
                        <a:pt x="1108" y="1268"/>
                      </a:lnTo>
                      <a:lnTo>
                        <a:pt x="1110" y="1268"/>
                      </a:lnTo>
                      <a:lnTo>
                        <a:pt x="1111" y="1268"/>
                      </a:lnTo>
                      <a:lnTo>
                        <a:pt x="1112" y="1268"/>
                      </a:lnTo>
                      <a:lnTo>
                        <a:pt x="1114" y="1268"/>
                      </a:lnTo>
                      <a:lnTo>
                        <a:pt x="1115" y="1268"/>
                      </a:lnTo>
                      <a:lnTo>
                        <a:pt x="1117" y="1268"/>
                      </a:lnTo>
                      <a:lnTo>
                        <a:pt x="1118" y="1268"/>
                      </a:lnTo>
                      <a:lnTo>
                        <a:pt x="1119" y="1268"/>
                      </a:lnTo>
                      <a:lnTo>
                        <a:pt x="1121" y="1268"/>
                      </a:lnTo>
                      <a:lnTo>
                        <a:pt x="1122" y="1268"/>
                      </a:lnTo>
                      <a:lnTo>
                        <a:pt x="1124" y="1267"/>
                      </a:lnTo>
                      <a:lnTo>
                        <a:pt x="1125" y="1267"/>
                      </a:lnTo>
                      <a:lnTo>
                        <a:pt x="1126" y="1267"/>
                      </a:lnTo>
                      <a:lnTo>
                        <a:pt x="1128" y="1267"/>
                      </a:lnTo>
                      <a:lnTo>
                        <a:pt x="1129" y="1267"/>
                      </a:lnTo>
                      <a:lnTo>
                        <a:pt x="1131" y="1267"/>
                      </a:lnTo>
                      <a:lnTo>
                        <a:pt x="1132" y="1267"/>
                      </a:lnTo>
                      <a:lnTo>
                        <a:pt x="1133" y="1267"/>
                      </a:lnTo>
                      <a:lnTo>
                        <a:pt x="1135" y="1267"/>
                      </a:lnTo>
                      <a:lnTo>
                        <a:pt x="1136" y="1267"/>
                      </a:lnTo>
                      <a:lnTo>
                        <a:pt x="1138" y="1267"/>
                      </a:lnTo>
                      <a:lnTo>
                        <a:pt x="1139" y="1267"/>
                      </a:lnTo>
                      <a:lnTo>
                        <a:pt x="1140" y="1267"/>
                      </a:lnTo>
                      <a:lnTo>
                        <a:pt x="1142" y="1267"/>
                      </a:lnTo>
                      <a:lnTo>
                        <a:pt x="1143" y="1267"/>
                      </a:lnTo>
                      <a:lnTo>
                        <a:pt x="1145" y="1267"/>
                      </a:lnTo>
                      <a:lnTo>
                        <a:pt x="1146" y="1267"/>
                      </a:lnTo>
                      <a:lnTo>
                        <a:pt x="1147" y="1267"/>
                      </a:lnTo>
                      <a:lnTo>
                        <a:pt x="1149" y="1267"/>
                      </a:lnTo>
                      <a:lnTo>
                        <a:pt x="1150" y="1267"/>
                      </a:lnTo>
                      <a:lnTo>
                        <a:pt x="1152" y="1267"/>
                      </a:lnTo>
                      <a:lnTo>
                        <a:pt x="1153" y="1267"/>
                      </a:lnTo>
                      <a:lnTo>
                        <a:pt x="1154" y="1267"/>
                      </a:lnTo>
                      <a:lnTo>
                        <a:pt x="1156" y="1267"/>
                      </a:lnTo>
                      <a:lnTo>
                        <a:pt x="1157" y="1267"/>
                      </a:lnTo>
                      <a:lnTo>
                        <a:pt x="1159" y="1267"/>
                      </a:lnTo>
                      <a:lnTo>
                        <a:pt x="1160" y="1267"/>
                      </a:lnTo>
                      <a:lnTo>
                        <a:pt x="1161" y="1267"/>
                      </a:lnTo>
                      <a:lnTo>
                        <a:pt x="1163" y="1267"/>
                      </a:lnTo>
                      <a:lnTo>
                        <a:pt x="1164" y="1267"/>
                      </a:lnTo>
                      <a:lnTo>
                        <a:pt x="1166" y="1267"/>
                      </a:lnTo>
                      <a:lnTo>
                        <a:pt x="1167" y="1267"/>
                      </a:lnTo>
                      <a:lnTo>
                        <a:pt x="1168" y="1267"/>
                      </a:lnTo>
                      <a:lnTo>
                        <a:pt x="1170" y="1267"/>
                      </a:lnTo>
                      <a:lnTo>
                        <a:pt x="1171" y="1267"/>
                      </a:lnTo>
                      <a:lnTo>
                        <a:pt x="1173" y="1267"/>
                      </a:lnTo>
                      <a:lnTo>
                        <a:pt x="1174" y="1267"/>
                      </a:lnTo>
                      <a:lnTo>
                        <a:pt x="1176" y="1267"/>
                      </a:lnTo>
                      <a:lnTo>
                        <a:pt x="1177" y="1267"/>
                      </a:lnTo>
                      <a:lnTo>
                        <a:pt x="1178" y="1267"/>
                      </a:lnTo>
                      <a:lnTo>
                        <a:pt x="1180" y="1267"/>
                      </a:lnTo>
                      <a:lnTo>
                        <a:pt x="1181" y="1267"/>
                      </a:lnTo>
                      <a:lnTo>
                        <a:pt x="1183" y="1267"/>
                      </a:lnTo>
                      <a:lnTo>
                        <a:pt x="1184" y="1267"/>
                      </a:lnTo>
                      <a:lnTo>
                        <a:pt x="1185" y="1267"/>
                      </a:lnTo>
                      <a:lnTo>
                        <a:pt x="1187" y="1267"/>
                      </a:lnTo>
                      <a:lnTo>
                        <a:pt x="1188" y="1267"/>
                      </a:lnTo>
                      <a:lnTo>
                        <a:pt x="1190" y="1267"/>
                      </a:lnTo>
                      <a:lnTo>
                        <a:pt x="1191" y="1267"/>
                      </a:lnTo>
                      <a:lnTo>
                        <a:pt x="1192" y="1267"/>
                      </a:lnTo>
                      <a:lnTo>
                        <a:pt x="1194" y="1267"/>
                      </a:lnTo>
                      <a:lnTo>
                        <a:pt x="1195" y="1267"/>
                      </a:lnTo>
                      <a:lnTo>
                        <a:pt x="1197" y="1267"/>
                      </a:lnTo>
                      <a:lnTo>
                        <a:pt x="1198" y="1267"/>
                      </a:lnTo>
                      <a:lnTo>
                        <a:pt x="1199" y="1267"/>
                      </a:lnTo>
                      <a:lnTo>
                        <a:pt x="1201" y="1267"/>
                      </a:lnTo>
                      <a:lnTo>
                        <a:pt x="1202" y="1267"/>
                      </a:lnTo>
                      <a:lnTo>
                        <a:pt x="1204" y="1267"/>
                      </a:lnTo>
                      <a:lnTo>
                        <a:pt x="1205" y="1267"/>
                      </a:lnTo>
                      <a:lnTo>
                        <a:pt x="1206" y="1267"/>
                      </a:lnTo>
                      <a:lnTo>
                        <a:pt x="1208" y="1267"/>
                      </a:lnTo>
                      <a:lnTo>
                        <a:pt x="1209" y="1267"/>
                      </a:lnTo>
                      <a:lnTo>
                        <a:pt x="1211" y="1267"/>
                      </a:lnTo>
                      <a:lnTo>
                        <a:pt x="1212" y="1267"/>
                      </a:lnTo>
                      <a:lnTo>
                        <a:pt x="1213" y="1267"/>
                      </a:lnTo>
                      <a:lnTo>
                        <a:pt x="1215" y="1267"/>
                      </a:lnTo>
                      <a:lnTo>
                        <a:pt x="1216" y="1267"/>
                      </a:lnTo>
                      <a:lnTo>
                        <a:pt x="1218" y="1267"/>
                      </a:lnTo>
                      <a:lnTo>
                        <a:pt x="1219" y="1267"/>
                      </a:lnTo>
                      <a:lnTo>
                        <a:pt x="1220" y="1267"/>
                      </a:lnTo>
                      <a:lnTo>
                        <a:pt x="1222" y="1267"/>
                      </a:lnTo>
                      <a:lnTo>
                        <a:pt x="1223" y="1267"/>
                      </a:lnTo>
                      <a:lnTo>
                        <a:pt x="1225" y="1267"/>
                      </a:lnTo>
                      <a:lnTo>
                        <a:pt x="1226" y="1267"/>
                      </a:lnTo>
                      <a:lnTo>
                        <a:pt x="1227" y="1267"/>
                      </a:lnTo>
                      <a:lnTo>
                        <a:pt x="1229" y="1267"/>
                      </a:lnTo>
                      <a:lnTo>
                        <a:pt x="1230" y="1267"/>
                      </a:lnTo>
                      <a:lnTo>
                        <a:pt x="1232" y="1267"/>
                      </a:lnTo>
                      <a:lnTo>
                        <a:pt x="1233" y="1267"/>
                      </a:lnTo>
                      <a:lnTo>
                        <a:pt x="1235" y="1267"/>
                      </a:lnTo>
                      <a:lnTo>
                        <a:pt x="1236" y="1267"/>
                      </a:lnTo>
                      <a:lnTo>
                        <a:pt x="1237" y="1267"/>
                      </a:lnTo>
                      <a:lnTo>
                        <a:pt x="1239" y="1267"/>
                      </a:lnTo>
                      <a:lnTo>
                        <a:pt x="1240" y="1267"/>
                      </a:lnTo>
                      <a:lnTo>
                        <a:pt x="1242" y="1267"/>
                      </a:lnTo>
                      <a:lnTo>
                        <a:pt x="1243" y="1267"/>
                      </a:lnTo>
                      <a:lnTo>
                        <a:pt x="1244" y="1267"/>
                      </a:lnTo>
                      <a:lnTo>
                        <a:pt x="1246" y="1267"/>
                      </a:lnTo>
                      <a:lnTo>
                        <a:pt x="1247" y="1267"/>
                      </a:lnTo>
                      <a:lnTo>
                        <a:pt x="1249" y="1267"/>
                      </a:lnTo>
                      <a:lnTo>
                        <a:pt x="1250" y="1267"/>
                      </a:lnTo>
                      <a:lnTo>
                        <a:pt x="1251" y="1267"/>
                      </a:lnTo>
                      <a:lnTo>
                        <a:pt x="1253" y="1267"/>
                      </a:lnTo>
                      <a:lnTo>
                        <a:pt x="1254" y="1267"/>
                      </a:lnTo>
                      <a:lnTo>
                        <a:pt x="1256" y="1267"/>
                      </a:lnTo>
                      <a:lnTo>
                        <a:pt x="1257" y="1267"/>
                      </a:lnTo>
                      <a:lnTo>
                        <a:pt x="1258" y="1267"/>
                      </a:lnTo>
                      <a:lnTo>
                        <a:pt x="1260" y="1267"/>
                      </a:lnTo>
                      <a:lnTo>
                        <a:pt x="1261" y="1267"/>
                      </a:lnTo>
                      <a:lnTo>
                        <a:pt x="1263" y="1267"/>
                      </a:lnTo>
                      <a:lnTo>
                        <a:pt x="1264" y="1267"/>
                      </a:lnTo>
                      <a:lnTo>
                        <a:pt x="1265" y="1267"/>
                      </a:lnTo>
                      <a:lnTo>
                        <a:pt x="1267" y="1267"/>
                      </a:lnTo>
                      <a:lnTo>
                        <a:pt x="1268" y="1267"/>
                      </a:lnTo>
                      <a:lnTo>
                        <a:pt x="1270" y="1266"/>
                      </a:lnTo>
                      <a:lnTo>
                        <a:pt x="1271" y="1266"/>
                      </a:lnTo>
                      <a:lnTo>
                        <a:pt x="1272" y="1266"/>
                      </a:lnTo>
                      <a:lnTo>
                        <a:pt x="1274" y="1266"/>
                      </a:lnTo>
                      <a:lnTo>
                        <a:pt x="1275" y="1266"/>
                      </a:lnTo>
                      <a:lnTo>
                        <a:pt x="1277" y="1266"/>
                      </a:lnTo>
                      <a:lnTo>
                        <a:pt x="1278" y="1266"/>
                      </a:lnTo>
                      <a:lnTo>
                        <a:pt x="1279" y="1266"/>
                      </a:lnTo>
                      <a:lnTo>
                        <a:pt x="1281" y="1266"/>
                      </a:lnTo>
                      <a:lnTo>
                        <a:pt x="1282" y="1266"/>
                      </a:lnTo>
                      <a:lnTo>
                        <a:pt x="1284" y="1266"/>
                      </a:lnTo>
                      <a:lnTo>
                        <a:pt x="1285" y="1266"/>
                      </a:lnTo>
                      <a:lnTo>
                        <a:pt x="1286" y="1266"/>
                      </a:lnTo>
                      <a:lnTo>
                        <a:pt x="1288" y="1266"/>
                      </a:lnTo>
                      <a:lnTo>
                        <a:pt x="1289" y="1266"/>
                      </a:lnTo>
                      <a:lnTo>
                        <a:pt x="1291" y="1266"/>
                      </a:lnTo>
                      <a:lnTo>
                        <a:pt x="1292" y="1266"/>
                      </a:lnTo>
                      <a:lnTo>
                        <a:pt x="1293" y="1266"/>
                      </a:lnTo>
                      <a:lnTo>
                        <a:pt x="1295" y="1266"/>
                      </a:lnTo>
                      <a:lnTo>
                        <a:pt x="1296" y="1266"/>
                      </a:lnTo>
                      <a:lnTo>
                        <a:pt x="1298" y="1266"/>
                      </a:lnTo>
                      <a:lnTo>
                        <a:pt x="1299" y="1266"/>
                      </a:lnTo>
                      <a:lnTo>
                        <a:pt x="1301" y="1266"/>
                      </a:lnTo>
                      <a:lnTo>
                        <a:pt x="1302" y="1266"/>
                      </a:lnTo>
                      <a:lnTo>
                        <a:pt x="1303" y="1266"/>
                      </a:lnTo>
                      <a:lnTo>
                        <a:pt x="1305" y="1266"/>
                      </a:lnTo>
                      <a:lnTo>
                        <a:pt x="1306" y="1266"/>
                      </a:lnTo>
                      <a:lnTo>
                        <a:pt x="1308" y="1266"/>
                      </a:lnTo>
                      <a:lnTo>
                        <a:pt x="1309" y="1266"/>
                      </a:lnTo>
                      <a:lnTo>
                        <a:pt x="1310" y="1266"/>
                      </a:lnTo>
                      <a:lnTo>
                        <a:pt x="1312" y="1266"/>
                      </a:lnTo>
                      <a:lnTo>
                        <a:pt x="1313" y="1266"/>
                      </a:lnTo>
                      <a:lnTo>
                        <a:pt x="1315" y="1266"/>
                      </a:lnTo>
                      <a:lnTo>
                        <a:pt x="1316" y="1266"/>
                      </a:lnTo>
                      <a:lnTo>
                        <a:pt x="1317" y="1266"/>
                      </a:lnTo>
                      <a:lnTo>
                        <a:pt x="1319" y="1266"/>
                      </a:lnTo>
                      <a:lnTo>
                        <a:pt x="1320" y="1266"/>
                      </a:lnTo>
                      <a:lnTo>
                        <a:pt x="1322" y="1266"/>
                      </a:lnTo>
                      <a:lnTo>
                        <a:pt x="1323" y="1266"/>
                      </a:lnTo>
                      <a:lnTo>
                        <a:pt x="1324" y="1266"/>
                      </a:lnTo>
                      <a:lnTo>
                        <a:pt x="1326" y="1266"/>
                      </a:lnTo>
                      <a:lnTo>
                        <a:pt x="1327" y="1266"/>
                      </a:lnTo>
                      <a:lnTo>
                        <a:pt x="1329" y="1266"/>
                      </a:lnTo>
                      <a:lnTo>
                        <a:pt x="1330" y="1266"/>
                      </a:lnTo>
                      <a:lnTo>
                        <a:pt x="1331" y="1266"/>
                      </a:lnTo>
                      <a:lnTo>
                        <a:pt x="1333" y="1266"/>
                      </a:lnTo>
                      <a:lnTo>
                        <a:pt x="1334" y="1266"/>
                      </a:lnTo>
                      <a:lnTo>
                        <a:pt x="1336" y="1266"/>
                      </a:lnTo>
                      <a:lnTo>
                        <a:pt x="1337" y="1266"/>
                      </a:lnTo>
                      <a:lnTo>
                        <a:pt x="1338" y="1266"/>
                      </a:lnTo>
                      <a:lnTo>
                        <a:pt x="1340" y="1266"/>
                      </a:lnTo>
                      <a:lnTo>
                        <a:pt x="1341" y="1266"/>
                      </a:lnTo>
                      <a:lnTo>
                        <a:pt x="1343" y="1266"/>
                      </a:lnTo>
                      <a:lnTo>
                        <a:pt x="1344" y="1266"/>
                      </a:lnTo>
                      <a:lnTo>
                        <a:pt x="1345" y="1266"/>
                      </a:lnTo>
                      <a:lnTo>
                        <a:pt x="1347" y="1266"/>
                      </a:lnTo>
                      <a:lnTo>
                        <a:pt x="1348" y="1266"/>
                      </a:lnTo>
                      <a:lnTo>
                        <a:pt x="1350" y="1266"/>
                      </a:lnTo>
                      <a:lnTo>
                        <a:pt x="1351" y="1266"/>
                      </a:lnTo>
                      <a:lnTo>
                        <a:pt x="1352" y="1266"/>
                      </a:lnTo>
                      <a:lnTo>
                        <a:pt x="1354" y="1266"/>
                      </a:lnTo>
                      <a:lnTo>
                        <a:pt x="1355" y="1266"/>
                      </a:lnTo>
                      <a:lnTo>
                        <a:pt x="1357" y="1266"/>
                      </a:lnTo>
                      <a:lnTo>
                        <a:pt x="1358" y="1266"/>
                      </a:lnTo>
                      <a:lnTo>
                        <a:pt x="1359" y="1266"/>
                      </a:lnTo>
                      <a:lnTo>
                        <a:pt x="1361" y="1266"/>
                      </a:lnTo>
                      <a:lnTo>
                        <a:pt x="1362" y="1266"/>
                      </a:lnTo>
                      <a:lnTo>
                        <a:pt x="1364" y="1266"/>
                      </a:lnTo>
                      <a:lnTo>
                        <a:pt x="1365" y="1266"/>
                      </a:lnTo>
                      <a:lnTo>
                        <a:pt x="1367" y="1266"/>
                      </a:lnTo>
                      <a:lnTo>
                        <a:pt x="1368" y="1266"/>
                      </a:lnTo>
                      <a:lnTo>
                        <a:pt x="1369" y="1266"/>
                      </a:lnTo>
                      <a:lnTo>
                        <a:pt x="1371" y="1266"/>
                      </a:lnTo>
                      <a:lnTo>
                        <a:pt x="1372" y="1267"/>
                      </a:lnTo>
                      <a:lnTo>
                        <a:pt x="1374" y="1267"/>
                      </a:lnTo>
                      <a:lnTo>
                        <a:pt x="1375" y="1267"/>
                      </a:lnTo>
                      <a:lnTo>
                        <a:pt x="1376" y="1267"/>
                      </a:lnTo>
                      <a:lnTo>
                        <a:pt x="1378" y="1267"/>
                      </a:lnTo>
                      <a:lnTo>
                        <a:pt x="1379" y="1267"/>
                      </a:lnTo>
                      <a:lnTo>
                        <a:pt x="1381" y="1267"/>
                      </a:lnTo>
                      <a:lnTo>
                        <a:pt x="1382" y="1267"/>
                      </a:lnTo>
                      <a:lnTo>
                        <a:pt x="1383" y="1267"/>
                      </a:lnTo>
                      <a:lnTo>
                        <a:pt x="1385" y="1267"/>
                      </a:lnTo>
                      <a:lnTo>
                        <a:pt x="1386" y="1267"/>
                      </a:lnTo>
                      <a:lnTo>
                        <a:pt x="1388" y="1267"/>
                      </a:lnTo>
                      <a:lnTo>
                        <a:pt x="1389" y="1267"/>
                      </a:lnTo>
                      <a:lnTo>
                        <a:pt x="1390" y="1267"/>
                      </a:lnTo>
                      <a:lnTo>
                        <a:pt x="1392" y="1267"/>
                      </a:lnTo>
                      <a:lnTo>
                        <a:pt x="1393" y="1267"/>
                      </a:lnTo>
                      <a:lnTo>
                        <a:pt x="1395" y="1267"/>
                      </a:lnTo>
                      <a:lnTo>
                        <a:pt x="1396" y="1267"/>
                      </a:lnTo>
                      <a:lnTo>
                        <a:pt x="1397" y="1267"/>
                      </a:lnTo>
                      <a:lnTo>
                        <a:pt x="1399" y="1267"/>
                      </a:lnTo>
                      <a:lnTo>
                        <a:pt x="1400" y="1267"/>
                      </a:lnTo>
                      <a:lnTo>
                        <a:pt x="1402" y="1267"/>
                      </a:lnTo>
                      <a:lnTo>
                        <a:pt x="1403" y="1267"/>
                      </a:lnTo>
                      <a:lnTo>
                        <a:pt x="1404" y="1267"/>
                      </a:lnTo>
                      <a:lnTo>
                        <a:pt x="1406" y="1267"/>
                      </a:lnTo>
                      <a:lnTo>
                        <a:pt x="1407" y="1267"/>
                      </a:lnTo>
                      <a:lnTo>
                        <a:pt x="1409" y="1267"/>
                      </a:lnTo>
                      <a:lnTo>
                        <a:pt x="1410" y="1267"/>
                      </a:lnTo>
                      <a:lnTo>
                        <a:pt x="1411" y="1267"/>
                      </a:lnTo>
                      <a:lnTo>
                        <a:pt x="1413" y="1267"/>
                      </a:lnTo>
                      <a:lnTo>
                        <a:pt x="1414" y="1267"/>
                      </a:lnTo>
                      <a:lnTo>
                        <a:pt x="1416" y="1267"/>
                      </a:lnTo>
                      <a:lnTo>
                        <a:pt x="1417" y="1267"/>
                      </a:lnTo>
                      <a:lnTo>
                        <a:pt x="1418" y="1267"/>
                      </a:lnTo>
                      <a:lnTo>
                        <a:pt x="1420" y="1267"/>
                      </a:lnTo>
                      <a:lnTo>
                        <a:pt x="1421" y="1267"/>
                      </a:lnTo>
                      <a:lnTo>
                        <a:pt x="1423" y="1267"/>
                      </a:lnTo>
                      <a:lnTo>
                        <a:pt x="1424" y="1267"/>
                      </a:lnTo>
                      <a:lnTo>
                        <a:pt x="1426" y="1267"/>
                      </a:lnTo>
                      <a:lnTo>
                        <a:pt x="1427" y="1267"/>
                      </a:lnTo>
                      <a:lnTo>
                        <a:pt x="1428" y="1267"/>
                      </a:lnTo>
                      <a:lnTo>
                        <a:pt x="1430" y="1267"/>
                      </a:lnTo>
                      <a:lnTo>
                        <a:pt x="1431" y="1267"/>
                      </a:lnTo>
                      <a:lnTo>
                        <a:pt x="1433" y="1267"/>
                      </a:lnTo>
                      <a:lnTo>
                        <a:pt x="1434" y="1267"/>
                      </a:lnTo>
                      <a:lnTo>
                        <a:pt x="1435" y="1267"/>
                      </a:lnTo>
                      <a:lnTo>
                        <a:pt x="1437" y="1267"/>
                      </a:lnTo>
                      <a:lnTo>
                        <a:pt x="1438" y="1267"/>
                      </a:lnTo>
                      <a:lnTo>
                        <a:pt x="1440" y="1267"/>
                      </a:lnTo>
                      <a:lnTo>
                        <a:pt x="1441" y="1267"/>
                      </a:lnTo>
                      <a:lnTo>
                        <a:pt x="1442" y="1267"/>
                      </a:lnTo>
                      <a:lnTo>
                        <a:pt x="1444" y="1267"/>
                      </a:lnTo>
                      <a:lnTo>
                        <a:pt x="1445" y="1267"/>
                      </a:lnTo>
                      <a:lnTo>
                        <a:pt x="1447" y="1267"/>
                      </a:lnTo>
                      <a:lnTo>
                        <a:pt x="1448" y="1267"/>
                      </a:lnTo>
                      <a:lnTo>
                        <a:pt x="1449" y="1267"/>
                      </a:lnTo>
                      <a:lnTo>
                        <a:pt x="1451" y="1267"/>
                      </a:lnTo>
                      <a:lnTo>
                        <a:pt x="1452" y="1267"/>
                      </a:lnTo>
                      <a:lnTo>
                        <a:pt x="1454" y="1267"/>
                      </a:lnTo>
                      <a:lnTo>
                        <a:pt x="1455" y="1267"/>
                      </a:lnTo>
                      <a:lnTo>
                        <a:pt x="1456" y="1267"/>
                      </a:lnTo>
                      <a:lnTo>
                        <a:pt x="1458" y="1267"/>
                      </a:lnTo>
                      <a:lnTo>
                        <a:pt x="1459" y="1267"/>
                      </a:lnTo>
                      <a:lnTo>
                        <a:pt x="1461" y="1267"/>
                      </a:lnTo>
                      <a:lnTo>
                        <a:pt x="1462" y="1267"/>
                      </a:lnTo>
                      <a:lnTo>
                        <a:pt x="1463" y="1267"/>
                      </a:lnTo>
                      <a:lnTo>
                        <a:pt x="1465" y="1267"/>
                      </a:lnTo>
                      <a:lnTo>
                        <a:pt x="1466" y="1267"/>
                      </a:lnTo>
                      <a:lnTo>
                        <a:pt x="1468" y="1267"/>
                      </a:lnTo>
                      <a:lnTo>
                        <a:pt x="1469" y="1267"/>
                      </a:lnTo>
                      <a:lnTo>
                        <a:pt x="1470" y="1267"/>
                      </a:lnTo>
                      <a:lnTo>
                        <a:pt x="1472" y="1267"/>
                      </a:lnTo>
                      <a:lnTo>
                        <a:pt x="1473" y="1267"/>
                      </a:lnTo>
                      <a:lnTo>
                        <a:pt x="1475" y="1267"/>
                      </a:lnTo>
                      <a:lnTo>
                        <a:pt x="1476" y="1267"/>
                      </a:lnTo>
                      <a:lnTo>
                        <a:pt x="1477" y="1267"/>
                      </a:lnTo>
                      <a:lnTo>
                        <a:pt x="1479" y="1267"/>
                      </a:lnTo>
                      <a:lnTo>
                        <a:pt x="1480" y="1267"/>
                      </a:lnTo>
                      <a:lnTo>
                        <a:pt x="1482" y="1267"/>
                      </a:lnTo>
                      <a:lnTo>
                        <a:pt x="1483" y="1267"/>
                      </a:lnTo>
                      <a:lnTo>
                        <a:pt x="1484" y="1267"/>
                      </a:lnTo>
                      <a:lnTo>
                        <a:pt x="1486" y="1267"/>
                      </a:lnTo>
                      <a:lnTo>
                        <a:pt x="1487" y="1267"/>
                      </a:lnTo>
                      <a:lnTo>
                        <a:pt x="1489" y="1267"/>
                      </a:lnTo>
                      <a:lnTo>
                        <a:pt x="1490" y="1267"/>
                      </a:lnTo>
                      <a:lnTo>
                        <a:pt x="1492" y="1267"/>
                      </a:lnTo>
                      <a:lnTo>
                        <a:pt x="1493" y="1267"/>
                      </a:lnTo>
                      <a:lnTo>
                        <a:pt x="1494" y="1267"/>
                      </a:lnTo>
                      <a:lnTo>
                        <a:pt x="1496" y="1267"/>
                      </a:lnTo>
                      <a:lnTo>
                        <a:pt x="1497" y="1267"/>
                      </a:lnTo>
                      <a:lnTo>
                        <a:pt x="1499" y="1267"/>
                      </a:lnTo>
                      <a:lnTo>
                        <a:pt x="1500" y="1267"/>
                      </a:lnTo>
                      <a:lnTo>
                        <a:pt x="1501" y="1267"/>
                      </a:lnTo>
                      <a:lnTo>
                        <a:pt x="1503" y="1267"/>
                      </a:lnTo>
                      <a:lnTo>
                        <a:pt x="1504" y="1267"/>
                      </a:lnTo>
                      <a:lnTo>
                        <a:pt x="1506" y="1267"/>
                      </a:lnTo>
                      <a:lnTo>
                        <a:pt x="1507" y="1267"/>
                      </a:lnTo>
                      <a:lnTo>
                        <a:pt x="1508" y="1267"/>
                      </a:lnTo>
                      <a:lnTo>
                        <a:pt x="1510" y="1267"/>
                      </a:lnTo>
                      <a:lnTo>
                        <a:pt x="1511" y="1267"/>
                      </a:lnTo>
                      <a:lnTo>
                        <a:pt x="1513" y="1267"/>
                      </a:lnTo>
                      <a:lnTo>
                        <a:pt x="1514" y="1267"/>
                      </a:lnTo>
                      <a:lnTo>
                        <a:pt x="1515" y="1267"/>
                      </a:lnTo>
                      <a:lnTo>
                        <a:pt x="1517" y="1267"/>
                      </a:lnTo>
                      <a:lnTo>
                        <a:pt x="1518" y="1267"/>
                      </a:lnTo>
                      <a:lnTo>
                        <a:pt x="1520" y="1267"/>
                      </a:lnTo>
                      <a:lnTo>
                        <a:pt x="1521" y="1267"/>
                      </a:lnTo>
                      <a:lnTo>
                        <a:pt x="1522" y="1267"/>
                      </a:lnTo>
                      <a:lnTo>
                        <a:pt x="1524" y="1267"/>
                      </a:lnTo>
                      <a:lnTo>
                        <a:pt x="1525" y="1267"/>
                      </a:lnTo>
                      <a:lnTo>
                        <a:pt x="1527" y="1267"/>
                      </a:lnTo>
                      <a:lnTo>
                        <a:pt x="1528" y="1267"/>
                      </a:lnTo>
                      <a:lnTo>
                        <a:pt x="1529" y="1267"/>
                      </a:lnTo>
                      <a:lnTo>
                        <a:pt x="1531" y="1267"/>
                      </a:lnTo>
                      <a:lnTo>
                        <a:pt x="1532" y="1267"/>
                      </a:lnTo>
                      <a:lnTo>
                        <a:pt x="1534" y="1267"/>
                      </a:lnTo>
                      <a:lnTo>
                        <a:pt x="1535" y="1267"/>
                      </a:lnTo>
                      <a:lnTo>
                        <a:pt x="1536" y="1267"/>
                      </a:lnTo>
                      <a:lnTo>
                        <a:pt x="1538" y="1267"/>
                      </a:lnTo>
                      <a:lnTo>
                        <a:pt x="1539" y="1267"/>
                      </a:lnTo>
                      <a:lnTo>
                        <a:pt x="1541" y="1267"/>
                      </a:lnTo>
                      <a:lnTo>
                        <a:pt x="1542" y="1267"/>
                      </a:lnTo>
                      <a:lnTo>
                        <a:pt x="1543" y="1267"/>
                      </a:lnTo>
                      <a:lnTo>
                        <a:pt x="1545" y="1267"/>
                      </a:lnTo>
                      <a:lnTo>
                        <a:pt x="1546" y="1267"/>
                      </a:lnTo>
                      <a:lnTo>
                        <a:pt x="1548" y="1267"/>
                      </a:lnTo>
                      <a:lnTo>
                        <a:pt x="1549" y="1267"/>
                      </a:lnTo>
                      <a:lnTo>
                        <a:pt x="1550" y="1267"/>
                      </a:lnTo>
                      <a:lnTo>
                        <a:pt x="1552" y="1267"/>
                      </a:lnTo>
                      <a:lnTo>
                        <a:pt x="1553" y="1267"/>
                      </a:lnTo>
                      <a:lnTo>
                        <a:pt x="1555" y="1267"/>
                      </a:lnTo>
                      <a:lnTo>
                        <a:pt x="1556" y="1267"/>
                      </a:lnTo>
                      <a:lnTo>
                        <a:pt x="1558" y="1267"/>
                      </a:lnTo>
                      <a:lnTo>
                        <a:pt x="1559" y="1267"/>
                      </a:lnTo>
                      <a:lnTo>
                        <a:pt x="1560" y="1267"/>
                      </a:lnTo>
                      <a:lnTo>
                        <a:pt x="1562" y="1267"/>
                      </a:lnTo>
                      <a:lnTo>
                        <a:pt x="1563" y="1267"/>
                      </a:lnTo>
                      <a:lnTo>
                        <a:pt x="1565" y="1267"/>
                      </a:lnTo>
                      <a:lnTo>
                        <a:pt x="1566" y="1267"/>
                      </a:lnTo>
                      <a:lnTo>
                        <a:pt x="1567" y="1267"/>
                      </a:lnTo>
                      <a:lnTo>
                        <a:pt x="1569" y="1267"/>
                      </a:lnTo>
                      <a:lnTo>
                        <a:pt x="1570" y="1267"/>
                      </a:lnTo>
                      <a:lnTo>
                        <a:pt x="1572" y="1267"/>
                      </a:lnTo>
                      <a:lnTo>
                        <a:pt x="1573" y="1267"/>
                      </a:lnTo>
                      <a:lnTo>
                        <a:pt x="1574" y="1267"/>
                      </a:lnTo>
                      <a:lnTo>
                        <a:pt x="1576" y="1267"/>
                      </a:lnTo>
                      <a:lnTo>
                        <a:pt x="1577" y="1267"/>
                      </a:lnTo>
                      <a:lnTo>
                        <a:pt x="1579" y="1267"/>
                      </a:lnTo>
                      <a:lnTo>
                        <a:pt x="1580" y="1267"/>
                      </a:lnTo>
                      <a:lnTo>
                        <a:pt x="1581" y="1267"/>
                      </a:lnTo>
                      <a:lnTo>
                        <a:pt x="1583" y="1267"/>
                      </a:lnTo>
                      <a:lnTo>
                        <a:pt x="1584" y="1267"/>
                      </a:lnTo>
                      <a:lnTo>
                        <a:pt x="1586" y="1267"/>
                      </a:lnTo>
                      <a:lnTo>
                        <a:pt x="1587" y="1267"/>
                      </a:lnTo>
                      <a:lnTo>
                        <a:pt x="1588" y="1267"/>
                      </a:lnTo>
                      <a:lnTo>
                        <a:pt x="1590" y="1267"/>
                      </a:lnTo>
                      <a:lnTo>
                        <a:pt x="1591" y="1268"/>
                      </a:lnTo>
                      <a:lnTo>
                        <a:pt x="1593" y="1268"/>
                      </a:lnTo>
                      <a:lnTo>
                        <a:pt x="1594" y="1268"/>
                      </a:lnTo>
                      <a:lnTo>
                        <a:pt x="1595" y="1268"/>
                      </a:lnTo>
                      <a:lnTo>
                        <a:pt x="1597" y="1268"/>
                      </a:lnTo>
                      <a:lnTo>
                        <a:pt x="1598" y="1268"/>
                      </a:lnTo>
                      <a:lnTo>
                        <a:pt x="1600" y="1268"/>
                      </a:lnTo>
                      <a:lnTo>
                        <a:pt x="1601" y="1268"/>
                      </a:lnTo>
                      <a:lnTo>
                        <a:pt x="1602" y="1268"/>
                      </a:lnTo>
                      <a:lnTo>
                        <a:pt x="1604" y="1268"/>
                      </a:lnTo>
                      <a:lnTo>
                        <a:pt x="1605" y="1268"/>
                      </a:lnTo>
                      <a:lnTo>
                        <a:pt x="1607" y="1268"/>
                      </a:lnTo>
                      <a:lnTo>
                        <a:pt x="1608" y="1268"/>
                      </a:lnTo>
                      <a:lnTo>
                        <a:pt x="1609" y="1268"/>
                      </a:lnTo>
                      <a:lnTo>
                        <a:pt x="1611" y="1268"/>
                      </a:lnTo>
                      <a:lnTo>
                        <a:pt x="1612" y="1268"/>
                      </a:lnTo>
                      <a:lnTo>
                        <a:pt x="1614" y="1268"/>
                      </a:lnTo>
                      <a:lnTo>
                        <a:pt x="1615" y="1268"/>
                      </a:lnTo>
                      <a:lnTo>
                        <a:pt x="1617" y="1268"/>
                      </a:lnTo>
                      <a:lnTo>
                        <a:pt x="1618" y="1268"/>
                      </a:lnTo>
                      <a:lnTo>
                        <a:pt x="1619" y="1268"/>
                      </a:lnTo>
                      <a:lnTo>
                        <a:pt x="1621" y="1268"/>
                      </a:lnTo>
                      <a:lnTo>
                        <a:pt x="1622" y="1268"/>
                      </a:lnTo>
                      <a:lnTo>
                        <a:pt x="1624" y="1268"/>
                      </a:lnTo>
                      <a:lnTo>
                        <a:pt x="1625" y="1268"/>
                      </a:lnTo>
                      <a:lnTo>
                        <a:pt x="1626" y="1268"/>
                      </a:lnTo>
                      <a:lnTo>
                        <a:pt x="1628" y="1268"/>
                      </a:lnTo>
                      <a:lnTo>
                        <a:pt x="1629" y="1268"/>
                      </a:lnTo>
                      <a:lnTo>
                        <a:pt x="1631" y="1268"/>
                      </a:lnTo>
                      <a:lnTo>
                        <a:pt x="1632" y="1268"/>
                      </a:lnTo>
                      <a:lnTo>
                        <a:pt x="1633" y="1268"/>
                      </a:lnTo>
                      <a:lnTo>
                        <a:pt x="1635" y="1268"/>
                      </a:lnTo>
                      <a:lnTo>
                        <a:pt x="1636" y="1268"/>
                      </a:lnTo>
                      <a:lnTo>
                        <a:pt x="1638" y="1268"/>
                      </a:lnTo>
                      <a:lnTo>
                        <a:pt x="1639" y="1268"/>
                      </a:lnTo>
                      <a:lnTo>
                        <a:pt x="1640" y="1268"/>
                      </a:lnTo>
                      <a:lnTo>
                        <a:pt x="1642" y="1268"/>
                      </a:lnTo>
                      <a:lnTo>
                        <a:pt x="1643" y="1268"/>
                      </a:lnTo>
                      <a:lnTo>
                        <a:pt x="1645" y="1268"/>
                      </a:lnTo>
                      <a:lnTo>
                        <a:pt x="1646" y="1268"/>
                      </a:lnTo>
                      <a:lnTo>
                        <a:pt x="1647" y="1268"/>
                      </a:lnTo>
                      <a:lnTo>
                        <a:pt x="1649" y="1268"/>
                      </a:lnTo>
                      <a:lnTo>
                        <a:pt x="1650" y="1268"/>
                      </a:lnTo>
                      <a:lnTo>
                        <a:pt x="1652" y="1268"/>
                      </a:lnTo>
                      <a:lnTo>
                        <a:pt x="1653" y="1268"/>
                      </a:lnTo>
                      <a:lnTo>
                        <a:pt x="1654" y="1268"/>
                      </a:lnTo>
                      <a:lnTo>
                        <a:pt x="1656" y="1268"/>
                      </a:lnTo>
                      <a:lnTo>
                        <a:pt x="1657" y="1268"/>
                      </a:lnTo>
                      <a:lnTo>
                        <a:pt x="1659" y="1268"/>
                      </a:lnTo>
                      <a:lnTo>
                        <a:pt x="1660" y="1268"/>
                      </a:lnTo>
                      <a:lnTo>
                        <a:pt x="1661" y="1268"/>
                      </a:lnTo>
                      <a:lnTo>
                        <a:pt x="1663" y="1268"/>
                      </a:lnTo>
                      <a:lnTo>
                        <a:pt x="1664" y="1268"/>
                      </a:lnTo>
                      <a:lnTo>
                        <a:pt x="1666" y="1268"/>
                      </a:lnTo>
                      <a:lnTo>
                        <a:pt x="1667" y="1268"/>
                      </a:lnTo>
                      <a:lnTo>
                        <a:pt x="1668" y="1268"/>
                      </a:lnTo>
                      <a:lnTo>
                        <a:pt x="1670" y="1268"/>
                      </a:lnTo>
                      <a:lnTo>
                        <a:pt x="1671" y="1268"/>
                      </a:lnTo>
                      <a:lnTo>
                        <a:pt x="1673" y="1268"/>
                      </a:lnTo>
                      <a:lnTo>
                        <a:pt x="1674" y="1268"/>
                      </a:lnTo>
                      <a:lnTo>
                        <a:pt x="1675" y="1268"/>
                      </a:lnTo>
                      <a:lnTo>
                        <a:pt x="1677" y="1268"/>
                      </a:lnTo>
                      <a:lnTo>
                        <a:pt x="1678" y="1268"/>
                      </a:lnTo>
                      <a:lnTo>
                        <a:pt x="1680" y="1268"/>
                      </a:lnTo>
                      <a:lnTo>
                        <a:pt x="1681" y="1268"/>
                      </a:lnTo>
                      <a:lnTo>
                        <a:pt x="1683" y="1268"/>
                      </a:lnTo>
                      <a:lnTo>
                        <a:pt x="1684" y="1268"/>
                      </a:lnTo>
                      <a:lnTo>
                        <a:pt x="1685" y="1268"/>
                      </a:lnTo>
                      <a:lnTo>
                        <a:pt x="1687" y="1268"/>
                      </a:lnTo>
                      <a:lnTo>
                        <a:pt x="1688" y="1268"/>
                      </a:lnTo>
                      <a:lnTo>
                        <a:pt x="1690" y="1268"/>
                      </a:lnTo>
                      <a:lnTo>
                        <a:pt x="1691" y="1268"/>
                      </a:lnTo>
                      <a:lnTo>
                        <a:pt x="1692" y="1268"/>
                      </a:lnTo>
                      <a:lnTo>
                        <a:pt x="1694" y="1268"/>
                      </a:lnTo>
                      <a:lnTo>
                        <a:pt x="1695" y="1268"/>
                      </a:lnTo>
                      <a:lnTo>
                        <a:pt x="1697" y="1268"/>
                      </a:lnTo>
                      <a:lnTo>
                        <a:pt x="1698" y="1268"/>
                      </a:lnTo>
                      <a:lnTo>
                        <a:pt x="1699" y="1268"/>
                      </a:lnTo>
                      <a:lnTo>
                        <a:pt x="1701" y="1268"/>
                      </a:lnTo>
                      <a:lnTo>
                        <a:pt x="1702" y="1268"/>
                      </a:lnTo>
                      <a:lnTo>
                        <a:pt x="1704" y="1268"/>
                      </a:lnTo>
                      <a:lnTo>
                        <a:pt x="1705" y="1268"/>
                      </a:lnTo>
                      <a:lnTo>
                        <a:pt x="1706" y="1268"/>
                      </a:lnTo>
                      <a:lnTo>
                        <a:pt x="1708" y="1268"/>
                      </a:lnTo>
                      <a:lnTo>
                        <a:pt x="1709" y="1268"/>
                      </a:lnTo>
                      <a:lnTo>
                        <a:pt x="1711" y="1268"/>
                      </a:lnTo>
                      <a:lnTo>
                        <a:pt x="1712" y="1268"/>
                      </a:lnTo>
                      <a:lnTo>
                        <a:pt x="1713" y="1269"/>
                      </a:lnTo>
                      <a:lnTo>
                        <a:pt x="1715" y="1269"/>
                      </a:lnTo>
                      <a:lnTo>
                        <a:pt x="1716" y="1269"/>
                      </a:lnTo>
                      <a:lnTo>
                        <a:pt x="1718" y="1269"/>
                      </a:lnTo>
                      <a:lnTo>
                        <a:pt x="1719" y="1269"/>
                      </a:lnTo>
                      <a:lnTo>
                        <a:pt x="1720" y="1269"/>
                      </a:lnTo>
                      <a:lnTo>
                        <a:pt x="1722" y="1269"/>
                      </a:lnTo>
                      <a:lnTo>
                        <a:pt x="1723" y="1269"/>
                      </a:lnTo>
                      <a:lnTo>
                        <a:pt x="1725" y="1269"/>
                      </a:lnTo>
                      <a:lnTo>
                        <a:pt x="1726" y="1269"/>
                      </a:lnTo>
                      <a:lnTo>
                        <a:pt x="1727" y="1269"/>
                      </a:lnTo>
                      <a:lnTo>
                        <a:pt x="1729" y="1269"/>
                      </a:lnTo>
                      <a:lnTo>
                        <a:pt x="1730" y="1269"/>
                      </a:lnTo>
                      <a:lnTo>
                        <a:pt x="1732" y="1269"/>
                      </a:lnTo>
                      <a:lnTo>
                        <a:pt x="1733" y="1269"/>
                      </a:lnTo>
                      <a:lnTo>
                        <a:pt x="1734" y="1269"/>
                      </a:lnTo>
                      <a:lnTo>
                        <a:pt x="1736" y="1269"/>
                      </a:lnTo>
                      <a:lnTo>
                        <a:pt x="1737" y="1269"/>
                      </a:lnTo>
                      <a:lnTo>
                        <a:pt x="1739" y="1269"/>
                      </a:lnTo>
                      <a:lnTo>
                        <a:pt x="1740" y="1269"/>
                      </a:lnTo>
                      <a:lnTo>
                        <a:pt x="1742" y="1269"/>
                      </a:lnTo>
                      <a:lnTo>
                        <a:pt x="1743" y="1269"/>
                      </a:lnTo>
                      <a:lnTo>
                        <a:pt x="1744" y="1269"/>
                      </a:lnTo>
                      <a:lnTo>
                        <a:pt x="1746" y="1269"/>
                      </a:lnTo>
                      <a:lnTo>
                        <a:pt x="1747" y="1269"/>
                      </a:lnTo>
                      <a:lnTo>
                        <a:pt x="1749" y="1269"/>
                      </a:lnTo>
                      <a:lnTo>
                        <a:pt x="1750" y="1269"/>
                      </a:lnTo>
                      <a:lnTo>
                        <a:pt x="1751" y="1269"/>
                      </a:lnTo>
                      <a:lnTo>
                        <a:pt x="1753" y="1269"/>
                      </a:lnTo>
                      <a:lnTo>
                        <a:pt x="1754" y="1269"/>
                      </a:lnTo>
                      <a:lnTo>
                        <a:pt x="1756" y="1269"/>
                      </a:lnTo>
                      <a:lnTo>
                        <a:pt x="1757" y="1269"/>
                      </a:lnTo>
                      <a:lnTo>
                        <a:pt x="1758" y="1269"/>
                      </a:lnTo>
                      <a:lnTo>
                        <a:pt x="1760" y="1269"/>
                      </a:lnTo>
                      <a:lnTo>
                        <a:pt x="1761" y="1269"/>
                      </a:lnTo>
                      <a:lnTo>
                        <a:pt x="1763" y="1269"/>
                      </a:lnTo>
                      <a:lnTo>
                        <a:pt x="1764" y="1269"/>
                      </a:lnTo>
                      <a:lnTo>
                        <a:pt x="1765" y="1269"/>
                      </a:lnTo>
                      <a:lnTo>
                        <a:pt x="1767" y="1269"/>
                      </a:lnTo>
                      <a:lnTo>
                        <a:pt x="1768" y="1269"/>
                      </a:lnTo>
                      <a:lnTo>
                        <a:pt x="1770" y="1269"/>
                      </a:lnTo>
                      <a:lnTo>
                        <a:pt x="1771" y="1269"/>
                      </a:lnTo>
                      <a:lnTo>
                        <a:pt x="1772" y="1269"/>
                      </a:lnTo>
                      <a:lnTo>
                        <a:pt x="1774" y="1269"/>
                      </a:lnTo>
                      <a:lnTo>
                        <a:pt x="1775" y="1269"/>
                      </a:lnTo>
                      <a:lnTo>
                        <a:pt x="1777" y="1269"/>
                      </a:lnTo>
                      <a:lnTo>
                        <a:pt x="1778" y="1269"/>
                      </a:lnTo>
                      <a:lnTo>
                        <a:pt x="1779" y="1269"/>
                      </a:lnTo>
                      <a:lnTo>
                        <a:pt x="1781" y="1269"/>
                      </a:lnTo>
                      <a:lnTo>
                        <a:pt x="1782" y="1269"/>
                      </a:lnTo>
                      <a:lnTo>
                        <a:pt x="1784" y="1269"/>
                      </a:lnTo>
                      <a:lnTo>
                        <a:pt x="1785" y="1269"/>
                      </a:lnTo>
                      <a:lnTo>
                        <a:pt x="1786" y="1269"/>
                      </a:lnTo>
                      <a:lnTo>
                        <a:pt x="1788" y="1269"/>
                      </a:lnTo>
                      <a:lnTo>
                        <a:pt x="1789" y="1269"/>
                      </a:lnTo>
                      <a:lnTo>
                        <a:pt x="1791" y="1269"/>
                      </a:lnTo>
                      <a:lnTo>
                        <a:pt x="1792" y="1269"/>
                      </a:lnTo>
                      <a:lnTo>
                        <a:pt x="1793" y="1269"/>
                      </a:lnTo>
                      <a:lnTo>
                        <a:pt x="1795" y="1269"/>
                      </a:lnTo>
                      <a:lnTo>
                        <a:pt x="1796" y="1269"/>
                      </a:lnTo>
                      <a:lnTo>
                        <a:pt x="1798" y="1269"/>
                      </a:lnTo>
                      <a:lnTo>
                        <a:pt x="1799" y="1269"/>
                      </a:lnTo>
                      <a:lnTo>
                        <a:pt x="1800" y="1269"/>
                      </a:lnTo>
                      <a:lnTo>
                        <a:pt x="1802" y="1269"/>
                      </a:lnTo>
                      <a:lnTo>
                        <a:pt x="1803" y="1269"/>
                      </a:lnTo>
                      <a:lnTo>
                        <a:pt x="1805" y="1269"/>
                      </a:lnTo>
                      <a:lnTo>
                        <a:pt x="1806" y="1269"/>
                      </a:lnTo>
                      <a:lnTo>
                        <a:pt x="1808" y="1269"/>
                      </a:lnTo>
                      <a:lnTo>
                        <a:pt x="1809" y="1269"/>
                      </a:lnTo>
                      <a:lnTo>
                        <a:pt x="1810" y="1269"/>
                      </a:lnTo>
                      <a:lnTo>
                        <a:pt x="1812" y="1269"/>
                      </a:lnTo>
                      <a:lnTo>
                        <a:pt x="1813" y="1269"/>
                      </a:lnTo>
                      <a:lnTo>
                        <a:pt x="1815" y="1269"/>
                      </a:lnTo>
                      <a:lnTo>
                        <a:pt x="1816" y="1269"/>
                      </a:lnTo>
                      <a:lnTo>
                        <a:pt x="1817" y="1269"/>
                      </a:lnTo>
                      <a:lnTo>
                        <a:pt x="1819" y="1269"/>
                      </a:lnTo>
                      <a:lnTo>
                        <a:pt x="1820" y="1269"/>
                      </a:lnTo>
                      <a:lnTo>
                        <a:pt x="1822" y="1270"/>
                      </a:lnTo>
                      <a:lnTo>
                        <a:pt x="1823" y="1270"/>
                      </a:lnTo>
                      <a:lnTo>
                        <a:pt x="1824" y="1270"/>
                      </a:lnTo>
                      <a:lnTo>
                        <a:pt x="1826" y="1270"/>
                      </a:lnTo>
                      <a:lnTo>
                        <a:pt x="1827" y="1270"/>
                      </a:lnTo>
                      <a:lnTo>
                        <a:pt x="1829" y="1270"/>
                      </a:lnTo>
                      <a:lnTo>
                        <a:pt x="1830" y="1270"/>
                      </a:lnTo>
                      <a:lnTo>
                        <a:pt x="1831" y="1270"/>
                      </a:lnTo>
                      <a:lnTo>
                        <a:pt x="1833" y="1270"/>
                      </a:lnTo>
                      <a:lnTo>
                        <a:pt x="1834" y="1270"/>
                      </a:lnTo>
                      <a:lnTo>
                        <a:pt x="1836" y="1270"/>
                      </a:lnTo>
                      <a:lnTo>
                        <a:pt x="1837" y="1270"/>
                      </a:lnTo>
                      <a:lnTo>
                        <a:pt x="1838" y="1270"/>
                      </a:lnTo>
                      <a:lnTo>
                        <a:pt x="1840" y="1270"/>
                      </a:lnTo>
                      <a:lnTo>
                        <a:pt x="1841" y="1270"/>
                      </a:lnTo>
                      <a:lnTo>
                        <a:pt x="1843" y="1270"/>
                      </a:lnTo>
                      <a:lnTo>
                        <a:pt x="1844" y="1270"/>
                      </a:lnTo>
                      <a:lnTo>
                        <a:pt x="1845" y="1270"/>
                      </a:lnTo>
                      <a:lnTo>
                        <a:pt x="1847" y="1270"/>
                      </a:lnTo>
                      <a:lnTo>
                        <a:pt x="1848" y="1270"/>
                      </a:lnTo>
                      <a:lnTo>
                        <a:pt x="1850" y="1270"/>
                      </a:lnTo>
                      <a:lnTo>
                        <a:pt x="1851" y="1270"/>
                      </a:lnTo>
                      <a:lnTo>
                        <a:pt x="1852" y="1270"/>
                      </a:lnTo>
                      <a:lnTo>
                        <a:pt x="1854" y="1270"/>
                      </a:lnTo>
                      <a:lnTo>
                        <a:pt x="1855" y="1270"/>
                      </a:lnTo>
                      <a:lnTo>
                        <a:pt x="1857" y="1270"/>
                      </a:lnTo>
                      <a:lnTo>
                        <a:pt x="1858" y="1270"/>
                      </a:lnTo>
                      <a:lnTo>
                        <a:pt x="1859" y="1270"/>
                      </a:lnTo>
                      <a:lnTo>
                        <a:pt x="1861" y="1270"/>
                      </a:lnTo>
                      <a:lnTo>
                        <a:pt x="1862" y="1270"/>
                      </a:lnTo>
                      <a:lnTo>
                        <a:pt x="1864" y="1270"/>
                      </a:lnTo>
                      <a:lnTo>
                        <a:pt x="1865" y="1270"/>
                      </a:lnTo>
                      <a:lnTo>
                        <a:pt x="1866" y="1270"/>
                      </a:lnTo>
                      <a:lnTo>
                        <a:pt x="1868" y="1270"/>
                      </a:lnTo>
                      <a:lnTo>
                        <a:pt x="1869" y="1270"/>
                      </a:lnTo>
                      <a:lnTo>
                        <a:pt x="1871" y="1270"/>
                      </a:lnTo>
                      <a:lnTo>
                        <a:pt x="1872" y="1270"/>
                      </a:lnTo>
                      <a:lnTo>
                        <a:pt x="1874" y="1270"/>
                      </a:lnTo>
                      <a:lnTo>
                        <a:pt x="1875" y="1270"/>
                      </a:lnTo>
                      <a:lnTo>
                        <a:pt x="1876" y="1270"/>
                      </a:lnTo>
                      <a:lnTo>
                        <a:pt x="1878" y="1270"/>
                      </a:lnTo>
                      <a:lnTo>
                        <a:pt x="1879" y="1270"/>
                      </a:lnTo>
                      <a:lnTo>
                        <a:pt x="1881" y="1270"/>
                      </a:lnTo>
                      <a:lnTo>
                        <a:pt x="1882" y="1270"/>
                      </a:lnTo>
                      <a:lnTo>
                        <a:pt x="1883" y="1270"/>
                      </a:lnTo>
                      <a:lnTo>
                        <a:pt x="1885" y="1270"/>
                      </a:lnTo>
                      <a:lnTo>
                        <a:pt x="1886" y="1270"/>
                      </a:lnTo>
                      <a:lnTo>
                        <a:pt x="1888" y="1270"/>
                      </a:lnTo>
                      <a:lnTo>
                        <a:pt x="1889" y="1270"/>
                      </a:lnTo>
                      <a:lnTo>
                        <a:pt x="1890" y="1270"/>
                      </a:lnTo>
                      <a:lnTo>
                        <a:pt x="1892" y="1270"/>
                      </a:lnTo>
                      <a:lnTo>
                        <a:pt x="1893" y="1270"/>
                      </a:lnTo>
                      <a:lnTo>
                        <a:pt x="1895" y="1270"/>
                      </a:lnTo>
                      <a:lnTo>
                        <a:pt x="1896" y="1270"/>
                      </a:lnTo>
                      <a:lnTo>
                        <a:pt x="1897" y="1270"/>
                      </a:lnTo>
                      <a:lnTo>
                        <a:pt x="1899" y="1270"/>
                      </a:lnTo>
                      <a:lnTo>
                        <a:pt x="1900" y="1270"/>
                      </a:lnTo>
                      <a:lnTo>
                        <a:pt x="1902" y="1270"/>
                      </a:lnTo>
                      <a:lnTo>
                        <a:pt x="1903" y="1270"/>
                      </a:lnTo>
                      <a:lnTo>
                        <a:pt x="1904" y="1270"/>
                      </a:lnTo>
                      <a:lnTo>
                        <a:pt x="1906" y="1270"/>
                      </a:lnTo>
                      <a:lnTo>
                        <a:pt x="1907" y="1270"/>
                      </a:lnTo>
                      <a:lnTo>
                        <a:pt x="1909" y="1270"/>
                      </a:lnTo>
                      <a:lnTo>
                        <a:pt x="1910" y="1270"/>
                      </a:lnTo>
                      <a:lnTo>
                        <a:pt x="1911" y="1270"/>
                      </a:lnTo>
                      <a:lnTo>
                        <a:pt x="1913" y="1271"/>
                      </a:lnTo>
                      <a:lnTo>
                        <a:pt x="1914" y="1271"/>
                      </a:lnTo>
                      <a:lnTo>
                        <a:pt x="1916" y="1271"/>
                      </a:lnTo>
                      <a:lnTo>
                        <a:pt x="1917" y="1271"/>
                      </a:lnTo>
                      <a:lnTo>
                        <a:pt x="1918" y="1271"/>
                      </a:lnTo>
                      <a:lnTo>
                        <a:pt x="1920" y="1271"/>
                      </a:lnTo>
                      <a:lnTo>
                        <a:pt x="1921" y="1271"/>
                      </a:lnTo>
                      <a:lnTo>
                        <a:pt x="1923" y="1271"/>
                      </a:lnTo>
                      <a:lnTo>
                        <a:pt x="1924" y="1271"/>
                      </a:lnTo>
                      <a:lnTo>
                        <a:pt x="1925" y="1271"/>
                      </a:lnTo>
                      <a:lnTo>
                        <a:pt x="1927" y="1271"/>
                      </a:lnTo>
                      <a:lnTo>
                        <a:pt x="1928" y="1271"/>
                      </a:lnTo>
                      <a:lnTo>
                        <a:pt x="1930" y="1271"/>
                      </a:lnTo>
                      <a:lnTo>
                        <a:pt x="1931" y="1271"/>
                      </a:lnTo>
                      <a:lnTo>
                        <a:pt x="1933" y="1271"/>
                      </a:lnTo>
                      <a:lnTo>
                        <a:pt x="1934" y="1271"/>
                      </a:lnTo>
                      <a:lnTo>
                        <a:pt x="1935" y="1271"/>
                      </a:lnTo>
                      <a:lnTo>
                        <a:pt x="1937" y="1271"/>
                      </a:lnTo>
                      <a:lnTo>
                        <a:pt x="1938" y="1271"/>
                      </a:lnTo>
                      <a:lnTo>
                        <a:pt x="1940" y="1271"/>
                      </a:lnTo>
                      <a:lnTo>
                        <a:pt x="1941" y="1271"/>
                      </a:lnTo>
                      <a:lnTo>
                        <a:pt x="1942" y="1271"/>
                      </a:lnTo>
                      <a:lnTo>
                        <a:pt x="1944" y="1271"/>
                      </a:lnTo>
                      <a:lnTo>
                        <a:pt x="1945" y="1271"/>
                      </a:lnTo>
                      <a:lnTo>
                        <a:pt x="1947" y="1271"/>
                      </a:lnTo>
                      <a:lnTo>
                        <a:pt x="1948" y="1271"/>
                      </a:lnTo>
                      <a:lnTo>
                        <a:pt x="1949" y="1271"/>
                      </a:lnTo>
                      <a:lnTo>
                        <a:pt x="1951" y="1271"/>
                      </a:lnTo>
                      <a:lnTo>
                        <a:pt x="1952" y="1271"/>
                      </a:lnTo>
                      <a:lnTo>
                        <a:pt x="1954" y="1271"/>
                      </a:lnTo>
                      <a:lnTo>
                        <a:pt x="1955" y="1271"/>
                      </a:lnTo>
                      <a:lnTo>
                        <a:pt x="1956" y="1271"/>
                      </a:lnTo>
                      <a:lnTo>
                        <a:pt x="1958" y="1271"/>
                      </a:lnTo>
                      <a:lnTo>
                        <a:pt x="1959" y="1271"/>
                      </a:lnTo>
                      <a:lnTo>
                        <a:pt x="1961" y="1271"/>
                      </a:lnTo>
                      <a:lnTo>
                        <a:pt x="1962" y="1271"/>
                      </a:lnTo>
                      <a:lnTo>
                        <a:pt x="1963" y="1271"/>
                      </a:lnTo>
                      <a:lnTo>
                        <a:pt x="1965" y="1271"/>
                      </a:lnTo>
                      <a:lnTo>
                        <a:pt x="1966" y="1271"/>
                      </a:lnTo>
                      <a:lnTo>
                        <a:pt x="1968" y="1271"/>
                      </a:lnTo>
                      <a:lnTo>
                        <a:pt x="1969" y="1271"/>
                      </a:lnTo>
                      <a:lnTo>
                        <a:pt x="1970" y="1271"/>
                      </a:lnTo>
                      <a:lnTo>
                        <a:pt x="1972" y="1271"/>
                      </a:lnTo>
                      <a:lnTo>
                        <a:pt x="1973" y="1271"/>
                      </a:lnTo>
                      <a:lnTo>
                        <a:pt x="1975" y="1271"/>
                      </a:lnTo>
                      <a:lnTo>
                        <a:pt x="1976" y="1271"/>
                      </a:lnTo>
                      <a:lnTo>
                        <a:pt x="1977" y="1271"/>
                      </a:lnTo>
                      <a:lnTo>
                        <a:pt x="1979" y="1271"/>
                      </a:lnTo>
                      <a:lnTo>
                        <a:pt x="1980" y="1271"/>
                      </a:lnTo>
                      <a:lnTo>
                        <a:pt x="1982" y="1271"/>
                      </a:lnTo>
                      <a:lnTo>
                        <a:pt x="1983" y="1271"/>
                      </a:lnTo>
                      <a:lnTo>
                        <a:pt x="1984" y="1271"/>
                      </a:lnTo>
                      <a:lnTo>
                        <a:pt x="1986" y="1271"/>
                      </a:lnTo>
                      <a:lnTo>
                        <a:pt x="1987" y="1271"/>
                      </a:lnTo>
                      <a:lnTo>
                        <a:pt x="1989" y="1271"/>
                      </a:lnTo>
                      <a:lnTo>
                        <a:pt x="1990" y="1271"/>
                      </a:lnTo>
                      <a:lnTo>
                        <a:pt x="1991" y="1271"/>
                      </a:lnTo>
                      <a:lnTo>
                        <a:pt x="1993" y="1271"/>
                      </a:lnTo>
                      <a:lnTo>
                        <a:pt x="1994" y="1272"/>
                      </a:lnTo>
                      <a:lnTo>
                        <a:pt x="1996" y="1272"/>
                      </a:lnTo>
                      <a:lnTo>
                        <a:pt x="1997" y="1272"/>
                      </a:lnTo>
                      <a:lnTo>
                        <a:pt x="1999" y="1272"/>
                      </a:lnTo>
                      <a:lnTo>
                        <a:pt x="2000" y="1272"/>
                      </a:lnTo>
                      <a:lnTo>
                        <a:pt x="2001" y="1272"/>
                      </a:lnTo>
                      <a:lnTo>
                        <a:pt x="2003" y="1272"/>
                      </a:lnTo>
                      <a:lnTo>
                        <a:pt x="2004" y="1272"/>
                      </a:lnTo>
                      <a:lnTo>
                        <a:pt x="2006" y="1272"/>
                      </a:lnTo>
                      <a:lnTo>
                        <a:pt x="2007" y="1271"/>
                      </a:lnTo>
                      <a:lnTo>
                        <a:pt x="2008" y="1271"/>
                      </a:lnTo>
                      <a:lnTo>
                        <a:pt x="2010" y="1271"/>
                      </a:lnTo>
                      <a:lnTo>
                        <a:pt x="2011" y="1271"/>
                      </a:lnTo>
                      <a:lnTo>
                        <a:pt x="2013" y="1271"/>
                      </a:lnTo>
                      <a:lnTo>
                        <a:pt x="2014" y="1271"/>
                      </a:lnTo>
                      <a:lnTo>
                        <a:pt x="2015" y="1271"/>
                      </a:lnTo>
                      <a:lnTo>
                        <a:pt x="2017" y="1271"/>
                      </a:lnTo>
                      <a:lnTo>
                        <a:pt x="2018" y="1271"/>
                      </a:lnTo>
                      <a:lnTo>
                        <a:pt x="2020" y="1271"/>
                      </a:lnTo>
                      <a:lnTo>
                        <a:pt x="2021" y="1271"/>
                      </a:lnTo>
                      <a:lnTo>
                        <a:pt x="2022" y="1271"/>
                      </a:lnTo>
                      <a:lnTo>
                        <a:pt x="2024" y="1271"/>
                      </a:lnTo>
                      <a:lnTo>
                        <a:pt x="2025" y="1271"/>
                      </a:lnTo>
                      <a:lnTo>
                        <a:pt x="2027" y="1271"/>
                      </a:lnTo>
                      <a:lnTo>
                        <a:pt x="2028" y="1271"/>
                      </a:lnTo>
                      <a:lnTo>
                        <a:pt x="2029" y="1272"/>
                      </a:lnTo>
                      <a:lnTo>
                        <a:pt x="2031" y="1272"/>
                      </a:lnTo>
                      <a:lnTo>
                        <a:pt x="2032" y="1272"/>
                      </a:lnTo>
                      <a:lnTo>
                        <a:pt x="2034" y="1272"/>
                      </a:lnTo>
                      <a:lnTo>
                        <a:pt x="2035" y="1272"/>
                      </a:lnTo>
                      <a:lnTo>
                        <a:pt x="2036" y="1272"/>
                      </a:lnTo>
                      <a:lnTo>
                        <a:pt x="2038" y="1272"/>
                      </a:lnTo>
                      <a:lnTo>
                        <a:pt x="2039" y="1272"/>
                      </a:lnTo>
                      <a:lnTo>
                        <a:pt x="2041" y="1272"/>
                      </a:lnTo>
                      <a:lnTo>
                        <a:pt x="2042" y="1272"/>
                      </a:lnTo>
                      <a:lnTo>
                        <a:pt x="2043" y="1272"/>
                      </a:lnTo>
                      <a:lnTo>
                        <a:pt x="2045" y="1271"/>
                      </a:lnTo>
                      <a:lnTo>
                        <a:pt x="2046" y="1271"/>
                      </a:lnTo>
                      <a:lnTo>
                        <a:pt x="2048" y="1271"/>
                      </a:lnTo>
                      <a:lnTo>
                        <a:pt x="2049" y="1271"/>
                      </a:lnTo>
                      <a:lnTo>
                        <a:pt x="2050" y="1271"/>
                      </a:lnTo>
                      <a:lnTo>
                        <a:pt x="2052" y="1271"/>
                      </a:lnTo>
                      <a:lnTo>
                        <a:pt x="2053" y="1271"/>
                      </a:lnTo>
                      <a:lnTo>
                        <a:pt x="2055" y="1271"/>
                      </a:lnTo>
                      <a:lnTo>
                        <a:pt x="2056" y="1270"/>
                      </a:lnTo>
                      <a:lnTo>
                        <a:pt x="2057" y="1270"/>
                      </a:lnTo>
                      <a:lnTo>
                        <a:pt x="2059" y="1270"/>
                      </a:lnTo>
                      <a:lnTo>
                        <a:pt x="2060" y="1270"/>
                      </a:lnTo>
                      <a:lnTo>
                        <a:pt x="2062" y="1270"/>
                      </a:lnTo>
                      <a:lnTo>
                        <a:pt x="2063" y="1270"/>
                      </a:lnTo>
                      <a:lnTo>
                        <a:pt x="2065" y="1270"/>
                      </a:lnTo>
                      <a:lnTo>
                        <a:pt x="2066" y="1270"/>
                      </a:lnTo>
                      <a:lnTo>
                        <a:pt x="2067" y="1270"/>
                      </a:lnTo>
                      <a:lnTo>
                        <a:pt x="2069" y="1270"/>
                      </a:lnTo>
                      <a:lnTo>
                        <a:pt x="2070" y="1270"/>
                      </a:lnTo>
                      <a:lnTo>
                        <a:pt x="2072" y="1270"/>
                      </a:lnTo>
                      <a:lnTo>
                        <a:pt x="2073" y="1270"/>
                      </a:lnTo>
                      <a:lnTo>
                        <a:pt x="2074" y="1270"/>
                      </a:lnTo>
                      <a:lnTo>
                        <a:pt x="2076" y="1270"/>
                      </a:lnTo>
                      <a:lnTo>
                        <a:pt x="2077" y="1270"/>
                      </a:lnTo>
                      <a:lnTo>
                        <a:pt x="2079" y="1270"/>
                      </a:lnTo>
                      <a:lnTo>
                        <a:pt x="2080" y="1270"/>
                      </a:lnTo>
                      <a:lnTo>
                        <a:pt x="2081" y="1270"/>
                      </a:lnTo>
                      <a:lnTo>
                        <a:pt x="2083" y="1270"/>
                      </a:lnTo>
                      <a:lnTo>
                        <a:pt x="2084" y="1270"/>
                      </a:lnTo>
                      <a:lnTo>
                        <a:pt x="2086" y="1270"/>
                      </a:lnTo>
                      <a:lnTo>
                        <a:pt x="2087" y="1270"/>
                      </a:lnTo>
                      <a:lnTo>
                        <a:pt x="2088" y="1270"/>
                      </a:lnTo>
                      <a:lnTo>
                        <a:pt x="2090" y="1270"/>
                      </a:lnTo>
                      <a:lnTo>
                        <a:pt x="2091" y="1270"/>
                      </a:lnTo>
                      <a:lnTo>
                        <a:pt x="2093" y="1270"/>
                      </a:lnTo>
                      <a:lnTo>
                        <a:pt x="2094" y="1270"/>
                      </a:lnTo>
                      <a:lnTo>
                        <a:pt x="2095" y="1270"/>
                      </a:lnTo>
                      <a:lnTo>
                        <a:pt x="2097" y="1270"/>
                      </a:lnTo>
                      <a:lnTo>
                        <a:pt x="2098" y="1270"/>
                      </a:lnTo>
                      <a:lnTo>
                        <a:pt x="2100" y="1270"/>
                      </a:lnTo>
                      <a:lnTo>
                        <a:pt x="2101" y="1270"/>
                      </a:lnTo>
                      <a:lnTo>
                        <a:pt x="2102" y="1270"/>
                      </a:lnTo>
                      <a:lnTo>
                        <a:pt x="2104" y="1270"/>
                      </a:lnTo>
                      <a:lnTo>
                        <a:pt x="2105" y="1271"/>
                      </a:lnTo>
                      <a:lnTo>
                        <a:pt x="2107" y="1271"/>
                      </a:lnTo>
                      <a:lnTo>
                        <a:pt x="2108" y="1271"/>
                      </a:lnTo>
                      <a:lnTo>
                        <a:pt x="2109" y="1271"/>
                      </a:lnTo>
                      <a:lnTo>
                        <a:pt x="2111" y="1271"/>
                      </a:lnTo>
                      <a:lnTo>
                        <a:pt x="2112" y="1271"/>
                      </a:lnTo>
                      <a:lnTo>
                        <a:pt x="2114" y="1271"/>
                      </a:lnTo>
                      <a:lnTo>
                        <a:pt x="2115" y="1271"/>
                      </a:lnTo>
                      <a:lnTo>
                        <a:pt x="2116" y="1271"/>
                      </a:lnTo>
                      <a:lnTo>
                        <a:pt x="2118" y="1271"/>
                      </a:lnTo>
                      <a:lnTo>
                        <a:pt x="2119" y="1271"/>
                      </a:lnTo>
                      <a:lnTo>
                        <a:pt x="2121" y="1271"/>
                      </a:lnTo>
                      <a:lnTo>
                        <a:pt x="2122" y="1271"/>
                      </a:lnTo>
                      <a:lnTo>
                        <a:pt x="2124" y="1271"/>
                      </a:lnTo>
                      <a:lnTo>
                        <a:pt x="2125" y="1271"/>
                      </a:lnTo>
                      <a:lnTo>
                        <a:pt x="2126" y="1271"/>
                      </a:lnTo>
                      <a:lnTo>
                        <a:pt x="2128" y="1271"/>
                      </a:lnTo>
                      <a:lnTo>
                        <a:pt x="2129" y="1271"/>
                      </a:lnTo>
                      <a:lnTo>
                        <a:pt x="2131" y="1271"/>
                      </a:lnTo>
                      <a:lnTo>
                        <a:pt x="2132" y="1271"/>
                      </a:lnTo>
                      <a:lnTo>
                        <a:pt x="2133" y="1271"/>
                      </a:lnTo>
                      <a:lnTo>
                        <a:pt x="2135" y="1271"/>
                      </a:lnTo>
                      <a:lnTo>
                        <a:pt x="2136" y="1271"/>
                      </a:lnTo>
                      <a:lnTo>
                        <a:pt x="2138" y="1271"/>
                      </a:lnTo>
                      <a:lnTo>
                        <a:pt x="2139" y="1271"/>
                      </a:lnTo>
                      <a:lnTo>
                        <a:pt x="2140" y="1271"/>
                      </a:lnTo>
                      <a:lnTo>
                        <a:pt x="2142" y="1271"/>
                      </a:lnTo>
                      <a:lnTo>
                        <a:pt x="2143" y="1271"/>
                      </a:lnTo>
                      <a:lnTo>
                        <a:pt x="2145" y="1271"/>
                      </a:lnTo>
                      <a:lnTo>
                        <a:pt x="2146" y="1271"/>
                      </a:lnTo>
                      <a:lnTo>
                        <a:pt x="2147" y="1271"/>
                      </a:lnTo>
                      <a:lnTo>
                        <a:pt x="2149" y="1271"/>
                      </a:lnTo>
                      <a:lnTo>
                        <a:pt x="2150" y="1271"/>
                      </a:lnTo>
                      <a:lnTo>
                        <a:pt x="2152" y="1271"/>
                      </a:lnTo>
                      <a:lnTo>
                        <a:pt x="2153" y="1271"/>
                      </a:lnTo>
                      <a:lnTo>
                        <a:pt x="2154" y="1271"/>
                      </a:lnTo>
                      <a:lnTo>
                        <a:pt x="2156" y="1271"/>
                      </a:lnTo>
                      <a:lnTo>
                        <a:pt x="2157" y="1271"/>
                      </a:lnTo>
                      <a:lnTo>
                        <a:pt x="2159" y="1271"/>
                      </a:lnTo>
                      <a:lnTo>
                        <a:pt x="2160" y="1271"/>
                      </a:lnTo>
                      <a:lnTo>
                        <a:pt x="2161" y="1271"/>
                      </a:lnTo>
                    </a:path>
                  </a:pathLst>
                </a:custGeom>
                <a:noFill/>
                <a:ln cap="flat" cmpd="sng" w="25400">
                  <a:solidFill>
                    <a:srgbClr val="228B2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450" name="Google Shape;450;p16"/>
                <p:cNvSpPr/>
                <p:nvPr/>
              </p:nvSpPr>
              <p:spPr>
                <a:xfrm flipH="1" rot="10800000">
                  <a:off x="10336213" y="4054475"/>
                  <a:ext cx="354012" cy="7938"/>
                </a:xfrm>
                <a:custGeom>
                  <a:rect b="b" l="l" r="r" t="t"/>
                  <a:pathLst>
                    <a:path extrusionOk="0" h="6" w="240">
                      <a:moveTo>
                        <a:pt x="0" y="6"/>
                      </a:moveTo>
                      <a:lnTo>
                        <a:pt x="1" y="6"/>
                      </a:lnTo>
                      <a:lnTo>
                        <a:pt x="2" y="6"/>
                      </a:lnTo>
                      <a:lnTo>
                        <a:pt x="4" y="6"/>
                      </a:lnTo>
                      <a:lnTo>
                        <a:pt x="5" y="6"/>
                      </a:lnTo>
                      <a:lnTo>
                        <a:pt x="7" y="6"/>
                      </a:lnTo>
                      <a:lnTo>
                        <a:pt x="8" y="5"/>
                      </a:lnTo>
                      <a:lnTo>
                        <a:pt x="9" y="4"/>
                      </a:lnTo>
                      <a:lnTo>
                        <a:pt x="11" y="1"/>
                      </a:lnTo>
                      <a:lnTo>
                        <a:pt x="12" y="1"/>
                      </a:lnTo>
                      <a:lnTo>
                        <a:pt x="14" y="1"/>
                      </a:lnTo>
                      <a:lnTo>
                        <a:pt x="15" y="1"/>
                      </a:lnTo>
                      <a:lnTo>
                        <a:pt x="16" y="1"/>
                      </a:lnTo>
                      <a:lnTo>
                        <a:pt x="18" y="1"/>
                      </a:lnTo>
                      <a:lnTo>
                        <a:pt x="19" y="1"/>
                      </a:lnTo>
                      <a:lnTo>
                        <a:pt x="21" y="1"/>
                      </a:lnTo>
                      <a:lnTo>
                        <a:pt x="22" y="0"/>
                      </a:lnTo>
                      <a:lnTo>
                        <a:pt x="23" y="0"/>
                      </a:lnTo>
                      <a:lnTo>
                        <a:pt x="25" y="0"/>
                      </a:lnTo>
                      <a:lnTo>
                        <a:pt x="26" y="0"/>
                      </a:lnTo>
                      <a:lnTo>
                        <a:pt x="28" y="0"/>
                      </a:lnTo>
                      <a:lnTo>
                        <a:pt x="29" y="0"/>
                      </a:lnTo>
                      <a:lnTo>
                        <a:pt x="31" y="0"/>
                      </a:lnTo>
                      <a:lnTo>
                        <a:pt x="32" y="0"/>
                      </a:lnTo>
                      <a:lnTo>
                        <a:pt x="33" y="4"/>
                      </a:lnTo>
                      <a:lnTo>
                        <a:pt x="35" y="4"/>
                      </a:lnTo>
                      <a:lnTo>
                        <a:pt x="36" y="4"/>
                      </a:lnTo>
                      <a:lnTo>
                        <a:pt x="38" y="4"/>
                      </a:lnTo>
                      <a:lnTo>
                        <a:pt x="39" y="4"/>
                      </a:lnTo>
                      <a:lnTo>
                        <a:pt x="40" y="4"/>
                      </a:lnTo>
                      <a:lnTo>
                        <a:pt x="42" y="4"/>
                      </a:lnTo>
                      <a:lnTo>
                        <a:pt x="43" y="3"/>
                      </a:lnTo>
                      <a:lnTo>
                        <a:pt x="45" y="3"/>
                      </a:lnTo>
                      <a:lnTo>
                        <a:pt x="46" y="3"/>
                      </a:lnTo>
                      <a:lnTo>
                        <a:pt x="47" y="3"/>
                      </a:lnTo>
                      <a:lnTo>
                        <a:pt x="49" y="3"/>
                      </a:lnTo>
                      <a:lnTo>
                        <a:pt x="50" y="2"/>
                      </a:lnTo>
                      <a:lnTo>
                        <a:pt x="52" y="2"/>
                      </a:lnTo>
                      <a:lnTo>
                        <a:pt x="53" y="2"/>
                      </a:lnTo>
                      <a:lnTo>
                        <a:pt x="54" y="2"/>
                      </a:lnTo>
                      <a:lnTo>
                        <a:pt x="56" y="3"/>
                      </a:lnTo>
                      <a:lnTo>
                        <a:pt x="57" y="2"/>
                      </a:lnTo>
                      <a:lnTo>
                        <a:pt x="59" y="2"/>
                      </a:lnTo>
                      <a:lnTo>
                        <a:pt x="60" y="2"/>
                      </a:lnTo>
                      <a:lnTo>
                        <a:pt x="61" y="1"/>
                      </a:lnTo>
                      <a:lnTo>
                        <a:pt x="63" y="1"/>
                      </a:lnTo>
                      <a:lnTo>
                        <a:pt x="64" y="1"/>
                      </a:lnTo>
                      <a:lnTo>
                        <a:pt x="66" y="1"/>
                      </a:lnTo>
                      <a:lnTo>
                        <a:pt x="67" y="0"/>
                      </a:lnTo>
                      <a:lnTo>
                        <a:pt x="68" y="1"/>
                      </a:lnTo>
                      <a:lnTo>
                        <a:pt x="70" y="1"/>
                      </a:lnTo>
                      <a:lnTo>
                        <a:pt x="71" y="1"/>
                      </a:lnTo>
                      <a:lnTo>
                        <a:pt x="73" y="1"/>
                      </a:lnTo>
                      <a:lnTo>
                        <a:pt x="74" y="1"/>
                      </a:lnTo>
                      <a:lnTo>
                        <a:pt x="75" y="1"/>
                      </a:lnTo>
                      <a:lnTo>
                        <a:pt x="77" y="1"/>
                      </a:lnTo>
                      <a:lnTo>
                        <a:pt x="78" y="1"/>
                      </a:lnTo>
                      <a:lnTo>
                        <a:pt x="80" y="1"/>
                      </a:lnTo>
                      <a:lnTo>
                        <a:pt x="81" y="1"/>
                      </a:lnTo>
                      <a:lnTo>
                        <a:pt x="82" y="1"/>
                      </a:lnTo>
                      <a:lnTo>
                        <a:pt x="84" y="1"/>
                      </a:lnTo>
                      <a:lnTo>
                        <a:pt x="85" y="1"/>
                      </a:lnTo>
                      <a:lnTo>
                        <a:pt x="87" y="1"/>
                      </a:lnTo>
                      <a:lnTo>
                        <a:pt x="88" y="1"/>
                      </a:lnTo>
                      <a:lnTo>
                        <a:pt x="90" y="1"/>
                      </a:lnTo>
                      <a:lnTo>
                        <a:pt x="91" y="1"/>
                      </a:lnTo>
                      <a:lnTo>
                        <a:pt x="92" y="1"/>
                      </a:lnTo>
                      <a:lnTo>
                        <a:pt x="94" y="1"/>
                      </a:lnTo>
                      <a:lnTo>
                        <a:pt x="95" y="1"/>
                      </a:lnTo>
                      <a:lnTo>
                        <a:pt x="97" y="1"/>
                      </a:lnTo>
                      <a:lnTo>
                        <a:pt x="98" y="1"/>
                      </a:lnTo>
                      <a:lnTo>
                        <a:pt x="99" y="1"/>
                      </a:lnTo>
                      <a:lnTo>
                        <a:pt x="101" y="1"/>
                      </a:lnTo>
                      <a:lnTo>
                        <a:pt x="102" y="1"/>
                      </a:lnTo>
                      <a:lnTo>
                        <a:pt x="104" y="1"/>
                      </a:lnTo>
                      <a:lnTo>
                        <a:pt x="105" y="1"/>
                      </a:lnTo>
                      <a:lnTo>
                        <a:pt x="106" y="1"/>
                      </a:lnTo>
                      <a:lnTo>
                        <a:pt x="108" y="1"/>
                      </a:lnTo>
                      <a:lnTo>
                        <a:pt x="109" y="1"/>
                      </a:lnTo>
                      <a:lnTo>
                        <a:pt x="111" y="1"/>
                      </a:lnTo>
                      <a:lnTo>
                        <a:pt x="112" y="1"/>
                      </a:lnTo>
                      <a:lnTo>
                        <a:pt x="113" y="1"/>
                      </a:lnTo>
                      <a:lnTo>
                        <a:pt x="115" y="1"/>
                      </a:lnTo>
                      <a:lnTo>
                        <a:pt x="116" y="1"/>
                      </a:lnTo>
                      <a:lnTo>
                        <a:pt x="118" y="1"/>
                      </a:lnTo>
                      <a:lnTo>
                        <a:pt x="119" y="1"/>
                      </a:lnTo>
                      <a:lnTo>
                        <a:pt x="120" y="1"/>
                      </a:lnTo>
                      <a:lnTo>
                        <a:pt x="122" y="1"/>
                      </a:lnTo>
                      <a:lnTo>
                        <a:pt x="123" y="1"/>
                      </a:lnTo>
                      <a:lnTo>
                        <a:pt x="125" y="2"/>
                      </a:lnTo>
                      <a:lnTo>
                        <a:pt x="126" y="2"/>
                      </a:lnTo>
                      <a:lnTo>
                        <a:pt x="127" y="2"/>
                      </a:lnTo>
                      <a:lnTo>
                        <a:pt x="129" y="2"/>
                      </a:lnTo>
                      <a:lnTo>
                        <a:pt x="130" y="2"/>
                      </a:lnTo>
                      <a:lnTo>
                        <a:pt x="132" y="2"/>
                      </a:lnTo>
                      <a:lnTo>
                        <a:pt x="133" y="2"/>
                      </a:lnTo>
                      <a:lnTo>
                        <a:pt x="134" y="2"/>
                      </a:lnTo>
                      <a:lnTo>
                        <a:pt x="136" y="2"/>
                      </a:lnTo>
                      <a:lnTo>
                        <a:pt x="137" y="2"/>
                      </a:lnTo>
                      <a:lnTo>
                        <a:pt x="139" y="2"/>
                      </a:lnTo>
                      <a:lnTo>
                        <a:pt x="140" y="2"/>
                      </a:lnTo>
                      <a:lnTo>
                        <a:pt x="141" y="2"/>
                      </a:lnTo>
                      <a:lnTo>
                        <a:pt x="143" y="2"/>
                      </a:lnTo>
                      <a:lnTo>
                        <a:pt x="144" y="2"/>
                      </a:lnTo>
                      <a:lnTo>
                        <a:pt x="146" y="2"/>
                      </a:lnTo>
                      <a:lnTo>
                        <a:pt x="147" y="2"/>
                      </a:lnTo>
                      <a:lnTo>
                        <a:pt x="148" y="2"/>
                      </a:lnTo>
                      <a:lnTo>
                        <a:pt x="150" y="2"/>
                      </a:lnTo>
                      <a:lnTo>
                        <a:pt x="151" y="2"/>
                      </a:lnTo>
                      <a:lnTo>
                        <a:pt x="153" y="2"/>
                      </a:lnTo>
                      <a:lnTo>
                        <a:pt x="154" y="2"/>
                      </a:lnTo>
                      <a:lnTo>
                        <a:pt x="156" y="2"/>
                      </a:lnTo>
                      <a:lnTo>
                        <a:pt x="157" y="2"/>
                      </a:lnTo>
                      <a:lnTo>
                        <a:pt x="158" y="2"/>
                      </a:lnTo>
                      <a:lnTo>
                        <a:pt x="160" y="2"/>
                      </a:lnTo>
                      <a:lnTo>
                        <a:pt x="161" y="2"/>
                      </a:lnTo>
                      <a:lnTo>
                        <a:pt x="163" y="2"/>
                      </a:lnTo>
                      <a:lnTo>
                        <a:pt x="164" y="2"/>
                      </a:lnTo>
                      <a:lnTo>
                        <a:pt x="165" y="2"/>
                      </a:lnTo>
                      <a:lnTo>
                        <a:pt x="167" y="2"/>
                      </a:lnTo>
                      <a:lnTo>
                        <a:pt x="168" y="2"/>
                      </a:lnTo>
                      <a:lnTo>
                        <a:pt x="170" y="2"/>
                      </a:lnTo>
                      <a:lnTo>
                        <a:pt x="171" y="2"/>
                      </a:lnTo>
                      <a:lnTo>
                        <a:pt x="172" y="2"/>
                      </a:lnTo>
                      <a:lnTo>
                        <a:pt x="174" y="2"/>
                      </a:lnTo>
                      <a:lnTo>
                        <a:pt x="175" y="2"/>
                      </a:lnTo>
                      <a:lnTo>
                        <a:pt x="177" y="2"/>
                      </a:lnTo>
                      <a:lnTo>
                        <a:pt x="178" y="2"/>
                      </a:lnTo>
                      <a:lnTo>
                        <a:pt x="179" y="3"/>
                      </a:lnTo>
                      <a:lnTo>
                        <a:pt x="181" y="3"/>
                      </a:lnTo>
                      <a:lnTo>
                        <a:pt x="182" y="3"/>
                      </a:lnTo>
                      <a:lnTo>
                        <a:pt x="184" y="3"/>
                      </a:lnTo>
                      <a:lnTo>
                        <a:pt x="185" y="3"/>
                      </a:lnTo>
                      <a:lnTo>
                        <a:pt x="186" y="3"/>
                      </a:lnTo>
                      <a:lnTo>
                        <a:pt x="188" y="3"/>
                      </a:lnTo>
                      <a:lnTo>
                        <a:pt x="189" y="3"/>
                      </a:lnTo>
                      <a:lnTo>
                        <a:pt x="191" y="3"/>
                      </a:lnTo>
                      <a:lnTo>
                        <a:pt x="192" y="3"/>
                      </a:lnTo>
                      <a:lnTo>
                        <a:pt x="193" y="3"/>
                      </a:lnTo>
                      <a:lnTo>
                        <a:pt x="195" y="3"/>
                      </a:lnTo>
                      <a:lnTo>
                        <a:pt x="196" y="3"/>
                      </a:lnTo>
                      <a:lnTo>
                        <a:pt x="198" y="3"/>
                      </a:lnTo>
                      <a:lnTo>
                        <a:pt x="199" y="3"/>
                      </a:lnTo>
                      <a:lnTo>
                        <a:pt x="200" y="3"/>
                      </a:lnTo>
                      <a:lnTo>
                        <a:pt x="202" y="3"/>
                      </a:lnTo>
                      <a:lnTo>
                        <a:pt x="203" y="3"/>
                      </a:lnTo>
                      <a:lnTo>
                        <a:pt x="205" y="3"/>
                      </a:lnTo>
                      <a:lnTo>
                        <a:pt x="206" y="3"/>
                      </a:lnTo>
                      <a:lnTo>
                        <a:pt x="207" y="3"/>
                      </a:lnTo>
                      <a:lnTo>
                        <a:pt x="209" y="3"/>
                      </a:lnTo>
                      <a:lnTo>
                        <a:pt x="210" y="3"/>
                      </a:lnTo>
                      <a:lnTo>
                        <a:pt x="212" y="3"/>
                      </a:lnTo>
                      <a:lnTo>
                        <a:pt x="213" y="3"/>
                      </a:lnTo>
                      <a:lnTo>
                        <a:pt x="214" y="3"/>
                      </a:lnTo>
                      <a:lnTo>
                        <a:pt x="216" y="3"/>
                      </a:lnTo>
                      <a:lnTo>
                        <a:pt x="217" y="3"/>
                      </a:lnTo>
                      <a:lnTo>
                        <a:pt x="219" y="3"/>
                      </a:lnTo>
                      <a:lnTo>
                        <a:pt x="220" y="3"/>
                      </a:lnTo>
                      <a:lnTo>
                        <a:pt x="222" y="3"/>
                      </a:lnTo>
                      <a:lnTo>
                        <a:pt x="223" y="3"/>
                      </a:lnTo>
                      <a:lnTo>
                        <a:pt x="224" y="3"/>
                      </a:lnTo>
                      <a:lnTo>
                        <a:pt x="226" y="3"/>
                      </a:lnTo>
                      <a:lnTo>
                        <a:pt x="227" y="3"/>
                      </a:lnTo>
                      <a:lnTo>
                        <a:pt x="229" y="3"/>
                      </a:lnTo>
                      <a:lnTo>
                        <a:pt x="230" y="3"/>
                      </a:lnTo>
                      <a:lnTo>
                        <a:pt x="231" y="3"/>
                      </a:lnTo>
                      <a:lnTo>
                        <a:pt x="233" y="3"/>
                      </a:lnTo>
                      <a:lnTo>
                        <a:pt x="234" y="3"/>
                      </a:lnTo>
                      <a:lnTo>
                        <a:pt x="236" y="3"/>
                      </a:lnTo>
                      <a:lnTo>
                        <a:pt x="237" y="3"/>
                      </a:lnTo>
                      <a:lnTo>
                        <a:pt x="238" y="3"/>
                      </a:lnTo>
                      <a:lnTo>
                        <a:pt x="240" y="3"/>
                      </a:lnTo>
                    </a:path>
                  </a:pathLst>
                </a:custGeom>
                <a:noFill/>
                <a:ln cap="flat" cmpd="sng" w="25400">
                  <a:solidFill>
                    <a:srgbClr val="228B2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451" name="Google Shape;451;p16"/>
                <p:cNvSpPr/>
                <p:nvPr/>
              </p:nvSpPr>
              <p:spPr>
                <a:xfrm flipH="1" rot="10800000">
                  <a:off x="6864350" y="3802063"/>
                  <a:ext cx="3192462" cy="373063"/>
                </a:xfrm>
                <a:custGeom>
                  <a:rect b="b" l="l" r="r" t="t"/>
                  <a:pathLst>
                    <a:path extrusionOk="0" h="252" w="2161">
                      <a:moveTo>
                        <a:pt x="0" y="15"/>
                      </a:moveTo>
                      <a:lnTo>
                        <a:pt x="1" y="15"/>
                      </a:lnTo>
                      <a:lnTo>
                        <a:pt x="3" y="15"/>
                      </a:lnTo>
                      <a:lnTo>
                        <a:pt x="4" y="15"/>
                      </a:lnTo>
                      <a:lnTo>
                        <a:pt x="6" y="15"/>
                      </a:lnTo>
                      <a:lnTo>
                        <a:pt x="7" y="15"/>
                      </a:lnTo>
                      <a:lnTo>
                        <a:pt x="8" y="15"/>
                      </a:lnTo>
                      <a:lnTo>
                        <a:pt x="10" y="15"/>
                      </a:lnTo>
                      <a:lnTo>
                        <a:pt x="11" y="15"/>
                      </a:lnTo>
                      <a:lnTo>
                        <a:pt x="13" y="15"/>
                      </a:lnTo>
                      <a:lnTo>
                        <a:pt x="14" y="15"/>
                      </a:lnTo>
                      <a:lnTo>
                        <a:pt x="15" y="15"/>
                      </a:lnTo>
                      <a:lnTo>
                        <a:pt x="17" y="15"/>
                      </a:lnTo>
                      <a:lnTo>
                        <a:pt x="18" y="15"/>
                      </a:lnTo>
                      <a:lnTo>
                        <a:pt x="20" y="15"/>
                      </a:lnTo>
                      <a:lnTo>
                        <a:pt x="21" y="15"/>
                      </a:lnTo>
                      <a:lnTo>
                        <a:pt x="22" y="15"/>
                      </a:lnTo>
                      <a:lnTo>
                        <a:pt x="24" y="15"/>
                      </a:lnTo>
                      <a:lnTo>
                        <a:pt x="25" y="15"/>
                      </a:lnTo>
                      <a:lnTo>
                        <a:pt x="27" y="14"/>
                      </a:lnTo>
                      <a:lnTo>
                        <a:pt x="28" y="15"/>
                      </a:lnTo>
                      <a:lnTo>
                        <a:pt x="30" y="15"/>
                      </a:lnTo>
                      <a:lnTo>
                        <a:pt x="31" y="15"/>
                      </a:lnTo>
                      <a:lnTo>
                        <a:pt x="32" y="15"/>
                      </a:lnTo>
                      <a:lnTo>
                        <a:pt x="34" y="15"/>
                      </a:lnTo>
                      <a:lnTo>
                        <a:pt x="35" y="15"/>
                      </a:lnTo>
                      <a:lnTo>
                        <a:pt x="37" y="15"/>
                      </a:lnTo>
                      <a:lnTo>
                        <a:pt x="38" y="15"/>
                      </a:lnTo>
                      <a:lnTo>
                        <a:pt x="39" y="15"/>
                      </a:lnTo>
                      <a:lnTo>
                        <a:pt x="41" y="15"/>
                      </a:lnTo>
                      <a:lnTo>
                        <a:pt x="42" y="15"/>
                      </a:lnTo>
                      <a:lnTo>
                        <a:pt x="44" y="15"/>
                      </a:lnTo>
                      <a:lnTo>
                        <a:pt x="45" y="15"/>
                      </a:lnTo>
                      <a:lnTo>
                        <a:pt x="46" y="15"/>
                      </a:lnTo>
                      <a:lnTo>
                        <a:pt x="48" y="15"/>
                      </a:lnTo>
                      <a:lnTo>
                        <a:pt x="49" y="15"/>
                      </a:lnTo>
                      <a:lnTo>
                        <a:pt x="51" y="15"/>
                      </a:lnTo>
                      <a:lnTo>
                        <a:pt x="52" y="15"/>
                      </a:lnTo>
                      <a:lnTo>
                        <a:pt x="53" y="15"/>
                      </a:lnTo>
                      <a:lnTo>
                        <a:pt x="55" y="15"/>
                      </a:lnTo>
                      <a:lnTo>
                        <a:pt x="56" y="15"/>
                      </a:lnTo>
                      <a:lnTo>
                        <a:pt x="58" y="15"/>
                      </a:lnTo>
                      <a:lnTo>
                        <a:pt x="59" y="15"/>
                      </a:lnTo>
                      <a:lnTo>
                        <a:pt x="60" y="15"/>
                      </a:lnTo>
                      <a:lnTo>
                        <a:pt x="62" y="15"/>
                      </a:lnTo>
                      <a:lnTo>
                        <a:pt x="63" y="15"/>
                      </a:lnTo>
                      <a:lnTo>
                        <a:pt x="65" y="15"/>
                      </a:lnTo>
                      <a:lnTo>
                        <a:pt x="66" y="15"/>
                      </a:lnTo>
                      <a:lnTo>
                        <a:pt x="67" y="15"/>
                      </a:lnTo>
                      <a:lnTo>
                        <a:pt x="69" y="15"/>
                      </a:lnTo>
                      <a:lnTo>
                        <a:pt x="70" y="15"/>
                      </a:lnTo>
                      <a:lnTo>
                        <a:pt x="72" y="15"/>
                      </a:lnTo>
                      <a:lnTo>
                        <a:pt x="73" y="15"/>
                      </a:lnTo>
                      <a:lnTo>
                        <a:pt x="74" y="15"/>
                      </a:lnTo>
                      <a:lnTo>
                        <a:pt x="76" y="15"/>
                      </a:lnTo>
                      <a:lnTo>
                        <a:pt x="77" y="15"/>
                      </a:lnTo>
                      <a:lnTo>
                        <a:pt x="79" y="15"/>
                      </a:lnTo>
                      <a:lnTo>
                        <a:pt x="80" y="15"/>
                      </a:lnTo>
                      <a:lnTo>
                        <a:pt x="81" y="15"/>
                      </a:lnTo>
                      <a:lnTo>
                        <a:pt x="83" y="15"/>
                      </a:lnTo>
                      <a:lnTo>
                        <a:pt x="84" y="15"/>
                      </a:lnTo>
                      <a:lnTo>
                        <a:pt x="86" y="15"/>
                      </a:lnTo>
                      <a:lnTo>
                        <a:pt x="87" y="15"/>
                      </a:lnTo>
                      <a:lnTo>
                        <a:pt x="88" y="15"/>
                      </a:lnTo>
                      <a:lnTo>
                        <a:pt x="90" y="15"/>
                      </a:lnTo>
                      <a:lnTo>
                        <a:pt x="91" y="15"/>
                      </a:lnTo>
                      <a:lnTo>
                        <a:pt x="93" y="15"/>
                      </a:lnTo>
                      <a:lnTo>
                        <a:pt x="94" y="15"/>
                      </a:lnTo>
                      <a:lnTo>
                        <a:pt x="96" y="15"/>
                      </a:lnTo>
                      <a:lnTo>
                        <a:pt x="97" y="15"/>
                      </a:lnTo>
                      <a:lnTo>
                        <a:pt x="98" y="15"/>
                      </a:lnTo>
                      <a:lnTo>
                        <a:pt x="100" y="15"/>
                      </a:lnTo>
                      <a:lnTo>
                        <a:pt x="101" y="15"/>
                      </a:lnTo>
                      <a:lnTo>
                        <a:pt x="103" y="15"/>
                      </a:lnTo>
                      <a:lnTo>
                        <a:pt x="104" y="15"/>
                      </a:lnTo>
                      <a:lnTo>
                        <a:pt x="105" y="15"/>
                      </a:lnTo>
                      <a:lnTo>
                        <a:pt x="107" y="15"/>
                      </a:lnTo>
                      <a:lnTo>
                        <a:pt x="108" y="15"/>
                      </a:lnTo>
                      <a:lnTo>
                        <a:pt x="110" y="15"/>
                      </a:lnTo>
                      <a:lnTo>
                        <a:pt x="111" y="15"/>
                      </a:lnTo>
                      <a:lnTo>
                        <a:pt x="112" y="15"/>
                      </a:lnTo>
                      <a:lnTo>
                        <a:pt x="114" y="15"/>
                      </a:lnTo>
                      <a:lnTo>
                        <a:pt x="115" y="15"/>
                      </a:lnTo>
                      <a:lnTo>
                        <a:pt x="117" y="15"/>
                      </a:lnTo>
                      <a:lnTo>
                        <a:pt x="118" y="14"/>
                      </a:lnTo>
                      <a:lnTo>
                        <a:pt x="119" y="14"/>
                      </a:lnTo>
                      <a:lnTo>
                        <a:pt x="121" y="14"/>
                      </a:lnTo>
                      <a:lnTo>
                        <a:pt x="122" y="14"/>
                      </a:lnTo>
                      <a:lnTo>
                        <a:pt x="124" y="14"/>
                      </a:lnTo>
                      <a:lnTo>
                        <a:pt x="125" y="14"/>
                      </a:lnTo>
                      <a:lnTo>
                        <a:pt x="126" y="14"/>
                      </a:lnTo>
                      <a:lnTo>
                        <a:pt x="128" y="14"/>
                      </a:lnTo>
                      <a:lnTo>
                        <a:pt x="129" y="14"/>
                      </a:lnTo>
                      <a:lnTo>
                        <a:pt x="131" y="14"/>
                      </a:lnTo>
                      <a:lnTo>
                        <a:pt x="132" y="14"/>
                      </a:lnTo>
                      <a:lnTo>
                        <a:pt x="133" y="14"/>
                      </a:lnTo>
                      <a:lnTo>
                        <a:pt x="135" y="14"/>
                      </a:lnTo>
                      <a:lnTo>
                        <a:pt x="136" y="14"/>
                      </a:lnTo>
                      <a:lnTo>
                        <a:pt x="138" y="14"/>
                      </a:lnTo>
                      <a:lnTo>
                        <a:pt x="139" y="14"/>
                      </a:lnTo>
                      <a:lnTo>
                        <a:pt x="140" y="14"/>
                      </a:lnTo>
                      <a:lnTo>
                        <a:pt x="142" y="14"/>
                      </a:lnTo>
                      <a:lnTo>
                        <a:pt x="143" y="14"/>
                      </a:lnTo>
                      <a:lnTo>
                        <a:pt x="145" y="14"/>
                      </a:lnTo>
                      <a:lnTo>
                        <a:pt x="146" y="14"/>
                      </a:lnTo>
                      <a:lnTo>
                        <a:pt x="147" y="14"/>
                      </a:lnTo>
                      <a:lnTo>
                        <a:pt x="149" y="14"/>
                      </a:lnTo>
                      <a:lnTo>
                        <a:pt x="150" y="14"/>
                      </a:lnTo>
                      <a:lnTo>
                        <a:pt x="152" y="14"/>
                      </a:lnTo>
                      <a:lnTo>
                        <a:pt x="153" y="14"/>
                      </a:lnTo>
                      <a:lnTo>
                        <a:pt x="154" y="14"/>
                      </a:lnTo>
                      <a:lnTo>
                        <a:pt x="156" y="14"/>
                      </a:lnTo>
                      <a:lnTo>
                        <a:pt x="157" y="14"/>
                      </a:lnTo>
                      <a:lnTo>
                        <a:pt x="159" y="14"/>
                      </a:lnTo>
                      <a:lnTo>
                        <a:pt x="160" y="14"/>
                      </a:lnTo>
                      <a:lnTo>
                        <a:pt x="162" y="14"/>
                      </a:lnTo>
                      <a:lnTo>
                        <a:pt x="163" y="14"/>
                      </a:lnTo>
                      <a:lnTo>
                        <a:pt x="164" y="35"/>
                      </a:lnTo>
                      <a:lnTo>
                        <a:pt x="166" y="9"/>
                      </a:lnTo>
                      <a:lnTo>
                        <a:pt x="167" y="13"/>
                      </a:lnTo>
                      <a:lnTo>
                        <a:pt x="169" y="14"/>
                      </a:lnTo>
                      <a:lnTo>
                        <a:pt x="170" y="14"/>
                      </a:lnTo>
                      <a:lnTo>
                        <a:pt x="171" y="13"/>
                      </a:lnTo>
                      <a:lnTo>
                        <a:pt x="173" y="13"/>
                      </a:lnTo>
                      <a:lnTo>
                        <a:pt x="174" y="12"/>
                      </a:lnTo>
                      <a:lnTo>
                        <a:pt x="176" y="12"/>
                      </a:lnTo>
                      <a:lnTo>
                        <a:pt x="177" y="11"/>
                      </a:lnTo>
                      <a:lnTo>
                        <a:pt x="178" y="10"/>
                      </a:lnTo>
                      <a:lnTo>
                        <a:pt x="180" y="10"/>
                      </a:lnTo>
                      <a:lnTo>
                        <a:pt x="181" y="9"/>
                      </a:lnTo>
                      <a:lnTo>
                        <a:pt x="183" y="8"/>
                      </a:lnTo>
                      <a:lnTo>
                        <a:pt x="184" y="8"/>
                      </a:lnTo>
                      <a:lnTo>
                        <a:pt x="185" y="7"/>
                      </a:lnTo>
                      <a:lnTo>
                        <a:pt x="187" y="7"/>
                      </a:lnTo>
                      <a:lnTo>
                        <a:pt x="188" y="6"/>
                      </a:lnTo>
                      <a:lnTo>
                        <a:pt x="190" y="6"/>
                      </a:lnTo>
                      <a:lnTo>
                        <a:pt x="191" y="5"/>
                      </a:lnTo>
                      <a:lnTo>
                        <a:pt x="192" y="5"/>
                      </a:lnTo>
                      <a:lnTo>
                        <a:pt x="194" y="4"/>
                      </a:lnTo>
                      <a:lnTo>
                        <a:pt x="195" y="4"/>
                      </a:lnTo>
                      <a:lnTo>
                        <a:pt x="197" y="4"/>
                      </a:lnTo>
                      <a:lnTo>
                        <a:pt x="198" y="3"/>
                      </a:lnTo>
                      <a:lnTo>
                        <a:pt x="199" y="3"/>
                      </a:lnTo>
                      <a:lnTo>
                        <a:pt x="201" y="2"/>
                      </a:lnTo>
                      <a:lnTo>
                        <a:pt x="202" y="2"/>
                      </a:lnTo>
                      <a:lnTo>
                        <a:pt x="204" y="2"/>
                      </a:lnTo>
                      <a:lnTo>
                        <a:pt x="205" y="2"/>
                      </a:lnTo>
                      <a:lnTo>
                        <a:pt x="206" y="1"/>
                      </a:lnTo>
                      <a:lnTo>
                        <a:pt x="208" y="1"/>
                      </a:lnTo>
                      <a:lnTo>
                        <a:pt x="209" y="1"/>
                      </a:lnTo>
                      <a:lnTo>
                        <a:pt x="211" y="1"/>
                      </a:lnTo>
                      <a:lnTo>
                        <a:pt x="212" y="0"/>
                      </a:lnTo>
                      <a:lnTo>
                        <a:pt x="213" y="0"/>
                      </a:lnTo>
                      <a:lnTo>
                        <a:pt x="215" y="0"/>
                      </a:lnTo>
                      <a:lnTo>
                        <a:pt x="216" y="0"/>
                      </a:lnTo>
                      <a:lnTo>
                        <a:pt x="218" y="0"/>
                      </a:lnTo>
                      <a:lnTo>
                        <a:pt x="219" y="0"/>
                      </a:lnTo>
                      <a:lnTo>
                        <a:pt x="221" y="0"/>
                      </a:lnTo>
                      <a:lnTo>
                        <a:pt x="222" y="0"/>
                      </a:lnTo>
                      <a:lnTo>
                        <a:pt x="223" y="1"/>
                      </a:lnTo>
                      <a:lnTo>
                        <a:pt x="225" y="1"/>
                      </a:lnTo>
                      <a:lnTo>
                        <a:pt x="226" y="1"/>
                      </a:lnTo>
                      <a:lnTo>
                        <a:pt x="228" y="2"/>
                      </a:lnTo>
                      <a:lnTo>
                        <a:pt x="229" y="2"/>
                      </a:lnTo>
                      <a:lnTo>
                        <a:pt x="230" y="2"/>
                      </a:lnTo>
                      <a:lnTo>
                        <a:pt x="232" y="3"/>
                      </a:lnTo>
                      <a:lnTo>
                        <a:pt x="233" y="4"/>
                      </a:lnTo>
                      <a:lnTo>
                        <a:pt x="235" y="4"/>
                      </a:lnTo>
                      <a:lnTo>
                        <a:pt x="236" y="5"/>
                      </a:lnTo>
                      <a:lnTo>
                        <a:pt x="237" y="6"/>
                      </a:lnTo>
                      <a:lnTo>
                        <a:pt x="239" y="7"/>
                      </a:lnTo>
                      <a:lnTo>
                        <a:pt x="240" y="8"/>
                      </a:lnTo>
                      <a:lnTo>
                        <a:pt x="242" y="9"/>
                      </a:lnTo>
                      <a:lnTo>
                        <a:pt x="243" y="10"/>
                      </a:lnTo>
                      <a:lnTo>
                        <a:pt x="244" y="11"/>
                      </a:lnTo>
                      <a:lnTo>
                        <a:pt x="246" y="12"/>
                      </a:lnTo>
                      <a:lnTo>
                        <a:pt x="247" y="13"/>
                      </a:lnTo>
                      <a:lnTo>
                        <a:pt x="249" y="14"/>
                      </a:lnTo>
                      <a:lnTo>
                        <a:pt x="250" y="16"/>
                      </a:lnTo>
                      <a:lnTo>
                        <a:pt x="251" y="17"/>
                      </a:lnTo>
                      <a:lnTo>
                        <a:pt x="253" y="19"/>
                      </a:lnTo>
                      <a:lnTo>
                        <a:pt x="254" y="20"/>
                      </a:lnTo>
                      <a:lnTo>
                        <a:pt x="256" y="22"/>
                      </a:lnTo>
                      <a:lnTo>
                        <a:pt x="257" y="23"/>
                      </a:lnTo>
                      <a:lnTo>
                        <a:pt x="258" y="25"/>
                      </a:lnTo>
                      <a:lnTo>
                        <a:pt x="260" y="26"/>
                      </a:lnTo>
                      <a:lnTo>
                        <a:pt x="261" y="28"/>
                      </a:lnTo>
                      <a:lnTo>
                        <a:pt x="263" y="30"/>
                      </a:lnTo>
                      <a:lnTo>
                        <a:pt x="264" y="32"/>
                      </a:lnTo>
                      <a:lnTo>
                        <a:pt x="265" y="33"/>
                      </a:lnTo>
                      <a:lnTo>
                        <a:pt x="267" y="35"/>
                      </a:lnTo>
                      <a:lnTo>
                        <a:pt x="268" y="37"/>
                      </a:lnTo>
                      <a:lnTo>
                        <a:pt x="270" y="39"/>
                      </a:lnTo>
                      <a:lnTo>
                        <a:pt x="271" y="41"/>
                      </a:lnTo>
                      <a:lnTo>
                        <a:pt x="272" y="43"/>
                      </a:lnTo>
                      <a:lnTo>
                        <a:pt x="274" y="45"/>
                      </a:lnTo>
                      <a:lnTo>
                        <a:pt x="275" y="47"/>
                      </a:lnTo>
                      <a:lnTo>
                        <a:pt x="277" y="49"/>
                      </a:lnTo>
                      <a:lnTo>
                        <a:pt x="278" y="51"/>
                      </a:lnTo>
                      <a:lnTo>
                        <a:pt x="279" y="53"/>
                      </a:lnTo>
                      <a:lnTo>
                        <a:pt x="281" y="55"/>
                      </a:lnTo>
                      <a:lnTo>
                        <a:pt x="282" y="57"/>
                      </a:lnTo>
                      <a:lnTo>
                        <a:pt x="284" y="59"/>
                      </a:lnTo>
                      <a:lnTo>
                        <a:pt x="285" y="62"/>
                      </a:lnTo>
                      <a:lnTo>
                        <a:pt x="287" y="64"/>
                      </a:lnTo>
                      <a:lnTo>
                        <a:pt x="288" y="66"/>
                      </a:lnTo>
                      <a:lnTo>
                        <a:pt x="289" y="68"/>
                      </a:lnTo>
                      <a:lnTo>
                        <a:pt x="291" y="70"/>
                      </a:lnTo>
                      <a:lnTo>
                        <a:pt x="292" y="73"/>
                      </a:lnTo>
                      <a:lnTo>
                        <a:pt x="294" y="75"/>
                      </a:lnTo>
                      <a:lnTo>
                        <a:pt x="295" y="77"/>
                      </a:lnTo>
                      <a:lnTo>
                        <a:pt x="296" y="79"/>
                      </a:lnTo>
                      <a:lnTo>
                        <a:pt x="298" y="82"/>
                      </a:lnTo>
                      <a:lnTo>
                        <a:pt x="299" y="84"/>
                      </a:lnTo>
                      <a:lnTo>
                        <a:pt x="301" y="86"/>
                      </a:lnTo>
                      <a:lnTo>
                        <a:pt x="302" y="89"/>
                      </a:lnTo>
                      <a:lnTo>
                        <a:pt x="303" y="91"/>
                      </a:lnTo>
                      <a:lnTo>
                        <a:pt x="305" y="93"/>
                      </a:lnTo>
                      <a:lnTo>
                        <a:pt x="306" y="95"/>
                      </a:lnTo>
                      <a:lnTo>
                        <a:pt x="308" y="98"/>
                      </a:lnTo>
                      <a:lnTo>
                        <a:pt x="309" y="100"/>
                      </a:lnTo>
                      <a:lnTo>
                        <a:pt x="310" y="102"/>
                      </a:lnTo>
                      <a:lnTo>
                        <a:pt x="312" y="105"/>
                      </a:lnTo>
                      <a:lnTo>
                        <a:pt x="313" y="107"/>
                      </a:lnTo>
                      <a:lnTo>
                        <a:pt x="315" y="109"/>
                      </a:lnTo>
                      <a:lnTo>
                        <a:pt x="316" y="112"/>
                      </a:lnTo>
                      <a:lnTo>
                        <a:pt x="317" y="114"/>
                      </a:lnTo>
                      <a:lnTo>
                        <a:pt x="319" y="116"/>
                      </a:lnTo>
                      <a:lnTo>
                        <a:pt x="320" y="119"/>
                      </a:lnTo>
                      <a:lnTo>
                        <a:pt x="322" y="121"/>
                      </a:lnTo>
                      <a:lnTo>
                        <a:pt x="323" y="123"/>
                      </a:lnTo>
                      <a:lnTo>
                        <a:pt x="324" y="126"/>
                      </a:lnTo>
                      <a:lnTo>
                        <a:pt x="326" y="128"/>
                      </a:lnTo>
                      <a:lnTo>
                        <a:pt x="327" y="130"/>
                      </a:lnTo>
                      <a:lnTo>
                        <a:pt x="329" y="132"/>
                      </a:lnTo>
                      <a:lnTo>
                        <a:pt x="330" y="135"/>
                      </a:lnTo>
                      <a:lnTo>
                        <a:pt x="331" y="137"/>
                      </a:lnTo>
                      <a:lnTo>
                        <a:pt x="333" y="139"/>
                      </a:lnTo>
                      <a:lnTo>
                        <a:pt x="334" y="141"/>
                      </a:lnTo>
                      <a:lnTo>
                        <a:pt x="336" y="144"/>
                      </a:lnTo>
                      <a:lnTo>
                        <a:pt x="337" y="146"/>
                      </a:lnTo>
                      <a:lnTo>
                        <a:pt x="338" y="148"/>
                      </a:lnTo>
                      <a:lnTo>
                        <a:pt x="340" y="150"/>
                      </a:lnTo>
                      <a:lnTo>
                        <a:pt x="341" y="153"/>
                      </a:lnTo>
                      <a:lnTo>
                        <a:pt x="343" y="155"/>
                      </a:lnTo>
                      <a:lnTo>
                        <a:pt x="344" y="157"/>
                      </a:lnTo>
                      <a:lnTo>
                        <a:pt x="345" y="159"/>
                      </a:lnTo>
                      <a:lnTo>
                        <a:pt x="347" y="161"/>
                      </a:lnTo>
                      <a:lnTo>
                        <a:pt x="348" y="164"/>
                      </a:lnTo>
                      <a:lnTo>
                        <a:pt x="350" y="166"/>
                      </a:lnTo>
                      <a:lnTo>
                        <a:pt x="351" y="168"/>
                      </a:lnTo>
                      <a:lnTo>
                        <a:pt x="353" y="170"/>
                      </a:lnTo>
                      <a:lnTo>
                        <a:pt x="354" y="172"/>
                      </a:lnTo>
                      <a:lnTo>
                        <a:pt x="355" y="174"/>
                      </a:lnTo>
                      <a:lnTo>
                        <a:pt x="357" y="177"/>
                      </a:lnTo>
                      <a:lnTo>
                        <a:pt x="358" y="179"/>
                      </a:lnTo>
                      <a:lnTo>
                        <a:pt x="360" y="181"/>
                      </a:lnTo>
                      <a:lnTo>
                        <a:pt x="361" y="183"/>
                      </a:lnTo>
                      <a:lnTo>
                        <a:pt x="362" y="185"/>
                      </a:lnTo>
                      <a:lnTo>
                        <a:pt x="364" y="187"/>
                      </a:lnTo>
                      <a:lnTo>
                        <a:pt x="365" y="189"/>
                      </a:lnTo>
                      <a:lnTo>
                        <a:pt x="367" y="191"/>
                      </a:lnTo>
                      <a:lnTo>
                        <a:pt x="368" y="193"/>
                      </a:lnTo>
                      <a:lnTo>
                        <a:pt x="369" y="195"/>
                      </a:lnTo>
                      <a:lnTo>
                        <a:pt x="371" y="197"/>
                      </a:lnTo>
                      <a:lnTo>
                        <a:pt x="372" y="199"/>
                      </a:lnTo>
                      <a:lnTo>
                        <a:pt x="374" y="200"/>
                      </a:lnTo>
                      <a:lnTo>
                        <a:pt x="375" y="202"/>
                      </a:lnTo>
                      <a:lnTo>
                        <a:pt x="376" y="204"/>
                      </a:lnTo>
                      <a:lnTo>
                        <a:pt x="378" y="206"/>
                      </a:lnTo>
                      <a:lnTo>
                        <a:pt x="379" y="208"/>
                      </a:lnTo>
                      <a:lnTo>
                        <a:pt x="381" y="209"/>
                      </a:lnTo>
                      <a:lnTo>
                        <a:pt x="382" y="211"/>
                      </a:lnTo>
                      <a:lnTo>
                        <a:pt x="383" y="213"/>
                      </a:lnTo>
                      <a:lnTo>
                        <a:pt x="385" y="214"/>
                      </a:lnTo>
                      <a:lnTo>
                        <a:pt x="386" y="216"/>
                      </a:lnTo>
                      <a:lnTo>
                        <a:pt x="388" y="217"/>
                      </a:lnTo>
                      <a:lnTo>
                        <a:pt x="389" y="219"/>
                      </a:lnTo>
                      <a:lnTo>
                        <a:pt x="390" y="220"/>
                      </a:lnTo>
                      <a:lnTo>
                        <a:pt x="392" y="222"/>
                      </a:lnTo>
                      <a:lnTo>
                        <a:pt x="393" y="223"/>
                      </a:lnTo>
                      <a:lnTo>
                        <a:pt x="395" y="225"/>
                      </a:lnTo>
                      <a:lnTo>
                        <a:pt x="396" y="226"/>
                      </a:lnTo>
                      <a:lnTo>
                        <a:pt x="397" y="227"/>
                      </a:lnTo>
                      <a:lnTo>
                        <a:pt x="399" y="229"/>
                      </a:lnTo>
                      <a:lnTo>
                        <a:pt x="400" y="230"/>
                      </a:lnTo>
                      <a:lnTo>
                        <a:pt x="402" y="231"/>
                      </a:lnTo>
                      <a:lnTo>
                        <a:pt x="403" y="232"/>
                      </a:lnTo>
                      <a:lnTo>
                        <a:pt x="404" y="233"/>
                      </a:lnTo>
                      <a:lnTo>
                        <a:pt x="406" y="234"/>
                      </a:lnTo>
                      <a:lnTo>
                        <a:pt x="407" y="235"/>
                      </a:lnTo>
                      <a:lnTo>
                        <a:pt x="409" y="236"/>
                      </a:lnTo>
                      <a:lnTo>
                        <a:pt x="410" y="237"/>
                      </a:lnTo>
                      <a:lnTo>
                        <a:pt x="412" y="238"/>
                      </a:lnTo>
                      <a:lnTo>
                        <a:pt x="413" y="239"/>
                      </a:lnTo>
                      <a:lnTo>
                        <a:pt x="414" y="240"/>
                      </a:lnTo>
                      <a:lnTo>
                        <a:pt x="416" y="241"/>
                      </a:lnTo>
                      <a:lnTo>
                        <a:pt x="417" y="242"/>
                      </a:lnTo>
                      <a:lnTo>
                        <a:pt x="419" y="243"/>
                      </a:lnTo>
                      <a:lnTo>
                        <a:pt x="420" y="243"/>
                      </a:lnTo>
                      <a:lnTo>
                        <a:pt x="421" y="244"/>
                      </a:lnTo>
                      <a:lnTo>
                        <a:pt x="423" y="245"/>
                      </a:lnTo>
                      <a:lnTo>
                        <a:pt x="424" y="245"/>
                      </a:lnTo>
                      <a:lnTo>
                        <a:pt x="426" y="246"/>
                      </a:lnTo>
                      <a:lnTo>
                        <a:pt x="427" y="247"/>
                      </a:lnTo>
                      <a:lnTo>
                        <a:pt x="428" y="247"/>
                      </a:lnTo>
                      <a:lnTo>
                        <a:pt x="430" y="248"/>
                      </a:lnTo>
                      <a:lnTo>
                        <a:pt x="431" y="248"/>
                      </a:lnTo>
                      <a:lnTo>
                        <a:pt x="433" y="249"/>
                      </a:lnTo>
                      <a:lnTo>
                        <a:pt x="434" y="249"/>
                      </a:lnTo>
                      <a:lnTo>
                        <a:pt x="435" y="249"/>
                      </a:lnTo>
                      <a:lnTo>
                        <a:pt x="437" y="250"/>
                      </a:lnTo>
                      <a:lnTo>
                        <a:pt x="438" y="250"/>
                      </a:lnTo>
                      <a:lnTo>
                        <a:pt x="440" y="250"/>
                      </a:lnTo>
                      <a:lnTo>
                        <a:pt x="441" y="251"/>
                      </a:lnTo>
                      <a:lnTo>
                        <a:pt x="442" y="251"/>
                      </a:lnTo>
                      <a:lnTo>
                        <a:pt x="444" y="251"/>
                      </a:lnTo>
                      <a:lnTo>
                        <a:pt x="445" y="251"/>
                      </a:lnTo>
                      <a:lnTo>
                        <a:pt x="447" y="252"/>
                      </a:lnTo>
                      <a:lnTo>
                        <a:pt x="448" y="252"/>
                      </a:lnTo>
                      <a:lnTo>
                        <a:pt x="449" y="252"/>
                      </a:lnTo>
                      <a:lnTo>
                        <a:pt x="451" y="252"/>
                      </a:lnTo>
                      <a:lnTo>
                        <a:pt x="452" y="252"/>
                      </a:lnTo>
                      <a:lnTo>
                        <a:pt x="454" y="252"/>
                      </a:lnTo>
                      <a:lnTo>
                        <a:pt x="455" y="252"/>
                      </a:lnTo>
                      <a:lnTo>
                        <a:pt x="456" y="252"/>
                      </a:lnTo>
                      <a:lnTo>
                        <a:pt x="458" y="252"/>
                      </a:lnTo>
                      <a:lnTo>
                        <a:pt x="459" y="252"/>
                      </a:lnTo>
                      <a:lnTo>
                        <a:pt x="461" y="252"/>
                      </a:lnTo>
                      <a:lnTo>
                        <a:pt x="462" y="252"/>
                      </a:lnTo>
                      <a:lnTo>
                        <a:pt x="463" y="252"/>
                      </a:lnTo>
                      <a:lnTo>
                        <a:pt x="465" y="252"/>
                      </a:lnTo>
                      <a:lnTo>
                        <a:pt x="466" y="252"/>
                      </a:lnTo>
                      <a:lnTo>
                        <a:pt x="468" y="252"/>
                      </a:lnTo>
                      <a:lnTo>
                        <a:pt x="469" y="251"/>
                      </a:lnTo>
                      <a:lnTo>
                        <a:pt x="470" y="251"/>
                      </a:lnTo>
                      <a:lnTo>
                        <a:pt x="472" y="251"/>
                      </a:lnTo>
                      <a:lnTo>
                        <a:pt x="473" y="251"/>
                      </a:lnTo>
                      <a:lnTo>
                        <a:pt x="475" y="251"/>
                      </a:lnTo>
                      <a:lnTo>
                        <a:pt x="476" y="251"/>
                      </a:lnTo>
                      <a:lnTo>
                        <a:pt x="478" y="250"/>
                      </a:lnTo>
                      <a:lnTo>
                        <a:pt x="479" y="250"/>
                      </a:lnTo>
                      <a:lnTo>
                        <a:pt x="480" y="250"/>
                      </a:lnTo>
                      <a:lnTo>
                        <a:pt x="482" y="250"/>
                      </a:lnTo>
                      <a:lnTo>
                        <a:pt x="483" y="250"/>
                      </a:lnTo>
                      <a:lnTo>
                        <a:pt x="485" y="249"/>
                      </a:lnTo>
                      <a:lnTo>
                        <a:pt x="486" y="249"/>
                      </a:lnTo>
                      <a:lnTo>
                        <a:pt x="487" y="249"/>
                      </a:lnTo>
                      <a:lnTo>
                        <a:pt x="489" y="249"/>
                      </a:lnTo>
                      <a:lnTo>
                        <a:pt x="490" y="248"/>
                      </a:lnTo>
                      <a:lnTo>
                        <a:pt x="492" y="248"/>
                      </a:lnTo>
                      <a:lnTo>
                        <a:pt x="493" y="248"/>
                      </a:lnTo>
                      <a:lnTo>
                        <a:pt x="494" y="248"/>
                      </a:lnTo>
                      <a:lnTo>
                        <a:pt x="496" y="247"/>
                      </a:lnTo>
                      <a:lnTo>
                        <a:pt x="497" y="247"/>
                      </a:lnTo>
                      <a:lnTo>
                        <a:pt x="499" y="247"/>
                      </a:lnTo>
                      <a:lnTo>
                        <a:pt x="500" y="247"/>
                      </a:lnTo>
                      <a:lnTo>
                        <a:pt x="501" y="246"/>
                      </a:lnTo>
                      <a:lnTo>
                        <a:pt x="503" y="246"/>
                      </a:lnTo>
                      <a:lnTo>
                        <a:pt x="504" y="246"/>
                      </a:lnTo>
                      <a:lnTo>
                        <a:pt x="506" y="245"/>
                      </a:lnTo>
                      <a:lnTo>
                        <a:pt x="507" y="245"/>
                      </a:lnTo>
                      <a:lnTo>
                        <a:pt x="508" y="245"/>
                      </a:lnTo>
                      <a:lnTo>
                        <a:pt x="510" y="245"/>
                      </a:lnTo>
                      <a:lnTo>
                        <a:pt x="511" y="244"/>
                      </a:lnTo>
                      <a:lnTo>
                        <a:pt x="513" y="244"/>
                      </a:lnTo>
                      <a:lnTo>
                        <a:pt x="514" y="244"/>
                      </a:lnTo>
                      <a:lnTo>
                        <a:pt x="515" y="244"/>
                      </a:lnTo>
                      <a:lnTo>
                        <a:pt x="517" y="243"/>
                      </a:lnTo>
                      <a:lnTo>
                        <a:pt x="518" y="243"/>
                      </a:lnTo>
                      <a:lnTo>
                        <a:pt x="520" y="243"/>
                      </a:lnTo>
                      <a:lnTo>
                        <a:pt x="521" y="243"/>
                      </a:lnTo>
                      <a:lnTo>
                        <a:pt x="522" y="243"/>
                      </a:lnTo>
                      <a:lnTo>
                        <a:pt x="524" y="242"/>
                      </a:lnTo>
                      <a:lnTo>
                        <a:pt x="525" y="242"/>
                      </a:lnTo>
                      <a:lnTo>
                        <a:pt x="527" y="242"/>
                      </a:lnTo>
                      <a:lnTo>
                        <a:pt x="528" y="242"/>
                      </a:lnTo>
                      <a:lnTo>
                        <a:pt x="529" y="241"/>
                      </a:lnTo>
                      <a:lnTo>
                        <a:pt x="531" y="241"/>
                      </a:lnTo>
                      <a:lnTo>
                        <a:pt x="532" y="241"/>
                      </a:lnTo>
                      <a:lnTo>
                        <a:pt x="534" y="241"/>
                      </a:lnTo>
                      <a:lnTo>
                        <a:pt x="535" y="240"/>
                      </a:lnTo>
                      <a:lnTo>
                        <a:pt x="537" y="240"/>
                      </a:lnTo>
                      <a:lnTo>
                        <a:pt x="538" y="240"/>
                      </a:lnTo>
                      <a:lnTo>
                        <a:pt x="539" y="240"/>
                      </a:lnTo>
                      <a:lnTo>
                        <a:pt x="541" y="240"/>
                      </a:lnTo>
                      <a:lnTo>
                        <a:pt x="542" y="240"/>
                      </a:lnTo>
                      <a:lnTo>
                        <a:pt x="544" y="239"/>
                      </a:lnTo>
                      <a:lnTo>
                        <a:pt x="545" y="239"/>
                      </a:lnTo>
                      <a:lnTo>
                        <a:pt x="546" y="239"/>
                      </a:lnTo>
                      <a:lnTo>
                        <a:pt x="548" y="239"/>
                      </a:lnTo>
                      <a:lnTo>
                        <a:pt x="549" y="238"/>
                      </a:lnTo>
                      <a:lnTo>
                        <a:pt x="551" y="238"/>
                      </a:lnTo>
                      <a:lnTo>
                        <a:pt x="552" y="238"/>
                      </a:lnTo>
                      <a:lnTo>
                        <a:pt x="553" y="238"/>
                      </a:lnTo>
                      <a:lnTo>
                        <a:pt x="555" y="238"/>
                      </a:lnTo>
                      <a:lnTo>
                        <a:pt x="556" y="238"/>
                      </a:lnTo>
                      <a:lnTo>
                        <a:pt x="558" y="237"/>
                      </a:lnTo>
                      <a:lnTo>
                        <a:pt x="559" y="237"/>
                      </a:lnTo>
                      <a:lnTo>
                        <a:pt x="560" y="237"/>
                      </a:lnTo>
                      <a:lnTo>
                        <a:pt x="562" y="237"/>
                      </a:lnTo>
                      <a:lnTo>
                        <a:pt x="563" y="237"/>
                      </a:lnTo>
                      <a:lnTo>
                        <a:pt x="565" y="237"/>
                      </a:lnTo>
                      <a:lnTo>
                        <a:pt x="566" y="237"/>
                      </a:lnTo>
                      <a:lnTo>
                        <a:pt x="567" y="237"/>
                      </a:lnTo>
                      <a:lnTo>
                        <a:pt x="569" y="237"/>
                      </a:lnTo>
                      <a:lnTo>
                        <a:pt x="570" y="236"/>
                      </a:lnTo>
                      <a:lnTo>
                        <a:pt x="572" y="236"/>
                      </a:lnTo>
                      <a:lnTo>
                        <a:pt x="573" y="236"/>
                      </a:lnTo>
                      <a:lnTo>
                        <a:pt x="574" y="236"/>
                      </a:lnTo>
                      <a:lnTo>
                        <a:pt x="576" y="236"/>
                      </a:lnTo>
                      <a:lnTo>
                        <a:pt x="577" y="236"/>
                      </a:lnTo>
                      <a:lnTo>
                        <a:pt x="579" y="236"/>
                      </a:lnTo>
                      <a:lnTo>
                        <a:pt x="580" y="236"/>
                      </a:lnTo>
                      <a:lnTo>
                        <a:pt x="581" y="236"/>
                      </a:lnTo>
                      <a:lnTo>
                        <a:pt x="583" y="235"/>
                      </a:lnTo>
                      <a:lnTo>
                        <a:pt x="584" y="194"/>
                      </a:lnTo>
                      <a:lnTo>
                        <a:pt x="586" y="239"/>
                      </a:lnTo>
                      <a:lnTo>
                        <a:pt x="587" y="236"/>
                      </a:lnTo>
                      <a:lnTo>
                        <a:pt x="588" y="235"/>
                      </a:lnTo>
                      <a:lnTo>
                        <a:pt x="590" y="235"/>
                      </a:lnTo>
                      <a:lnTo>
                        <a:pt x="591" y="234"/>
                      </a:lnTo>
                      <a:lnTo>
                        <a:pt x="593" y="234"/>
                      </a:lnTo>
                      <a:lnTo>
                        <a:pt x="594" y="234"/>
                      </a:lnTo>
                      <a:lnTo>
                        <a:pt x="595" y="234"/>
                      </a:lnTo>
                      <a:lnTo>
                        <a:pt x="597" y="233"/>
                      </a:lnTo>
                      <a:lnTo>
                        <a:pt x="598" y="233"/>
                      </a:lnTo>
                      <a:lnTo>
                        <a:pt x="600" y="233"/>
                      </a:lnTo>
                      <a:lnTo>
                        <a:pt x="601" y="233"/>
                      </a:lnTo>
                      <a:lnTo>
                        <a:pt x="603" y="233"/>
                      </a:lnTo>
                      <a:lnTo>
                        <a:pt x="604" y="232"/>
                      </a:lnTo>
                      <a:lnTo>
                        <a:pt x="605" y="232"/>
                      </a:lnTo>
                      <a:lnTo>
                        <a:pt x="607" y="232"/>
                      </a:lnTo>
                      <a:lnTo>
                        <a:pt x="608" y="232"/>
                      </a:lnTo>
                      <a:lnTo>
                        <a:pt x="610" y="232"/>
                      </a:lnTo>
                      <a:lnTo>
                        <a:pt x="611" y="231"/>
                      </a:lnTo>
                      <a:lnTo>
                        <a:pt x="612" y="231"/>
                      </a:lnTo>
                      <a:lnTo>
                        <a:pt x="614" y="231"/>
                      </a:lnTo>
                      <a:lnTo>
                        <a:pt x="615" y="231"/>
                      </a:lnTo>
                      <a:lnTo>
                        <a:pt x="617" y="231"/>
                      </a:lnTo>
                      <a:lnTo>
                        <a:pt x="618" y="231"/>
                      </a:lnTo>
                      <a:lnTo>
                        <a:pt x="619" y="230"/>
                      </a:lnTo>
                      <a:lnTo>
                        <a:pt x="621" y="230"/>
                      </a:lnTo>
                      <a:lnTo>
                        <a:pt x="622" y="230"/>
                      </a:lnTo>
                      <a:lnTo>
                        <a:pt x="624" y="230"/>
                      </a:lnTo>
                      <a:lnTo>
                        <a:pt x="625" y="230"/>
                      </a:lnTo>
                      <a:lnTo>
                        <a:pt x="626" y="230"/>
                      </a:lnTo>
                      <a:lnTo>
                        <a:pt x="628" y="229"/>
                      </a:lnTo>
                      <a:lnTo>
                        <a:pt x="629" y="229"/>
                      </a:lnTo>
                      <a:lnTo>
                        <a:pt x="631" y="229"/>
                      </a:lnTo>
                      <a:lnTo>
                        <a:pt x="632" y="229"/>
                      </a:lnTo>
                      <a:lnTo>
                        <a:pt x="633" y="229"/>
                      </a:lnTo>
                      <a:lnTo>
                        <a:pt x="635" y="229"/>
                      </a:lnTo>
                      <a:lnTo>
                        <a:pt x="636" y="228"/>
                      </a:lnTo>
                      <a:lnTo>
                        <a:pt x="638" y="228"/>
                      </a:lnTo>
                      <a:lnTo>
                        <a:pt x="639" y="228"/>
                      </a:lnTo>
                      <a:lnTo>
                        <a:pt x="640" y="228"/>
                      </a:lnTo>
                      <a:lnTo>
                        <a:pt x="642" y="228"/>
                      </a:lnTo>
                      <a:lnTo>
                        <a:pt x="643" y="228"/>
                      </a:lnTo>
                      <a:lnTo>
                        <a:pt x="645" y="227"/>
                      </a:lnTo>
                      <a:lnTo>
                        <a:pt x="646" y="227"/>
                      </a:lnTo>
                      <a:lnTo>
                        <a:pt x="647" y="227"/>
                      </a:lnTo>
                      <a:lnTo>
                        <a:pt x="649" y="227"/>
                      </a:lnTo>
                      <a:lnTo>
                        <a:pt x="650" y="227"/>
                      </a:lnTo>
                      <a:lnTo>
                        <a:pt x="652" y="227"/>
                      </a:lnTo>
                      <a:lnTo>
                        <a:pt x="653" y="227"/>
                      </a:lnTo>
                      <a:lnTo>
                        <a:pt x="654" y="226"/>
                      </a:lnTo>
                      <a:lnTo>
                        <a:pt x="656" y="226"/>
                      </a:lnTo>
                      <a:lnTo>
                        <a:pt x="657" y="226"/>
                      </a:lnTo>
                      <a:lnTo>
                        <a:pt x="659" y="226"/>
                      </a:lnTo>
                      <a:lnTo>
                        <a:pt x="660" y="226"/>
                      </a:lnTo>
                      <a:lnTo>
                        <a:pt x="661" y="226"/>
                      </a:lnTo>
                      <a:lnTo>
                        <a:pt x="663" y="226"/>
                      </a:lnTo>
                      <a:lnTo>
                        <a:pt x="664" y="225"/>
                      </a:lnTo>
                      <a:lnTo>
                        <a:pt x="666" y="225"/>
                      </a:lnTo>
                      <a:lnTo>
                        <a:pt x="667" y="225"/>
                      </a:lnTo>
                      <a:lnTo>
                        <a:pt x="669" y="225"/>
                      </a:lnTo>
                      <a:lnTo>
                        <a:pt x="670" y="225"/>
                      </a:lnTo>
                      <a:lnTo>
                        <a:pt x="671" y="225"/>
                      </a:lnTo>
                      <a:lnTo>
                        <a:pt x="673" y="224"/>
                      </a:lnTo>
                      <a:lnTo>
                        <a:pt x="674" y="224"/>
                      </a:lnTo>
                      <a:lnTo>
                        <a:pt x="676" y="224"/>
                      </a:lnTo>
                      <a:lnTo>
                        <a:pt x="677" y="224"/>
                      </a:lnTo>
                      <a:lnTo>
                        <a:pt x="678" y="224"/>
                      </a:lnTo>
                      <a:lnTo>
                        <a:pt x="680" y="224"/>
                      </a:lnTo>
                      <a:lnTo>
                        <a:pt x="681" y="224"/>
                      </a:lnTo>
                      <a:lnTo>
                        <a:pt x="683" y="224"/>
                      </a:lnTo>
                      <a:lnTo>
                        <a:pt x="684" y="223"/>
                      </a:lnTo>
                      <a:lnTo>
                        <a:pt x="685" y="223"/>
                      </a:lnTo>
                      <a:lnTo>
                        <a:pt x="687" y="223"/>
                      </a:lnTo>
                      <a:lnTo>
                        <a:pt x="688" y="223"/>
                      </a:lnTo>
                      <a:lnTo>
                        <a:pt x="690" y="223"/>
                      </a:lnTo>
                      <a:lnTo>
                        <a:pt x="691" y="223"/>
                      </a:lnTo>
                      <a:lnTo>
                        <a:pt x="692" y="223"/>
                      </a:lnTo>
                      <a:lnTo>
                        <a:pt x="694" y="223"/>
                      </a:lnTo>
                      <a:lnTo>
                        <a:pt x="695" y="222"/>
                      </a:lnTo>
                      <a:lnTo>
                        <a:pt x="697" y="222"/>
                      </a:lnTo>
                      <a:lnTo>
                        <a:pt x="698" y="222"/>
                      </a:lnTo>
                      <a:lnTo>
                        <a:pt x="699" y="222"/>
                      </a:lnTo>
                      <a:lnTo>
                        <a:pt x="701" y="222"/>
                      </a:lnTo>
                      <a:lnTo>
                        <a:pt x="702" y="222"/>
                      </a:lnTo>
                      <a:lnTo>
                        <a:pt x="704" y="222"/>
                      </a:lnTo>
                      <a:lnTo>
                        <a:pt x="705" y="221"/>
                      </a:lnTo>
                      <a:lnTo>
                        <a:pt x="706" y="221"/>
                      </a:lnTo>
                      <a:lnTo>
                        <a:pt x="708" y="221"/>
                      </a:lnTo>
                      <a:lnTo>
                        <a:pt x="709" y="221"/>
                      </a:lnTo>
                      <a:lnTo>
                        <a:pt x="711" y="221"/>
                      </a:lnTo>
                      <a:lnTo>
                        <a:pt x="712" y="221"/>
                      </a:lnTo>
                      <a:lnTo>
                        <a:pt x="713" y="221"/>
                      </a:lnTo>
                      <a:lnTo>
                        <a:pt x="715" y="221"/>
                      </a:lnTo>
                      <a:lnTo>
                        <a:pt x="716" y="221"/>
                      </a:lnTo>
                      <a:lnTo>
                        <a:pt x="718" y="220"/>
                      </a:lnTo>
                      <a:lnTo>
                        <a:pt x="719" y="220"/>
                      </a:lnTo>
                      <a:lnTo>
                        <a:pt x="720" y="220"/>
                      </a:lnTo>
                      <a:lnTo>
                        <a:pt x="722" y="220"/>
                      </a:lnTo>
                      <a:lnTo>
                        <a:pt x="723" y="220"/>
                      </a:lnTo>
                      <a:lnTo>
                        <a:pt x="725" y="220"/>
                      </a:lnTo>
                      <a:lnTo>
                        <a:pt x="726" y="220"/>
                      </a:lnTo>
                      <a:lnTo>
                        <a:pt x="728" y="220"/>
                      </a:lnTo>
                      <a:lnTo>
                        <a:pt x="729" y="220"/>
                      </a:lnTo>
                      <a:lnTo>
                        <a:pt x="730" y="219"/>
                      </a:lnTo>
                      <a:lnTo>
                        <a:pt x="732" y="219"/>
                      </a:lnTo>
                      <a:lnTo>
                        <a:pt x="733" y="219"/>
                      </a:lnTo>
                      <a:lnTo>
                        <a:pt x="735" y="219"/>
                      </a:lnTo>
                      <a:lnTo>
                        <a:pt x="736" y="219"/>
                      </a:lnTo>
                      <a:lnTo>
                        <a:pt x="737" y="219"/>
                      </a:lnTo>
                      <a:lnTo>
                        <a:pt x="739" y="219"/>
                      </a:lnTo>
                      <a:lnTo>
                        <a:pt x="740" y="219"/>
                      </a:lnTo>
                      <a:lnTo>
                        <a:pt x="742" y="218"/>
                      </a:lnTo>
                      <a:lnTo>
                        <a:pt x="743" y="218"/>
                      </a:lnTo>
                      <a:lnTo>
                        <a:pt x="744" y="218"/>
                      </a:lnTo>
                      <a:lnTo>
                        <a:pt x="746" y="218"/>
                      </a:lnTo>
                      <a:lnTo>
                        <a:pt x="747" y="218"/>
                      </a:lnTo>
                      <a:lnTo>
                        <a:pt x="749" y="218"/>
                      </a:lnTo>
                      <a:lnTo>
                        <a:pt x="750" y="218"/>
                      </a:lnTo>
                      <a:lnTo>
                        <a:pt x="751" y="218"/>
                      </a:lnTo>
                      <a:lnTo>
                        <a:pt x="753" y="218"/>
                      </a:lnTo>
                      <a:lnTo>
                        <a:pt x="754" y="218"/>
                      </a:lnTo>
                      <a:lnTo>
                        <a:pt x="756" y="217"/>
                      </a:lnTo>
                      <a:lnTo>
                        <a:pt x="757" y="217"/>
                      </a:lnTo>
                      <a:lnTo>
                        <a:pt x="758" y="217"/>
                      </a:lnTo>
                      <a:lnTo>
                        <a:pt x="760" y="217"/>
                      </a:lnTo>
                      <a:lnTo>
                        <a:pt x="761" y="217"/>
                      </a:lnTo>
                      <a:lnTo>
                        <a:pt x="763" y="217"/>
                      </a:lnTo>
                      <a:lnTo>
                        <a:pt x="764" y="217"/>
                      </a:lnTo>
                      <a:lnTo>
                        <a:pt x="765" y="217"/>
                      </a:lnTo>
                      <a:lnTo>
                        <a:pt x="767" y="217"/>
                      </a:lnTo>
                      <a:lnTo>
                        <a:pt x="768" y="216"/>
                      </a:lnTo>
                      <a:lnTo>
                        <a:pt x="770" y="216"/>
                      </a:lnTo>
                      <a:lnTo>
                        <a:pt x="771" y="216"/>
                      </a:lnTo>
                      <a:lnTo>
                        <a:pt x="772" y="216"/>
                      </a:lnTo>
                      <a:lnTo>
                        <a:pt x="774" y="216"/>
                      </a:lnTo>
                      <a:lnTo>
                        <a:pt x="775" y="216"/>
                      </a:lnTo>
                      <a:lnTo>
                        <a:pt x="777" y="216"/>
                      </a:lnTo>
                      <a:lnTo>
                        <a:pt x="778" y="216"/>
                      </a:lnTo>
                      <a:lnTo>
                        <a:pt x="779" y="216"/>
                      </a:lnTo>
                      <a:lnTo>
                        <a:pt x="781" y="215"/>
                      </a:lnTo>
                      <a:lnTo>
                        <a:pt x="782" y="215"/>
                      </a:lnTo>
                      <a:lnTo>
                        <a:pt x="784" y="215"/>
                      </a:lnTo>
                      <a:lnTo>
                        <a:pt x="785" y="215"/>
                      </a:lnTo>
                      <a:lnTo>
                        <a:pt x="786" y="215"/>
                      </a:lnTo>
                      <a:lnTo>
                        <a:pt x="788" y="215"/>
                      </a:lnTo>
                      <a:lnTo>
                        <a:pt x="789" y="215"/>
                      </a:lnTo>
                      <a:lnTo>
                        <a:pt x="791" y="215"/>
                      </a:lnTo>
                      <a:lnTo>
                        <a:pt x="792" y="215"/>
                      </a:lnTo>
                      <a:lnTo>
                        <a:pt x="794" y="215"/>
                      </a:lnTo>
                      <a:lnTo>
                        <a:pt x="795" y="215"/>
                      </a:lnTo>
                      <a:lnTo>
                        <a:pt x="796" y="214"/>
                      </a:lnTo>
                      <a:lnTo>
                        <a:pt x="798" y="214"/>
                      </a:lnTo>
                      <a:lnTo>
                        <a:pt x="799" y="214"/>
                      </a:lnTo>
                      <a:lnTo>
                        <a:pt x="801" y="214"/>
                      </a:lnTo>
                      <a:lnTo>
                        <a:pt x="802" y="214"/>
                      </a:lnTo>
                      <a:lnTo>
                        <a:pt x="803" y="214"/>
                      </a:lnTo>
                      <a:lnTo>
                        <a:pt x="805" y="214"/>
                      </a:lnTo>
                      <a:lnTo>
                        <a:pt x="806" y="214"/>
                      </a:lnTo>
                      <a:lnTo>
                        <a:pt x="808" y="214"/>
                      </a:lnTo>
                      <a:lnTo>
                        <a:pt x="809" y="214"/>
                      </a:lnTo>
                      <a:lnTo>
                        <a:pt x="810" y="214"/>
                      </a:lnTo>
                      <a:lnTo>
                        <a:pt x="812" y="213"/>
                      </a:lnTo>
                      <a:lnTo>
                        <a:pt x="813" y="213"/>
                      </a:lnTo>
                      <a:lnTo>
                        <a:pt x="815" y="213"/>
                      </a:lnTo>
                      <a:lnTo>
                        <a:pt x="816" y="213"/>
                      </a:lnTo>
                      <a:lnTo>
                        <a:pt x="817" y="213"/>
                      </a:lnTo>
                      <a:lnTo>
                        <a:pt x="819" y="213"/>
                      </a:lnTo>
                      <a:lnTo>
                        <a:pt x="820" y="213"/>
                      </a:lnTo>
                      <a:lnTo>
                        <a:pt x="822" y="213"/>
                      </a:lnTo>
                      <a:lnTo>
                        <a:pt x="823" y="213"/>
                      </a:lnTo>
                      <a:lnTo>
                        <a:pt x="824" y="213"/>
                      </a:lnTo>
                      <a:lnTo>
                        <a:pt x="826" y="212"/>
                      </a:lnTo>
                      <a:lnTo>
                        <a:pt x="827" y="212"/>
                      </a:lnTo>
                      <a:lnTo>
                        <a:pt x="829" y="212"/>
                      </a:lnTo>
                      <a:lnTo>
                        <a:pt x="830" y="212"/>
                      </a:lnTo>
                      <a:lnTo>
                        <a:pt x="831" y="212"/>
                      </a:lnTo>
                      <a:lnTo>
                        <a:pt x="833" y="212"/>
                      </a:lnTo>
                      <a:lnTo>
                        <a:pt x="834" y="212"/>
                      </a:lnTo>
                      <a:lnTo>
                        <a:pt x="836" y="212"/>
                      </a:lnTo>
                      <a:lnTo>
                        <a:pt x="837" y="212"/>
                      </a:lnTo>
                      <a:lnTo>
                        <a:pt x="838" y="212"/>
                      </a:lnTo>
                      <a:lnTo>
                        <a:pt x="840" y="212"/>
                      </a:lnTo>
                      <a:lnTo>
                        <a:pt x="841" y="211"/>
                      </a:lnTo>
                      <a:lnTo>
                        <a:pt x="843" y="211"/>
                      </a:lnTo>
                      <a:lnTo>
                        <a:pt x="844" y="211"/>
                      </a:lnTo>
                      <a:lnTo>
                        <a:pt x="845" y="211"/>
                      </a:lnTo>
                      <a:lnTo>
                        <a:pt x="847" y="211"/>
                      </a:lnTo>
                      <a:lnTo>
                        <a:pt x="848" y="211"/>
                      </a:lnTo>
                      <a:lnTo>
                        <a:pt x="850" y="211"/>
                      </a:lnTo>
                      <a:lnTo>
                        <a:pt x="851" y="211"/>
                      </a:lnTo>
                      <a:lnTo>
                        <a:pt x="852" y="211"/>
                      </a:lnTo>
                      <a:lnTo>
                        <a:pt x="854" y="211"/>
                      </a:lnTo>
                      <a:lnTo>
                        <a:pt x="855" y="211"/>
                      </a:lnTo>
                      <a:lnTo>
                        <a:pt x="857" y="211"/>
                      </a:lnTo>
                      <a:lnTo>
                        <a:pt x="858" y="210"/>
                      </a:lnTo>
                      <a:lnTo>
                        <a:pt x="860" y="210"/>
                      </a:lnTo>
                      <a:lnTo>
                        <a:pt x="861" y="210"/>
                      </a:lnTo>
                      <a:lnTo>
                        <a:pt x="862" y="210"/>
                      </a:lnTo>
                      <a:lnTo>
                        <a:pt x="864" y="210"/>
                      </a:lnTo>
                      <a:lnTo>
                        <a:pt x="865" y="210"/>
                      </a:lnTo>
                      <a:lnTo>
                        <a:pt x="867" y="210"/>
                      </a:lnTo>
                      <a:lnTo>
                        <a:pt x="868" y="210"/>
                      </a:lnTo>
                      <a:lnTo>
                        <a:pt x="869" y="210"/>
                      </a:lnTo>
                      <a:lnTo>
                        <a:pt x="871" y="210"/>
                      </a:lnTo>
                      <a:lnTo>
                        <a:pt x="872" y="210"/>
                      </a:lnTo>
                      <a:lnTo>
                        <a:pt x="874" y="209"/>
                      </a:lnTo>
                      <a:lnTo>
                        <a:pt x="875" y="209"/>
                      </a:lnTo>
                      <a:lnTo>
                        <a:pt x="876" y="209"/>
                      </a:lnTo>
                      <a:lnTo>
                        <a:pt x="878" y="209"/>
                      </a:lnTo>
                      <a:lnTo>
                        <a:pt x="879" y="209"/>
                      </a:lnTo>
                      <a:lnTo>
                        <a:pt x="881" y="209"/>
                      </a:lnTo>
                      <a:lnTo>
                        <a:pt x="882" y="209"/>
                      </a:lnTo>
                      <a:lnTo>
                        <a:pt x="883" y="209"/>
                      </a:lnTo>
                      <a:lnTo>
                        <a:pt x="885" y="209"/>
                      </a:lnTo>
                      <a:lnTo>
                        <a:pt x="886" y="209"/>
                      </a:lnTo>
                      <a:lnTo>
                        <a:pt x="888" y="209"/>
                      </a:lnTo>
                      <a:lnTo>
                        <a:pt x="889" y="208"/>
                      </a:lnTo>
                      <a:lnTo>
                        <a:pt x="890" y="208"/>
                      </a:lnTo>
                      <a:lnTo>
                        <a:pt x="892" y="208"/>
                      </a:lnTo>
                      <a:lnTo>
                        <a:pt x="893" y="208"/>
                      </a:lnTo>
                      <a:lnTo>
                        <a:pt x="895" y="208"/>
                      </a:lnTo>
                      <a:lnTo>
                        <a:pt x="896" y="208"/>
                      </a:lnTo>
                      <a:lnTo>
                        <a:pt x="897" y="208"/>
                      </a:lnTo>
                      <a:lnTo>
                        <a:pt x="899" y="208"/>
                      </a:lnTo>
                      <a:lnTo>
                        <a:pt x="900" y="208"/>
                      </a:lnTo>
                      <a:lnTo>
                        <a:pt x="902" y="208"/>
                      </a:lnTo>
                      <a:lnTo>
                        <a:pt x="903" y="208"/>
                      </a:lnTo>
                      <a:lnTo>
                        <a:pt x="904" y="208"/>
                      </a:lnTo>
                      <a:lnTo>
                        <a:pt x="906" y="207"/>
                      </a:lnTo>
                      <a:lnTo>
                        <a:pt x="907" y="207"/>
                      </a:lnTo>
                      <a:lnTo>
                        <a:pt x="909" y="207"/>
                      </a:lnTo>
                      <a:lnTo>
                        <a:pt x="910" y="207"/>
                      </a:lnTo>
                      <a:lnTo>
                        <a:pt x="911" y="207"/>
                      </a:lnTo>
                      <a:lnTo>
                        <a:pt x="913" y="207"/>
                      </a:lnTo>
                      <a:lnTo>
                        <a:pt x="914" y="207"/>
                      </a:lnTo>
                      <a:lnTo>
                        <a:pt x="916" y="207"/>
                      </a:lnTo>
                      <a:lnTo>
                        <a:pt x="917" y="207"/>
                      </a:lnTo>
                      <a:lnTo>
                        <a:pt x="919" y="207"/>
                      </a:lnTo>
                      <a:lnTo>
                        <a:pt x="920" y="207"/>
                      </a:lnTo>
                      <a:lnTo>
                        <a:pt x="921" y="207"/>
                      </a:lnTo>
                      <a:lnTo>
                        <a:pt x="923" y="207"/>
                      </a:lnTo>
                      <a:lnTo>
                        <a:pt x="924" y="206"/>
                      </a:lnTo>
                      <a:lnTo>
                        <a:pt x="926" y="206"/>
                      </a:lnTo>
                      <a:lnTo>
                        <a:pt x="927" y="206"/>
                      </a:lnTo>
                      <a:lnTo>
                        <a:pt x="928" y="206"/>
                      </a:lnTo>
                      <a:lnTo>
                        <a:pt x="930" y="206"/>
                      </a:lnTo>
                      <a:lnTo>
                        <a:pt x="931" y="206"/>
                      </a:lnTo>
                      <a:lnTo>
                        <a:pt x="933" y="206"/>
                      </a:lnTo>
                      <a:lnTo>
                        <a:pt x="934" y="206"/>
                      </a:lnTo>
                      <a:lnTo>
                        <a:pt x="935" y="206"/>
                      </a:lnTo>
                      <a:lnTo>
                        <a:pt x="937" y="206"/>
                      </a:lnTo>
                      <a:lnTo>
                        <a:pt x="938" y="206"/>
                      </a:lnTo>
                      <a:lnTo>
                        <a:pt x="940" y="206"/>
                      </a:lnTo>
                      <a:lnTo>
                        <a:pt x="941" y="206"/>
                      </a:lnTo>
                      <a:lnTo>
                        <a:pt x="942" y="205"/>
                      </a:lnTo>
                      <a:lnTo>
                        <a:pt x="944" y="205"/>
                      </a:lnTo>
                      <a:lnTo>
                        <a:pt x="945" y="205"/>
                      </a:lnTo>
                      <a:lnTo>
                        <a:pt x="947" y="205"/>
                      </a:lnTo>
                      <a:lnTo>
                        <a:pt x="948" y="205"/>
                      </a:lnTo>
                      <a:lnTo>
                        <a:pt x="949" y="205"/>
                      </a:lnTo>
                      <a:lnTo>
                        <a:pt x="951" y="205"/>
                      </a:lnTo>
                      <a:lnTo>
                        <a:pt x="952" y="205"/>
                      </a:lnTo>
                      <a:lnTo>
                        <a:pt x="954" y="205"/>
                      </a:lnTo>
                      <a:lnTo>
                        <a:pt x="955" y="205"/>
                      </a:lnTo>
                      <a:lnTo>
                        <a:pt x="956" y="205"/>
                      </a:lnTo>
                      <a:lnTo>
                        <a:pt x="958" y="205"/>
                      </a:lnTo>
                      <a:lnTo>
                        <a:pt x="959" y="205"/>
                      </a:lnTo>
                      <a:lnTo>
                        <a:pt x="961" y="204"/>
                      </a:lnTo>
                      <a:lnTo>
                        <a:pt x="962" y="204"/>
                      </a:lnTo>
                      <a:lnTo>
                        <a:pt x="963" y="204"/>
                      </a:lnTo>
                      <a:lnTo>
                        <a:pt x="965" y="204"/>
                      </a:lnTo>
                      <a:lnTo>
                        <a:pt x="966" y="204"/>
                      </a:lnTo>
                      <a:lnTo>
                        <a:pt x="968" y="204"/>
                      </a:lnTo>
                      <a:lnTo>
                        <a:pt x="969" y="204"/>
                      </a:lnTo>
                      <a:lnTo>
                        <a:pt x="970" y="204"/>
                      </a:lnTo>
                      <a:lnTo>
                        <a:pt x="972" y="204"/>
                      </a:lnTo>
                      <a:lnTo>
                        <a:pt x="973" y="204"/>
                      </a:lnTo>
                      <a:lnTo>
                        <a:pt x="975" y="204"/>
                      </a:lnTo>
                      <a:lnTo>
                        <a:pt x="976" y="204"/>
                      </a:lnTo>
                      <a:lnTo>
                        <a:pt x="977" y="204"/>
                      </a:lnTo>
                      <a:lnTo>
                        <a:pt x="979" y="204"/>
                      </a:lnTo>
                      <a:lnTo>
                        <a:pt x="980" y="203"/>
                      </a:lnTo>
                      <a:lnTo>
                        <a:pt x="982" y="203"/>
                      </a:lnTo>
                      <a:lnTo>
                        <a:pt x="983" y="203"/>
                      </a:lnTo>
                      <a:lnTo>
                        <a:pt x="985" y="203"/>
                      </a:lnTo>
                      <a:lnTo>
                        <a:pt x="986" y="203"/>
                      </a:lnTo>
                      <a:lnTo>
                        <a:pt x="987" y="203"/>
                      </a:lnTo>
                      <a:lnTo>
                        <a:pt x="989" y="203"/>
                      </a:lnTo>
                      <a:lnTo>
                        <a:pt x="990" y="203"/>
                      </a:lnTo>
                      <a:lnTo>
                        <a:pt x="992" y="203"/>
                      </a:lnTo>
                      <a:lnTo>
                        <a:pt x="993" y="203"/>
                      </a:lnTo>
                      <a:lnTo>
                        <a:pt x="994" y="203"/>
                      </a:lnTo>
                      <a:lnTo>
                        <a:pt x="996" y="203"/>
                      </a:lnTo>
                      <a:lnTo>
                        <a:pt x="997" y="203"/>
                      </a:lnTo>
                      <a:lnTo>
                        <a:pt x="999" y="203"/>
                      </a:lnTo>
                      <a:lnTo>
                        <a:pt x="1000" y="202"/>
                      </a:lnTo>
                      <a:lnTo>
                        <a:pt x="1001" y="202"/>
                      </a:lnTo>
                      <a:lnTo>
                        <a:pt x="1003" y="202"/>
                      </a:lnTo>
                      <a:lnTo>
                        <a:pt x="1004" y="202"/>
                      </a:lnTo>
                      <a:lnTo>
                        <a:pt x="1006" y="202"/>
                      </a:lnTo>
                      <a:lnTo>
                        <a:pt x="1007" y="202"/>
                      </a:lnTo>
                      <a:lnTo>
                        <a:pt x="1008" y="202"/>
                      </a:lnTo>
                      <a:lnTo>
                        <a:pt x="1010" y="202"/>
                      </a:lnTo>
                      <a:lnTo>
                        <a:pt x="1011" y="202"/>
                      </a:lnTo>
                      <a:lnTo>
                        <a:pt x="1013" y="202"/>
                      </a:lnTo>
                      <a:lnTo>
                        <a:pt x="1014" y="202"/>
                      </a:lnTo>
                      <a:lnTo>
                        <a:pt x="1015" y="202"/>
                      </a:lnTo>
                      <a:lnTo>
                        <a:pt x="1017" y="202"/>
                      </a:lnTo>
                      <a:lnTo>
                        <a:pt x="1018" y="202"/>
                      </a:lnTo>
                      <a:lnTo>
                        <a:pt x="1020" y="202"/>
                      </a:lnTo>
                      <a:lnTo>
                        <a:pt x="1021" y="201"/>
                      </a:lnTo>
                      <a:lnTo>
                        <a:pt x="1022" y="201"/>
                      </a:lnTo>
                      <a:lnTo>
                        <a:pt x="1024" y="201"/>
                      </a:lnTo>
                      <a:lnTo>
                        <a:pt x="1025" y="201"/>
                      </a:lnTo>
                      <a:lnTo>
                        <a:pt x="1027" y="201"/>
                      </a:lnTo>
                      <a:lnTo>
                        <a:pt x="1028" y="201"/>
                      </a:lnTo>
                      <a:lnTo>
                        <a:pt x="1029" y="201"/>
                      </a:lnTo>
                      <a:lnTo>
                        <a:pt x="1031" y="201"/>
                      </a:lnTo>
                      <a:lnTo>
                        <a:pt x="1032" y="201"/>
                      </a:lnTo>
                      <a:lnTo>
                        <a:pt x="1034" y="201"/>
                      </a:lnTo>
                      <a:lnTo>
                        <a:pt x="1035" y="201"/>
                      </a:lnTo>
                      <a:lnTo>
                        <a:pt x="1036" y="201"/>
                      </a:lnTo>
                      <a:lnTo>
                        <a:pt x="1038" y="201"/>
                      </a:lnTo>
                      <a:lnTo>
                        <a:pt x="1039" y="201"/>
                      </a:lnTo>
                      <a:lnTo>
                        <a:pt x="1041" y="201"/>
                      </a:lnTo>
                      <a:lnTo>
                        <a:pt x="1042" y="201"/>
                      </a:lnTo>
                      <a:lnTo>
                        <a:pt x="1043" y="201"/>
                      </a:lnTo>
                      <a:lnTo>
                        <a:pt x="1045" y="200"/>
                      </a:lnTo>
                      <a:lnTo>
                        <a:pt x="1046" y="200"/>
                      </a:lnTo>
                      <a:lnTo>
                        <a:pt x="1048" y="200"/>
                      </a:lnTo>
                      <a:lnTo>
                        <a:pt x="1049" y="200"/>
                      </a:lnTo>
                      <a:lnTo>
                        <a:pt x="1051" y="200"/>
                      </a:lnTo>
                      <a:lnTo>
                        <a:pt x="1052" y="200"/>
                      </a:lnTo>
                      <a:lnTo>
                        <a:pt x="1053" y="200"/>
                      </a:lnTo>
                      <a:lnTo>
                        <a:pt x="1055" y="200"/>
                      </a:lnTo>
                      <a:lnTo>
                        <a:pt x="1056" y="200"/>
                      </a:lnTo>
                      <a:lnTo>
                        <a:pt x="1058" y="200"/>
                      </a:lnTo>
                      <a:lnTo>
                        <a:pt x="1059" y="200"/>
                      </a:lnTo>
                      <a:lnTo>
                        <a:pt x="1060" y="200"/>
                      </a:lnTo>
                      <a:lnTo>
                        <a:pt x="1062" y="200"/>
                      </a:lnTo>
                      <a:lnTo>
                        <a:pt x="1063" y="200"/>
                      </a:lnTo>
                      <a:lnTo>
                        <a:pt x="1065" y="200"/>
                      </a:lnTo>
                      <a:lnTo>
                        <a:pt x="1066" y="199"/>
                      </a:lnTo>
                      <a:lnTo>
                        <a:pt x="1067" y="199"/>
                      </a:lnTo>
                      <a:lnTo>
                        <a:pt x="1069" y="199"/>
                      </a:lnTo>
                      <a:lnTo>
                        <a:pt x="1070" y="199"/>
                      </a:lnTo>
                      <a:lnTo>
                        <a:pt x="1072" y="199"/>
                      </a:lnTo>
                      <a:lnTo>
                        <a:pt x="1073" y="199"/>
                      </a:lnTo>
                      <a:lnTo>
                        <a:pt x="1074" y="199"/>
                      </a:lnTo>
                      <a:lnTo>
                        <a:pt x="1076" y="199"/>
                      </a:lnTo>
                      <a:lnTo>
                        <a:pt x="1077" y="199"/>
                      </a:lnTo>
                      <a:lnTo>
                        <a:pt x="1079" y="199"/>
                      </a:lnTo>
                      <a:lnTo>
                        <a:pt x="1080" y="199"/>
                      </a:lnTo>
                      <a:lnTo>
                        <a:pt x="1081" y="199"/>
                      </a:lnTo>
                      <a:lnTo>
                        <a:pt x="1083" y="199"/>
                      </a:lnTo>
                      <a:lnTo>
                        <a:pt x="1084" y="199"/>
                      </a:lnTo>
                      <a:lnTo>
                        <a:pt x="1086" y="199"/>
                      </a:lnTo>
                      <a:lnTo>
                        <a:pt x="1087" y="199"/>
                      </a:lnTo>
                      <a:lnTo>
                        <a:pt x="1088" y="199"/>
                      </a:lnTo>
                      <a:lnTo>
                        <a:pt x="1090" y="199"/>
                      </a:lnTo>
                      <a:lnTo>
                        <a:pt x="1091" y="198"/>
                      </a:lnTo>
                      <a:lnTo>
                        <a:pt x="1093" y="198"/>
                      </a:lnTo>
                      <a:lnTo>
                        <a:pt x="1094" y="198"/>
                      </a:lnTo>
                      <a:lnTo>
                        <a:pt x="1095" y="198"/>
                      </a:lnTo>
                      <a:lnTo>
                        <a:pt x="1097" y="198"/>
                      </a:lnTo>
                      <a:lnTo>
                        <a:pt x="1098" y="198"/>
                      </a:lnTo>
                      <a:lnTo>
                        <a:pt x="1100" y="198"/>
                      </a:lnTo>
                      <a:lnTo>
                        <a:pt x="1101" y="198"/>
                      </a:lnTo>
                      <a:lnTo>
                        <a:pt x="1102" y="198"/>
                      </a:lnTo>
                      <a:lnTo>
                        <a:pt x="1104" y="198"/>
                      </a:lnTo>
                      <a:lnTo>
                        <a:pt x="1105" y="198"/>
                      </a:lnTo>
                      <a:lnTo>
                        <a:pt x="1107" y="198"/>
                      </a:lnTo>
                      <a:lnTo>
                        <a:pt x="1108" y="198"/>
                      </a:lnTo>
                      <a:lnTo>
                        <a:pt x="1110" y="198"/>
                      </a:lnTo>
                      <a:lnTo>
                        <a:pt x="1111" y="198"/>
                      </a:lnTo>
                      <a:lnTo>
                        <a:pt x="1112" y="198"/>
                      </a:lnTo>
                      <a:lnTo>
                        <a:pt x="1114" y="198"/>
                      </a:lnTo>
                      <a:lnTo>
                        <a:pt x="1115" y="198"/>
                      </a:lnTo>
                      <a:lnTo>
                        <a:pt x="1117" y="197"/>
                      </a:lnTo>
                      <a:lnTo>
                        <a:pt x="1118" y="197"/>
                      </a:lnTo>
                      <a:lnTo>
                        <a:pt x="1119" y="197"/>
                      </a:lnTo>
                      <a:lnTo>
                        <a:pt x="1121" y="197"/>
                      </a:lnTo>
                      <a:lnTo>
                        <a:pt x="1122" y="197"/>
                      </a:lnTo>
                      <a:lnTo>
                        <a:pt x="1124" y="197"/>
                      </a:lnTo>
                      <a:lnTo>
                        <a:pt x="1125" y="197"/>
                      </a:lnTo>
                      <a:lnTo>
                        <a:pt x="1126" y="197"/>
                      </a:lnTo>
                      <a:lnTo>
                        <a:pt x="1128" y="197"/>
                      </a:lnTo>
                      <a:lnTo>
                        <a:pt x="1129" y="197"/>
                      </a:lnTo>
                      <a:lnTo>
                        <a:pt x="1131" y="197"/>
                      </a:lnTo>
                      <a:lnTo>
                        <a:pt x="1132" y="197"/>
                      </a:lnTo>
                      <a:lnTo>
                        <a:pt x="1133" y="197"/>
                      </a:lnTo>
                      <a:lnTo>
                        <a:pt x="1135" y="197"/>
                      </a:lnTo>
                      <a:lnTo>
                        <a:pt x="1136" y="197"/>
                      </a:lnTo>
                      <a:lnTo>
                        <a:pt x="1138" y="197"/>
                      </a:lnTo>
                      <a:lnTo>
                        <a:pt x="1139" y="197"/>
                      </a:lnTo>
                      <a:lnTo>
                        <a:pt x="1140" y="197"/>
                      </a:lnTo>
                      <a:lnTo>
                        <a:pt x="1142" y="196"/>
                      </a:lnTo>
                      <a:lnTo>
                        <a:pt x="1143" y="196"/>
                      </a:lnTo>
                      <a:lnTo>
                        <a:pt x="1145" y="196"/>
                      </a:lnTo>
                      <a:lnTo>
                        <a:pt x="1146" y="196"/>
                      </a:lnTo>
                      <a:lnTo>
                        <a:pt x="1147" y="196"/>
                      </a:lnTo>
                      <a:lnTo>
                        <a:pt x="1149" y="196"/>
                      </a:lnTo>
                      <a:lnTo>
                        <a:pt x="1150" y="196"/>
                      </a:lnTo>
                      <a:lnTo>
                        <a:pt x="1152" y="196"/>
                      </a:lnTo>
                      <a:lnTo>
                        <a:pt x="1153" y="196"/>
                      </a:lnTo>
                      <a:lnTo>
                        <a:pt x="1154" y="196"/>
                      </a:lnTo>
                      <a:lnTo>
                        <a:pt x="1156" y="196"/>
                      </a:lnTo>
                      <a:lnTo>
                        <a:pt x="1157" y="196"/>
                      </a:lnTo>
                      <a:lnTo>
                        <a:pt x="1159" y="196"/>
                      </a:lnTo>
                      <a:lnTo>
                        <a:pt x="1160" y="196"/>
                      </a:lnTo>
                      <a:lnTo>
                        <a:pt x="1161" y="196"/>
                      </a:lnTo>
                      <a:lnTo>
                        <a:pt x="1163" y="196"/>
                      </a:lnTo>
                      <a:lnTo>
                        <a:pt x="1164" y="196"/>
                      </a:lnTo>
                      <a:lnTo>
                        <a:pt x="1166" y="196"/>
                      </a:lnTo>
                      <a:lnTo>
                        <a:pt x="1167" y="196"/>
                      </a:lnTo>
                      <a:lnTo>
                        <a:pt x="1168" y="196"/>
                      </a:lnTo>
                      <a:lnTo>
                        <a:pt x="1170" y="195"/>
                      </a:lnTo>
                      <a:lnTo>
                        <a:pt x="1171" y="195"/>
                      </a:lnTo>
                      <a:lnTo>
                        <a:pt x="1173" y="195"/>
                      </a:lnTo>
                      <a:lnTo>
                        <a:pt x="1174" y="195"/>
                      </a:lnTo>
                      <a:lnTo>
                        <a:pt x="1176" y="195"/>
                      </a:lnTo>
                      <a:lnTo>
                        <a:pt x="1177" y="195"/>
                      </a:lnTo>
                      <a:lnTo>
                        <a:pt x="1178" y="195"/>
                      </a:lnTo>
                      <a:lnTo>
                        <a:pt x="1180" y="195"/>
                      </a:lnTo>
                      <a:lnTo>
                        <a:pt x="1181" y="195"/>
                      </a:lnTo>
                      <a:lnTo>
                        <a:pt x="1183" y="195"/>
                      </a:lnTo>
                      <a:lnTo>
                        <a:pt x="1184" y="195"/>
                      </a:lnTo>
                      <a:lnTo>
                        <a:pt x="1185" y="195"/>
                      </a:lnTo>
                      <a:lnTo>
                        <a:pt x="1187" y="195"/>
                      </a:lnTo>
                      <a:lnTo>
                        <a:pt x="1188" y="195"/>
                      </a:lnTo>
                      <a:lnTo>
                        <a:pt x="1190" y="195"/>
                      </a:lnTo>
                      <a:lnTo>
                        <a:pt x="1191" y="195"/>
                      </a:lnTo>
                      <a:lnTo>
                        <a:pt x="1192" y="195"/>
                      </a:lnTo>
                      <a:lnTo>
                        <a:pt x="1194" y="195"/>
                      </a:lnTo>
                      <a:lnTo>
                        <a:pt x="1195" y="195"/>
                      </a:lnTo>
                      <a:lnTo>
                        <a:pt x="1197" y="195"/>
                      </a:lnTo>
                      <a:lnTo>
                        <a:pt x="1198" y="195"/>
                      </a:lnTo>
                      <a:lnTo>
                        <a:pt x="1199" y="195"/>
                      </a:lnTo>
                      <a:lnTo>
                        <a:pt x="1201" y="195"/>
                      </a:lnTo>
                      <a:lnTo>
                        <a:pt x="1202" y="194"/>
                      </a:lnTo>
                      <a:lnTo>
                        <a:pt x="1204" y="194"/>
                      </a:lnTo>
                      <a:lnTo>
                        <a:pt x="1205" y="194"/>
                      </a:lnTo>
                      <a:lnTo>
                        <a:pt x="1206" y="194"/>
                      </a:lnTo>
                      <a:lnTo>
                        <a:pt x="1208" y="194"/>
                      </a:lnTo>
                      <a:lnTo>
                        <a:pt x="1209" y="194"/>
                      </a:lnTo>
                      <a:lnTo>
                        <a:pt x="1211" y="194"/>
                      </a:lnTo>
                      <a:lnTo>
                        <a:pt x="1212" y="194"/>
                      </a:lnTo>
                      <a:lnTo>
                        <a:pt x="1213" y="194"/>
                      </a:lnTo>
                      <a:lnTo>
                        <a:pt x="1215" y="194"/>
                      </a:lnTo>
                      <a:lnTo>
                        <a:pt x="1216" y="194"/>
                      </a:lnTo>
                      <a:lnTo>
                        <a:pt x="1218" y="194"/>
                      </a:lnTo>
                      <a:lnTo>
                        <a:pt x="1219" y="194"/>
                      </a:lnTo>
                      <a:lnTo>
                        <a:pt x="1220" y="194"/>
                      </a:lnTo>
                      <a:lnTo>
                        <a:pt x="1222" y="194"/>
                      </a:lnTo>
                      <a:lnTo>
                        <a:pt x="1223" y="194"/>
                      </a:lnTo>
                      <a:lnTo>
                        <a:pt x="1225" y="194"/>
                      </a:lnTo>
                      <a:lnTo>
                        <a:pt x="1226" y="194"/>
                      </a:lnTo>
                      <a:lnTo>
                        <a:pt x="1227" y="194"/>
                      </a:lnTo>
                      <a:lnTo>
                        <a:pt x="1229" y="194"/>
                      </a:lnTo>
                      <a:lnTo>
                        <a:pt x="1230" y="194"/>
                      </a:lnTo>
                      <a:lnTo>
                        <a:pt x="1232" y="193"/>
                      </a:lnTo>
                      <a:lnTo>
                        <a:pt x="1233" y="193"/>
                      </a:lnTo>
                      <a:lnTo>
                        <a:pt x="1235" y="193"/>
                      </a:lnTo>
                      <a:lnTo>
                        <a:pt x="1236" y="193"/>
                      </a:lnTo>
                      <a:lnTo>
                        <a:pt x="1237" y="193"/>
                      </a:lnTo>
                      <a:lnTo>
                        <a:pt x="1239" y="193"/>
                      </a:lnTo>
                      <a:lnTo>
                        <a:pt x="1240" y="193"/>
                      </a:lnTo>
                      <a:lnTo>
                        <a:pt x="1242" y="193"/>
                      </a:lnTo>
                      <a:lnTo>
                        <a:pt x="1243" y="193"/>
                      </a:lnTo>
                      <a:lnTo>
                        <a:pt x="1244" y="193"/>
                      </a:lnTo>
                      <a:lnTo>
                        <a:pt x="1246" y="193"/>
                      </a:lnTo>
                      <a:lnTo>
                        <a:pt x="1247" y="193"/>
                      </a:lnTo>
                      <a:lnTo>
                        <a:pt x="1249" y="193"/>
                      </a:lnTo>
                      <a:lnTo>
                        <a:pt x="1250" y="193"/>
                      </a:lnTo>
                      <a:lnTo>
                        <a:pt x="1251" y="193"/>
                      </a:lnTo>
                      <a:lnTo>
                        <a:pt x="1253" y="193"/>
                      </a:lnTo>
                      <a:lnTo>
                        <a:pt x="1254" y="193"/>
                      </a:lnTo>
                      <a:lnTo>
                        <a:pt x="1256" y="193"/>
                      </a:lnTo>
                      <a:lnTo>
                        <a:pt x="1257" y="193"/>
                      </a:lnTo>
                      <a:lnTo>
                        <a:pt x="1258" y="193"/>
                      </a:lnTo>
                      <a:lnTo>
                        <a:pt x="1260" y="193"/>
                      </a:lnTo>
                      <a:lnTo>
                        <a:pt x="1261" y="193"/>
                      </a:lnTo>
                      <a:lnTo>
                        <a:pt x="1263" y="192"/>
                      </a:lnTo>
                      <a:lnTo>
                        <a:pt x="1264" y="192"/>
                      </a:lnTo>
                      <a:lnTo>
                        <a:pt x="1265" y="192"/>
                      </a:lnTo>
                      <a:lnTo>
                        <a:pt x="1267" y="192"/>
                      </a:lnTo>
                      <a:lnTo>
                        <a:pt x="1268" y="192"/>
                      </a:lnTo>
                      <a:lnTo>
                        <a:pt x="1270" y="192"/>
                      </a:lnTo>
                      <a:lnTo>
                        <a:pt x="1271" y="192"/>
                      </a:lnTo>
                      <a:lnTo>
                        <a:pt x="1272" y="192"/>
                      </a:lnTo>
                      <a:lnTo>
                        <a:pt x="1274" y="192"/>
                      </a:lnTo>
                      <a:lnTo>
                        <a:pt x="1275" y="192"/>
                      </a:lnTo>
                      <a:lnTo>
                        <a:pt x="1277" y="192"/>
                      </a:lnTo>
                      <a:lnTo>
                        <a:pt x="1278" y="192"/>
                      </a:lnTo>
                      <a:lnTo>
                        <a:pt x="1279" y="192"/>
                      </a:lnTo>
                      <a:lnTo>
                        <a:pt x="1281" y="192"/>
                      </a:lnTo>
                      <a:lnTo>
                        <a:pt x="1282" y="192"/>
                      </a:lnTo>
                      <a:lnTo>
                        <a:pt x="1284" y="192"/>
                      </a:lnTo>
                      <a:lnTo>
                        <a:pt x="1285" y="192"/>
                      </a:lnTo>
                      <a:lnTo>
                        <a:pt x="1286" y="192"/>
                      </a:lnTo>
                      <a:lnTo>
                        <a:pt x="1288" y="192"/>
                      </a:lnTo>
                      <a:lnTo>
                        <a:pt x="1289" y="192"/>
                      </a:lnTo>
                      <a:lnTo>
                        <a:pt x="1291" y="192"/>
                      </a:lnTo>
                      <a:lnTo>
                        <a:pt x="1292" y="192"/>
                      </a:lnTo>
                      <a:lnTo>
                        <a:pt x="1293" y="192"/>
                      </a:lnTo>
                      <a:lnTo>
                        <a:pt x="1295" y="192"/>
                      </a:lnTo>
                      <a:lnTo>
                        <a:pt x="1296" y="192"/>
                      </a:lnTo>
                      <a:lnTo>
                        <a:pt x="1298" y="191"/>
                      </a:lnTo>
                      <a:lnTo>
                        <a:pt x="1299" y="191"/>
                      </a:lnTo>
                      <a:lnTo>
                        <a:pt x="1301" y="191"/>
                      </a:lnTo>
                      <a:lnTo>
                        <a:pt x="1302" y="191"/>
                      </a:lnTo>
                      <a:lnTo>
                        <a:pt x="1303" y="191"/>
                      </a:lnTo>
                      <a:lnTo>
                        <a:pt x="1305" y="191"/>
                      </a:lnTo>
                      <a:lnTo>
                        <a:pt x="1306" y="191"/>
                      </a:lnTo>
                      <a:lnTo>
                        <a:pt x="1308" y="191"/>
                      </a:lnTo>
                      <a:lnTo>
                        <a:pt x="1309" y="191"/>
                      </a:lnTo>
                      <a:lnTo>
                        <a:pt x="1310" y="191"/>
                      </a:lnTo>
                      <a:lnTo>
                        <a:pt x="1312" y="191"/>
                      </a:lnTo>
                      <a:lnTo>
                        <a:pt x="1313" y="191"/>
                      </a:lnTo>
                      <a:lnTo>
                        <a:pt x="1315" y="191"/>
                      </a:lnTo>
                      <a:lnTo>
                        <a:pt x="1316" y="191"/>
                      </a:lnTo>
                      <a:lnTo>
                        <a:pt x="1317" y="191"/>
                      </a:lnTo>
                      <a:lnTo>
                        <a:pt x="1319" y="191"/>
                      </a:lnTo>
                      <a:lnTo>
                        <a:pt x="1320" y="191"/>
                      </a:lnTo>
                      <a:lnTo>
                        <a:pt x="1322" y="191"/>
                      </a:lnTo>
                      <a:lnTo>
                        <a:pt x="1323" y="191"/>
                      </a:lnTo>
                      <a:lnTo>
                        <a:pt x="1324" y="191"/>
                      </a:lnTo>
                      <a:lnTo>
                        <a:pt x="1326" y="191"/>
                      </a:lnTo>
                      <a:lnTo>
                        <a:pt x="1327" y="191"/>
                      </a:lnTo>
                      <a:lnTo>
                        <a:pt x="1329" y="191"/>
                      </a:lnTo>
                      <a:lnTo>
                        <a:pt x="1330" y="191"/>
                      </a:lnTo>
                      <a:lnTo>
                        <a:pt x="1331" y="191"/>
                      </a:lnTo>
                      <a:lnTo>
                        <a:pt x="1333" y="191"/>
                      </a:lnTo>
                      <a:lnTo>
                        <a:pt x="1334" y="191"/>
                      </a:lnTo>
                      <a:lnTo>
                        <a:pt x="1336" y="190"/>
                      </a:lnTo>
                      <a:lnTo>
                        <a:pt x="1337" y="190"/>
                      </a:lnTo>
                      <a:lnTo>
                        <a:pt x="1338" y="190"/>
                      </a:lnTo>
                      <a:lnTo>
                        <a:pt x="1340" y="190"/>
                      </a:lnTo>
                      <a:lnTo>
                        <a:pt x="1341" y="190"/>
                      </a:lnTo>
                      <a:lnTo>
                        <a:pt x="1343" y="190"/>
                      </a:lnTo>
                      <a:lnTo>
                        <a:pt x="1344" y="190"/>
                      </a:lnTo>
                      <a:lnTo>
                        <a:pt x="1345" y="190"/>
                      </a:lnTo>
                      <a:lnTo>
                        <a:pt x="1347" y="190"/>
                      </a:lnTo>
                      <a:lnTo>
                        <a:pt x="1348" y="190"/>
                      </a:lnTo>
                      <a:lnTo>
                        <a:pt x="1350" y="190"/>
                      </a:lnTo>
                      <a:lnTo>
                        <a:pt x="1351" y="190"/>
                      </a:lnTo>
                      <a:lnTo>
                        <a:pt x="1352" y="190"/>
                      </a:lnTo>
                      <a:lnTo>
                        <a:pt x="1354" y="190"/>
                      </a:lnTo>
                      <a:lnTo>
                        <a:pt x="1355" y="190"/>
                      </a:lnTo>
                      <a:lnTo>
                        <a:pt x="1357" y="190"/>
                      </a:lnTo>
                      <a:lnTo>
                        <a:pt x="1358" y="190"/>
                      </a:lnTo>
                      <a:lnTo>
                        <a:pt x="1359" y="190"/>
                      </a:lnTo>
                      <a:lnTo>
                        <a:pt x="1361" y="190"/>
                      </a:lnTo>
                      <a:lnTo>
                        <a:pt x="1362" y="190"/>
                      </a:lnTo>
                      <a:lnTo>
                        <a:pt x="1364" y="190"/>
                      </a:lnTo>
                      <a:lnTo>
                        <a:pt x="1365" y="190"/>
                      </a:lnTo>
                      <a:lnTo>
                        <a:pt x="1367" y="190"/>
                      </a:lnTo>
                      <a:lnTo>
                        <a:pt x="1368" y="190"/>
                      </a:lnTo>
                      <a:lnTo>
                        <a:pt x="1369" y="190"/>
                      </a:lnTo>
                      <a:lnTo>
                        <a:pt x="1371" y="190"/>
                      </a:lnTo>
                      <a:lnTo>
                        <a:pt x="1372" y="190"/>
                      </a:lnTo>
                      <a:lnTo>
                        <a:pt x="1374" y="190"/>
                      </a:lnTo>
                      <a:lnTo>
                        <a:pt x="1375" y="190"/>
                      </a:lnTo>
                      <a:lnTo>
                        <a:pt x="1376" y="189"/>
                      </a:lnTo>
                      <a:lnTo>
                        <a:pt x="1378" y="189"/>
                      </a:lnTo>
                      <a:lnTo>
                        <a:pt x="1379" y="189"/>
                      </a:lnTo>
                      <a:lnTo>
                        <a:pt x="1381" y="189"/>
                      </a:lnTo>
                      <a:lnTo>
                        <a:pt x="1382" y="189"/>
                      </a:lnTo>
                      <a:lnTo>
                        <a:pt x="1383" y="189"/>
                      </a:lnTo>
                      <a:lnTo>
                        <a:pt x="1385" y="189"/>
                      </a:lnTo>
                      <a:lnTo>
                        <a:pt x="1386" y="189"/>
                      </a:lnTo>
                      <a:lnTo>
                        <a:pt x="1388" y="189"/>
                      </a:lnTo>
                      <a:lnTo>
                        <a:pt x="1389" y="189"/>
                      </a:lnTo>
                      <a:lnTo>
                        <a:pt x="1390" y="189"/>
                      </a:lnTo>
                      <a:lnTo>
                        <a:pt x="1392" y="189"/>
                      </a:lnTo>
                      <a:lnTo>
                        <a:pt x="1393" y="189"/>
                      </a:lnTo>
                      <a:lnTo>
                        <a:pt x="1395" y="189"/>
                      </a:lnTo>
                      <a:lnTo>
                        <a:pt x="1396" y="189"/>
                      </a:lnTo>
                      <a:lnTo>
                        <a:pt x="1397" y="189"/>
                      </a:lnTo>
                      <a:lnTo>
                        <a:pt x="1399" y="189"/>
                      </a:lnTo>
                      <a:lnTo>
                        <a:pt x="1400" y="189"/>
                      </a:lnTo>
                      <a:lnTo>
                        <a:pt x="1402" y="189"/>
                      </a:lnTo>
                      <a:lnTo>
                        <a:pt x="1403" y="189"/>
                      </a:lnTo>
                      <a:lnTo>
                        <a:pt x="1404" y="189"/>
                      </a:lnTo>
                      <a:lnTo>
                        <a:pt x="1406" y="189"/>
                      </a:lnTo>
                      <a:lnTo>
                        <a:pt x="1407" y="189"/>
                      </a:lnTo>
                      <a:lnTo>
                        <a:pt x="1409" y="189"/>
                      </a:lnTo>
                      <a:lnTo>
                        <a:pt x="1410" y="189"/>
                      </a:lnTo>
                      <a:lnTo>
                        <a:pt x="1411" y="189"/>
                      </a:lnTo>
                      <a:lnTo>
                        <a:pt x="1413" y="189"/>
                      </a:lnTo>
                      <a:lnTo>
                        <a:pt x="1414" y="189"/>
                      </a:lnTo>
                      <a:lnTo>
                        <a:pt x="1416" y="189"/>
                      </a:lnTo>
                      <a:lnTo>
                        <a:pt x="1417" y="189"/>
                      </a:lnTo>
                      <a:lnTo>
                        <a:pt x="1418" y="188"/>
                      </a:lnTo>
                      <a:lnTo>
                        <a:pt x="1420" y="188"/>
                      </a:lnTo>
                      <a:lnTo>
                        <a:pt x="1421" y="188"/>
                      </a:lnTo>
                      <a:lnTo>
                        <a:pt x="1423" y="188"/>
                      </a:lnTo>
                      <a:lnTo>
                        <a:pt x="1424" y="188"/>
                      </a:lnTo>
                      <a:lnTo>
                        <a:pt x="1426" y="188"/>
                      </a:lnTo>
                      <a:lnTo>
                        <a:pt x="1427" y="188"/>
                      </a:lnTo>
                      <a:lnTo>
                        <a:pt x="1428" y="188"/>
                      </a:lnTo>
                      <a:lnTo>
                        <a:pt x="1430" y="188"/>
                      </a:lnTo>
                      <a:lnTo>
                        <a:pt x="1431" y="188"/>
                      </a:lnTo>
                      <a:lnTo>
                        <a:pt x="1433" y="188"/>
                      </a:lnTo>
                      <a:lnTo>
                        <a:pt x="1434" y="188"/>
                      </a:lnTo>
                      <a:lnTo>
                        <a:pt x="1435" y="188"/>
                      </a:lnTo>
                      <a:lnTo>
                        <a:pt x="1437" y="188"/>
                      </a:lnTo>
                      <a:lnTo>
                        <a:pt x="1438" y="188"/>
                      </a:lnTo>
                      <a:lnTo>
                        <a:pt x="1440" y="188"/>
                      </a:lnTo>
                      <a:lnTo>
                        <a:pt x="1441" y="188"/>
                      </a:lnTo>
                      <a:lnTo>
                        <a:pt x="1442" y="188"/>
                      </a:lnTo>
                      <a:lnTo>
                        <a:pt x="1444" y="188"/>
                      </a:lnTo>
                      <a:lnTo>
                        <a:pt x="1445" y="188"/>
                      </a:lnTo>
                      <a:lnTo>
                        <a:pt x="1447" y="188"/>
                      </a:lnTo>
                      <a:lnTo>
                        <a:pt x="1448" y="188"/>
                      </a:lnTo>
                      <a:lnTo>
                        <a:pt x="1449" y="188"/>
                      </a:lnTo>
                      <a:lnTo>
                        <a:pt x="1451" y="188"/>
                      </a:lnTo>
                      <a:lnTo>
                        <a:pt x="1452" y="188"/>
                      </a:lnTo>
                      <a:lnTo>
                        <a:pt x="1454" y="188"/>
                      </a:lnTo>
                      <a:lnTo>
                        <a:pt x="1455" y="188"/>
                      </a:lnTo>
                      <a:lnTo>
                        <a:pt x="1456" y="188"/>
                      </a:lnTo>
                      <a:lnTo>
                        <a:pt x="1458" y="188"/>
                      </a:lnTo>
                      <a:lnTo>
                        <a:pt x="1459" y="188"/>
                      </a:lnTo>
                      <a:lnTo>
                        <a:pt x="1461" y="187"/>
                      </a:lnTo>
                      <a:lnTo>
                        <a:pt x="1462" y="187"/>
                      </a:lnTo>
                      <a:lnTo>
                        <a:pt x="1463" y="187"/>
                      </a:lnTo>
                      <a:lnTo>
                        <a:pt x="1465" y="187"/>
                      </a:lnTo>
                      <a:lnTo>
                        <a:pt x="1466" y="187"/>
                      </a:lnTo>
                      <a:lnTo>
                        <a:pt x="1468" y="187"/>
                      </a:lnTo>
                      <a:lnTo>
                        <a:pt x="1469" y="187"/>
                      </a:lnTo>
                      <a:lnTo>
                        <a:pt x="1470" y="187"/>
                      </a:lnTo>
                      <a:lnTo>
                        <a:pt x="1472" y="187"/>
                      </a:lnTo>
                      <a:lnTo>
                        <a:pt x="1473" y="187"/>
                      </a:lnTo>
                      <a:lnTo>
                        <a:pt x="1475" y="187"/>
                      </a:lnTo>
                      <a:lnTo>
                        <a:pt x="1476" y="187"/>
                      </a:lnTo>
                      <a:lnTo>
                        <a:pt x="1477" y="187"/>
                      </a:lnTo>
                      <a:lnTo>
                        <a:pt x="1479" y="187"/>
                      </a:lnTo>
                      <a:lnTo>
                        <a:pt x="1480" y="187"/>
                      </a:lnTo>
                      <a:lnTo>
                        <a:pt x="1482" y="187"/>
                      </a:lnTo>
                      <a:lnTo>
                        <a:pt x="1483" y="187"/>
                      </a:lnTo>
                      <a:lnTo>
                        <a:pt x="1484" y="187"/>
                      </a:lnTo>
                      <a:lnTo>
                        <a:pt x="1486" y="187"/>
                      </a:lnTo>
                      <a:lnTo>
                        <a:pt x="1487" y="187"/>
                      </a:lnTo>
                      <a:lnTo>
                        <a:pt x="1489" y="187"/>
                      </a:lnTo>
                      <a:lnTo>
                        <a:pt x="1490" y="187"/>
                      </a:lnTo>
                      <a:lnTo>
                        <a:pt x="1492" y="187"/>
                      </a:lnTo>
                      <a:lnTo>
                        <a:pt x="1493" y="187"/>
                      </a:lnTo>
                      <a:lnTo>
                        <a:pt x="1494" y="187"/>
                      </a:lnTo>
                      <a:lnTo>
                        <a:pt x="1496" y="187"/>
                      </a:lnTo>
                      <a:lnTo>
                        <a:pt x="1497" y="187"/>
                      </a:lnTo>
                      <a:lnTo>
                        <a:pt x="1499" y="187"/>
                      </a:lnTo>
                      <a:lnTo>
                        <a:pt x="1500" y="187"/>
                      </a:lnTo>
                      <a:lnTo>
                        <a:pt x="1501" y="187"/>
                      </a:lnTo>
                      <a:lnTo>
                        <a:pt x="1503" y="187"/>
                      </a:lnTo>
                      <a:lnTo>
                        <a:pt x="1504" y="187"/>
                      </a:lnTo>
                      <a:lnTo>
                        <a:pt x="1506" y="187"/>
                      </a:lnTo>
                      <a:lnTo>
                        <a:pt x="1507" y="187"/>
                      </a:lnTo>
                      <a:lnTo>
                        <a:pt x="1508" y="187"/>
                      </a:lnTo>
                      <a:lnTo>
                        <a:pt x="1510" y="186"/>
                      </a:lnTo>
                      <a:lnTo>
                        <a:pt x="1511" y="186"/>
                      </a:lnTo>
                      <a:lnTo>
                        <a:pt x="1513" y="186"/>
                      </a:lnTo>
                      <a:lnTo>
                        <a:pt x="1514" y="186"/>
                      </a:lnTo>
                      <a:lnTo>
                        <a:pt x="1515" y="186"/>
                      </a:lnTo>
                      <a:lnTo>
                        <a:pt x="1517" y="186"/>
                      </a:lnTo>
                      <a:lnTo>
                        <a:pt x="1518" y="186"/>
                      </a:lnTo>
                      <a:lnTo>
                        <a:pt x="1520" y="186"/>
                      </a:lnTo>
                      <a:lnTo>
                        <a:pt x="1521" y="186"/>
                      </a:lnTo>
                      <a:lnTo>
                        <a:pt x="1522" y="186"/>
                      </a:lnTo>
                      <a:lnTo>
                        <a:pt x="1524" y="186"/>
                      </a:lnTo>
                      <a:lnTo>
                        <a:pt x="1525" y="186"/>
                      </a:lnTo>
                      <a:lnTo>
                        <a:pt x="1527" y="186"/>
                      </a:lnTo>
                      <a:lnTo>
                        <a:pt x="1528" y="186"/>
                      </a:lnTo>
                      <a:lnTo>
                        <a:pt x="1529" y="186"/>
                      </a:lnTo>
                      <a:lnTo>
                        <a:pt x="1531" y="186"/>
                      </a:lnTo>
                      <a:lnTo>
                        <a:pt x="1532" y="186"/>
                      </a:lnTo>
                      <a:lnTo>
                        <a:pt x="1534" y="186"/>
                      </a:lnTo>
                      <a:lnTo>
                        <a:pt x="1535" y="186"/>
                      </a:lnTo>
                      <a:lnTo>
                        <a:pt x="1536" y="186"/>
                      </a:lnTo>
                      <a:lnTo>
                        <a:pt x="1538" y="186"/>
                      </a:lnTo>
                      <a:lnTo>
                        <a:pt x="1539" y="186"/>
                      </a:lnTo>
                      <a:lnTo>
                        <a:pt x="1541" y="186"/>
                      </a:lnTo>
                      <a:lnTo>
                        <a:pt x="1542" y="186"/>
                      </a:lnTo>
                      <a:lnTo>
                        <a:pt x="1543" y="186"/>
                      </a:lnTo>
                      <a:lnTo>
                        <a:pt x="1545" y="186"/>
                      </a:lnTo>
                      <a:lnTo>
                        <a:pt x="1546" y="186"/>
                      </a:lnTo>
                      <a:lnTo>
                        <a:pt x="1548" y="186"/>
                      </a:lnTo>
                      <a:lnTo>
                        <a:pt x="1549" y="186"/>
                      </a:lnTo>
                      <a:lnTo>
                        <a:pt x="1550" y="186"/>
                      </a:lnTo>
                      <a:lnTo>
                        <a:pt x="1552" y="186"/>
                      </a:lnTo>
                      <a:lnTo>
                        <a:pt x="1553" y="186"/>
                      </a:lnTo>
                      <a:lnTo>
                        <a:pt x="1555" y="186"/>
                      </a:lnTo>
                      <a:lnTo>
                        <a:pt x="1556" y="186"/>
                      </a:lnTo>
                      <a:lnTo>
                        <a:pt x="1558" y="186"/>
                      </a:lnTo>
                      <a:lnTo>
                        <a:pt x="1559" y="185"/>
                      </a:lnTo>
                      <a:lnTo>
                        <a:pt x="1560" y="185"/>
                      </a:lnTo>
                      <a:lnTo>
                        <a:pt x="1562" y="185"/>
                      </a:lnTo>
                      <a:lnTo>
                        <a:pt x="1563" y="185"/>
                      </a:lnTo>
                      <a:lnTo>
                        <a:pt x="1565" y="185"/>
                      </a:lnTo>
                      <a:lnTo>
                        <a:pt x="1566" y="185"/>
                      </a:lnTo>
                      <a:lnTo>
                        <a:pt x="1567" y="185"/>
                      </a:lnTo>
                      <a:lnTo>
                        <a:pt x="1569" y="185"/>
                      </a:lnTo>
                      <a:lnTo>
                        <a:pt x="1570" y="185"/>
                      </a:lnTo>
                      <a:lnTo>
                        <a:pt x="1572" y="185"/>
                      </a:lnTo>
                      <a:lnTo>
                        <a:pt x="1573" y="185"/>
                      </a:lnTo>
                      <a:lnTo>
                        <a:pt x="1574" y="185"/>
                      </a:lnTo>
                      <a:lnTo>
                        <a:pt x="1576" y="185"/>
                      </a:lnTo>
                      <a:lnTo>
                        <a:pt x="1577" y="185"/>
                      </a:lnTo>
                      <a:lnTo>
                        <a:pt x="1579" y="185"/>
                      </a:lnTo>
                      <a:lnTo>
                        <a:pt x="1580" y="185"/>
                      </a:lnTo>
                      <a:lnTo>
                        <a:pt x="1581" y="185"/>
                      </a:lnTo>
                      <a:lnTo>
                        <a:pt x="1583" y="185"/>
                      </a:lnTo>
                      <a:lnTo>
                        <a:pt x="1584" y="185"/>
                      </a:lnTo>
                      <a:lnTo>
                        <a:pt x="1586" y="185"/>
                      </a:lnTo>
                      <a:lnTo>
                        <a:pt x="1587" y="185"/>
                      </a:lnTo>
                      <a:lnTo>
                        <a:pt x="1588" y="185"/>
                      </a:lnTo>
                      <a:lnTo>
                        <a:pt x="1590" y="185"/>
                      </a:lnTo>
                      <a:lnTo>
                        <a:pt x="1591" y="185"/>
                      </a:lnTo>
                      <a:lnTo>
                        <a:pt x="1593" y="185"/>
                      </a:lnTo>
                      <a:lnTo>
                        <a:pt x="1594" y="185"/>
                      </a:lnTo>
                      <a:lnTo>
                        <a:pt x="1595" y="185"/>
                      </a:lnTo>
                      <a:lnTo>
                        <a:pt x="1597" y="185"/>
                      </a:lnTo>
                      <a:lnTo>
                        <a:pt x="1598" y="185"/>
                      </a:lnTo>
                      <a:lnTo>
                        <a:pt x="1600" y="185"/>
                      </a:lnTo>
                      <a:lnTo>
                        <a:pt x="1601" y="185"/>
                      </a:lnTo>
                      <a:lnTo>
                        <a:pt x="1602" y="185"/>
                      </a:lnTo>
                      <a:lnTo>
                        <a:pt x="1604" y="185"/>
                      </a:lnTo>
                      <a:lnTo>
                        <a:pt x="1605" y="185"/>
                      </a:lnTo>
                      <a:lnTo>
                        <a:pt x="1607" y="185"/>
                      </a:lnTo>
                      <a:lnTo>
                        <a:pt x="1608" y="185"/>
                      </a:lnTo>
                      <a:lnTo>
                        <a:pt x="1609" y="185"/>
                      </a:lnTo>
                      <a:lnTo>
                        <a:pt x="1611" y="185"/>
                      </a:lnTo>
                      <a:lnTo>
                        <a:pt x="1612" y="185"/>
                      </a:lnTo>
                      <a:lnTo>
                        <a:pt x="1614" y="184"/>
                      </a:lnTo>
                      <a:lnTo>
                        <a:pt x="1615" y="184"/>
                      </a:lnTo>
                      <a:lnTo>
                        <a:pt x="1617" y="184"/>
                      </a:lnTo>
                      <a:lnTo>
                        <a:pt x="1618" y="184"/>
                      </a:lnTo>
                      <a:lnTo>
                        <a:pt x="1619" y="184"/>
                      </a:lnTo>
                      <a:lnTo>
                        <a:pt x="1621" y="184"/>
                      </a:lnTo>
                      <a:lnTo>
                        <a:pt x="1622" y="184"/>
                      </a:lnTo>
                      <a:lnTo>
                        <a:pt x="1624" y="184"/>
                      </a:lnTo>
                      <a:lnTo>
                        <a:pt x="1625" y="184"/>
                      </a:lnTo>
                      <a:lnTo>
                        <a:pt x="1626" y="184"/>
                      </a:lnTo>
                      <a:lnTo>
                        <a:pt x="1628" y="184"/>
                      </a:lnTo>
                      <a:lnTo>
                        <a:pt x="1629" y="184"/>
                      </a:lnTo>
                      <a:lnTo>
                        <a:pt x="1631" y="184"/>
                      </a:lnTo>
                      <a:lnTo>
                        <a:pt x="1632" y="184"/>
                      </a:lnTo>
                      <a:lnTo>
                        <a:pt x="1633" y="184"/>
                      </a:lnTo>
                      <a:lnTo>
                        <a:pt x="1635" y="184"/>
                      </a:lnTo>
                      <a:lnTo>
                        <a:pt x="1636" y="184"/>
                      </a:lnTo>
                      <a:lnTo>
                        <a:pt x="1638" y="184"/>
                      </a:lnTo>
                      <a:lnTo>
                        <a:pt x="1639" y="184"/>
                      </a:lnTo>
                      <a:lnTo>
                        <a:pt x="1640" y="184"/>
                      </a:lnTo>
                      <a:lnTo>
                        <a:pt x="1642" y="184"/>
                      </a:lnTo>
                      <a:lnTo>
                        <a:pt x="1643" y="184"/>
                      </a:lnTo>
                      <a:lnTo>
                        <a:pt x="1645" y="184"/>
                      </a:lnTo>
                      <a:lnTo>
                        <a:pt x="1646" y="184"/>
                      </a:lnTo>
                      <a:lnTo>
                        <a:pt x="1647" y="184"/>
                      </a:lnTo>
                      <a:lnTo>
                        <a:pt x="1649" y="184"/>
                      </a:lnTo>
                      <a:lnTo>
                        <a:pt x="1650" y="184"/>
                      </a:lnTo>
                      <a:lnTo>
                        <a:pt x="1652" y="184"/>
                      </a:lnTo>
                      <a:lnTo>
                        <a:pt x="1653" y="184"/>
                      </a:lnTo>
                      <a:lnTo>
                        <a:pt x="1654" y="184"/>
                      </a:lnTo>
                      <a:lnTo>
                        <a:pt x="1656" y="184"/>
                      </a:lnTo>
                      <a:lnTo>
                        <a:pt x="1657" y="184"/>
                      </a:lnTo>
                      <a:lnTo>
                        <a:pt x="1659" y="184"/>
                      </a:lnTo>
                      <a:lnTo>
                        <a:pt x="1660" y="184"/>
                      </a:lnTo>
                      <a:lnTo>
                        <a:pt x="1661" y="184"/>
                      </a:lnTo>
                      <a:lnTo>
                        <a:pt x="1663" y="184"/>
                      </a:lnTo>
                      <a:lnTo>
                        <a:pt x="1664" y="184"/>
                      </a:lnTo>
                      <a:lnTo>
                        <a:pt x="1666" y="184"/>
                      </a:lnTo>
                      <a:lnTo>
                        <a:pt x="1667" y="184"/>
                      </a:lnTo>
                      <a:lnTo>
                        <a:pt x="1668" y="184"/>
                      </a:lnTo>
                      <a:lnTo>
                        <a:pt x="1670" y="184"/>
                      </a:lnTo>
                      <a:lnTo>
                        <a:pt x="1671" y="183"/>
                      </a:lnTo>
                      <a:lnTo>
                        <a:pt x="1673" y="183"/>
                      </a:lnTo>
                      <a:lnTo>
                        <a:pt x="1674" y="183"/>
                      </a:lnTo>
                      <a:lnTo>
                        <a:pt x="1675" y="183"/>
                      </a:lnTo>
                      <a:lnTo>
                        <a:pt x="1677" y="183"/>
                      </a:lnTo>
                      <a:lnTo>
                        <a:pt x="1678" y="183"/>
                      </a:lnTo>
                      <a:lnTo>
                        <a:pt x="1680" y="183"/>
                      </a:lnTo>
                      <a:lnTo>
                        <a:pt x="1681" y="183"/>
                      </a:lnTo>
                      <a:lnTo>
                        <a:pt x="1683" y="183"/>
                      </a:lnTo>
                      <a:lnTo>
                        <a:pt x="1684" y="183"/>
                      </a:lnTo>
                      <a:lnTo>
                        <a:pt x="1685" y="183"/>
                      </a:lnTo>
                      <a:lnTo>
                        <a:pt x="1687" y="183"/>
                      </a:lnTo>
                      <a:lnTo>
                        <a:pt x="1688" y="183"/>
                      </a:lnTo>
                      <a:lnTo>
                        <a:pt x="1690" y="183"/>
                      </a:lnTo>
                      <a:lnTo>
                        <a:pt x="1691" y="183"/>
                      </a:lnTo>
                      <a:lnTo>
                        <a:pt x="1692" y="183"/>
                      </a:lnTo>
                      <a:lnTo>
                        <a:pt x="1694" y="183"/>
                      </a:lnTo>
                      <a:lnTo>
                        <a:pt x="1695" y="183"/>
                      </a:lnTo>
                      <a:lnTo>
                        <a:pt x="1697" y="183"/>
                      </a:lnTo>
                      <a:lnTo>
                        <a:pt x="1698" y="183"/>
                      </a:lnTo>
                      <a:lnTo>
                        <a:pt x="1699" y="183"/>
                      </a:lnTo>
                      <a:lnTo>
                        <a:pt x="1701" y="183"/>
                      </a:lnTo>
                      <a:lnTo>
                        <a:pt x="1702" y="183"/>
                      </a:lnTo>
                      <a:lnTo>
                        <a:pt x="1704" y="183"/>
                      </a:lnTo>
                      <a:lnTo>
                        <a:pt x="1705" y="183"/>
                      </a:lnTo>
                      <a:lnTo>
                        <a:pt x="1706" y="183"/>
                      </a:lnTo>
                      <a:lnTo>
                        <a:pt x="1708" y="183"/>
                      </a:lnTo>
                      <a:lnTo>
                        <a:pt x="1709" y="183"/>
                      </a:lnTo>
                      <a:lnTo>
                        <a:pt x="1711" y="183"/>
                      </a:lnTo>
                      <a:lnTo>
                        <a:pt x="1712" y="183"/>
                      </a:lnTo>
                      <a:lnTo>
                        <a:pt x="1713" y="183"/>
                      </a:lnTo>
                      <a:lnTo>
                        <a:pt x="1715" y="183"/>
                      </a:lnTo>
                      <a:lnTo>
                        <a:pt x="1716" y="183"/>
                      </a:lnTo>
                      <a:lnTo>
                        <a:pt x="1718" y="183"/>
                      </a:lnTo>
                      <a:lnTo>
                        <a:pt x="1719" y="183"/>
                      </a:lnTo>
                      <a:lnTo>
                        <a:pt x="1720" y="183"/>
                      </a:lnTo>
                      <a:lnTo>
                        <a:pt x="1722" y="183"/>
                      </a:lnTo>
                      <a:lnTo>
                        <a:pt x="1723" y="183"/>
                      </a:lnTo>
                      <a:lnTo>
                        <a:pt x="1725" y="183"/>
                      </a:lnTo>
                      <a:lnTo>
                        <a:pt x="1726" y="183"/>
                      </a:lnTo>
                      <a:lnTo>
                        <a:pt x="1727" y="183"/>
                      </a:lnTo>
                      <a:lnTo>
                        <a:pt x="1729" y="183"/>
                      </a:lnTo>
                      <a:lnTo>
                        <a:pt x="1730" y="183"/>
                      </a:lnTo>
                      <a:lnTo>
                        <a:pt x="1732" y="183"/>
                      </a:lnTo>
                      <a:lnTo>
                        <a:pt x="1733" y="183"/>
                      </a:lnTo>
                      <a:lnTo>
                        <a:pt x="1734" y="183"/>
                      </a:lnTo>
                      <a:lnTo>
                        <a:pt x="1736" y="183"/>
                      </a:lnTo>
                      <a:lnTo>
                        <a:pt x="1737" y="182"/>
                      </a:lnTo>
                      <a:lnTo>
                        <a:pt x="1739" y="182"/>
                      </a:lnTo>
                      <a:lnTo>
                        <a:pt x="1740" y="182"/>
                      </a:lnTo>
                      <a:lnTo>
                        <a:pt x="1742" y="182"/>
                      </a:lnTo>
                      <a:lnTo>
                        <a:pt x="1743" y="182"/>
                      </a:lnTo>
                      <a:lnTo>
                        <a:pt x="1744" y="182"/>
                      </a:lnTo>
                      <a:lnTo>
                        <a:pt x="1746" y="182"/>
                      </a:lnTo>
                      <a:lnTo>
                        <a:pt x="1747" y="182"/>
                      </a:lnTo>
                      <a:lnTo>
                        <a:pt x="1749" y="182"/>
                      </a:lnTo>
                      <a:lnTo>
                        <a:pt x="1750" y="182"/>
                      </a:lnTo>
                      <a:lnTo>
                        <a:pt x="1751" y="182"/>
                      </a:lnTo>
                      <a:lnTo>
                        <a:pt x="1753" y="182"/>
                      </a:lnTo>
                      <a:lnTo>
                        <a:pt x="1754" y="182"/>
                      </a:lnTo>
                      <a:lnTo>
                        <a:pt x="1756" y="182"/>
                      </a:lnTo>
                      <a:lnTo>
                        <a:pt x="1757" y="182"/>
                      </a:lnTo>
                      <a:lnTo>
                        <a:pt x="1758" y="182"/>
                      </a:lnTo>
                      <a:lnTo>
                        <a:pt x="1760" y="182"/>
                      </a:lnTo>
                      <a:lnTo>
                        <a:pt x="1761" y="182"/>
                      </a:lnTo>
                      <a:lnTo>
                        <a:pt x="1763" y="182"/>
                      </a:lnTo>
                      <a:lnTo>
                        <a:pt x="1764" y="182"/>
                      </a:lnTo>
                      <a:lnTo>
                        <a:pt x="1765" y="182"/>
                      </a:lnTo>
                      <a:lnTo>
                        <a:pt x="1767" y="182"/>
                      </a:lnTo>
                      <a:lnTo>
                        <a:pt x="1768" y="182"/>
                      </a:lnTo>
                      <a:lnTo>
                        <a:pt x="1770" y="182"/>
                      </a:lnTo>
                      <a:lnTo>
                        <a:pt x="1771" y="182"/>
                      </a:lnTo>
                      <a:lnTo>
                        <a:pt x="1772" y="182"/>
                      </a:lnTo>
                      <a:lnTo>
                        <a:pt x="1774" y="182"/>
                      </a:lnTo>
                      <a:lnTo>
                        <a:pt x="1775" y="182"/>
                      </a:lnTo>
                      <a:lnTo>
                        <a:pt x="1777" y="182"/>
                      </a:lnTo>
                      <a:lnTo>
                        <a:pt x="1778" y="182"/>
                      </a:lnTo>
                      <a:lnTo>
                        <a:pt x="1779" y="182"/>
                      </a:lnTo>
                      <a:lnTo>
                        <a:pt x="1781" y="182"/>
                      </a:lnTo>
                      <a:lnTo>
                        <a:pt x="1782" y="182"/>
                      </a:lnTo>
                      <a:lnTo>
                        <a:pt x="1784" y="182"/>
                      </a:lnTo>
                      <a:lnTo>
                        <a:pt x="1785" y="182"/>
                      </a:lnTo>
                      <a:lnTo>
                        <a:pt x="1786" y="182"/>
                      </a:lnTo>
                      <a:lnTo>
                        <a:pt x="1788" y="182"/>
                      </a:lnTo>
                      <a:lnTo>
                        <a:pt x="1789" y="182"/>
                      </a:lnTo>
                      <a:lnTo>
                        <a:pt x="1791" y="182"/>
                      </a:lnTo>
                      <a:lnTo>
                        <a:pt x="1792" y="182"/>
                      </a:lnTo>
                      <a:lnTo>
                        <a:pt x="1793" y="182"/>
                      </a:lnTo>
                      <a:lnTo>
                        <a:pt x="1795" y="182"/>
                      </a:lnTo>
                      <a:lnTo>
                        <a:pt x="1796" y="182"/>
                      </a:lnTo>
                      <a:lnTo>
                        <a:pt x="1798" y="182"/>
                      </a:lnTo>
                      <a:lnTo>
                        <a:pt x="1799" y="182"/>
                      </a:lnTo>
                      <a:lnTo>
                        <a:pt x="1800" y="182"/>
                      </a:lnTo>
                      <a:lnTo>
                        <a:pt x="1802" y="182"/>
                      </a:lnTo>
                      <a:lnTo>
                        <a:pt x="1803" y="182"/>
                      </a:lnTo>
                      <a:lnTo>
                        <a:pt x="1805" y="181"/>
                      </a:lnTo>
                      <a:lnTo>
                        <a:pt x="1806" y="181"/>
                      </a:lnTo>
                      <a:lnTo>
                        <a:pt x="1808" y="181"/>
                      </a:lnTo>
                      <a:lnTo>
                        <a:pt x="1809" y="181"/>
                      </a:lnTo>
                      <a:lnTo>
                        <a:pt x="1810" y="181"/>
                      </a:lnTo>
                      <a:lnTo>
                        <a:pt x="1812" y="181"/>
                      </a:lnTo>
                      <a:lnTo>
                        <a:pt x="1813" y="181"/>
                      </a:lnTo>
                      <a:lnTo>
                        <a:pt x="1815" y="181"/>
                      </a:lnTo>
                      <a:lnTo>
                        <a:pt x="1816" y="181"/>
                      </a:lnTo>
                      <a:lnTo>
                        <a:pt x="1817" y="181"/>
                      </a:lnTo>
                      <a:lnTo>
                        <a:pt x="1819" y="181"/>
                      </a:lnTo>
                      <a:lnTo>
                        <a:pt x="1820" y="181"/>
                      </a:lnTo>
                      <a:lnTo>
                        <a:pt x="1822" y="181"/>
                      </a:lnTo>
                      <a:lnTo>
                        <a:pt x="1823" y="181"/>
                      </a:lnTo>
                      <a:lnTo>
                        <a:pt x="1824" y="181"/>
                      </a:lnTo>
                      <a:lnTo>
                        <a:pt x="1826" y="181"/>
                      </a:lnTo>
                      <a:lnTo>
                        <a:pt x="1827" y="181"/>
                      </a:lnTo>
                      <a:lnTo>
                        <a:pt x="1829" y="181"/>
                      </a:lnTo>
                      <a:lnTo>
                        <a:pt x="1830" y="181"/>
                      </a:lnTo>
                      <a:lnTo>
                        <a:pt x="1831" y="181"/>
                      </a:lnTo>
                      <a:lnTo>
                        <a:pt x="1833" y="181"/>
                      </a:lnTo>
                      <a:lnTo>
                        <a:pt x="1834" y="181"/>
                      </a:lnTo>
                      <a:lnTo>
                        <a:pt x="1836" y="181"/>
                      </a:lnTo>
                      <a:lnTo>
                        <a:pt x="1837" y="181"/>
                      </a:lnTo>
                      <a:lnTo>
                        <a:pt x="1838" y="181"/>
                      </a:lnTo>
                      <a:lnTo>
                        <a:pt x="1840" y="181"/>
                      </a:lnTo>
                      <a:lnTo>
                        <a:pt x="1841" y="181"/>
                      </a:lnTo>
                      <a:lnTo>
                        <a:pt x="1843" y="181"/>
                      </a:lnTo>
                      <a:lnTo>
                        <a:pt x="1844" y="181"/>
                      </a:lnTo>
                      <a:lnTo>
                        <a:pt x="1845" y="181"/>
                      </a:lnTo>
                      <a:lnTo>
                        <a:pt x="1847" y="181"/>
                      </a:lnTo>
                      <a:lnTo>
                        <a:pt x="1848" y="181"/>
                      </a:lnTo>
                      <a:lnTo>
                        <a:pt x="1850" y="181"/>
                      </a:lnTo>
                      <a:lnTo>
                        <a:pt x="1851" y="181"/>
                      </a:lnTo>
                      <a:lnTo>
                        <a:pt x="1852" y="181"/>
                      </a:lnTo>
                      <a:lnTo>
                        <a:pt x="1854" y="181"/>
                      </a:lnTo>
                      <a:lnTo>
                        <a:pt x="1855" y="181"/>
                      </a:lnTo>
                      <a:lnTo>
                        <a:pt x="1857" y="181"/>
                      </a:lnTo>
                      <a:lnTo>
                        <a:pt x="1858" y="181"/>
                      </a:lnTo>
                      <a:lnTo>
                        <a:pt x="1859" y="181"/>
                      </a:lnTo>
                      <a:lnTo>
                        <a:pt x="1861" y="181"/>
                      </a:lnTo>
                      <a:lnTo>
                        <a:pt x="1862" y="181"/>
                      </a:lnTo>
                      <a:lnTo>
                        <a:pt x="1864" y="181"/>
                      </a:lnTo>
                      <a:lnTo>
                        <a:pt x="1865" y="181"/>
                      </a:lnTo>
                      <a:lnTo>
                        <a:pt x="1866" y="181"/>
                      </a:lnTo>
                      <a:lnTo>
                        <a:pt x="1868" y="181"/>
                      </a:lnTo>
                      <a:lnTo>
                        <a:pt x="1869" y="181"/>
                      </a:lnTo>
                      <a:lnTo>
                        <a:pt x="1871" y="181"/>
                      </a:lnTo>
                      <a:lnTo>
                        <a:pt x="1872" y="181"/>
                      </a:lnTo>
                      <a:lnTo>
                        <a:pt x="1874" y="181"/>
                      </a:lnTo>
                      <a:lnTo>
                        <a:pt x="1875" y="181"/>
                      </a:lnTo>
                      <a:lnTo>
                        <a:pt x="1876" y="181"/>
                      </a:lnTo>
                      <a:lnTo>
                        <a:pt x="1878" y="181"/>
                      </a:lnTo>
                      <a:lnTo>
                        <a:pt x="1879" y="180"/>
                      </a:lnTo>
                      <a:lnTo>
                        <a:pt x="1881" y="180"/>
                      </a:lnTo>
                      <a:lnTo>
                        <a:pt x="1882" y="180"/>
                      </a:lnTo>
                      <a:lnTo>
                        <a:pt x="1883" y="180"/>
                      </a:lnTo>
                      <a:lnTo>
                        <a:pt x="1885" y="180"/>
                      </a:lnTo>
                      <a:lnTo>
                        <a:pt x="1886" y="180"/>
                      </a:lnTo>
                      <a:lnTo>
                        <a:pt x="1888" y="180"/>
                      </a:lnTo>
                      <a:lnTo>
                        <a:pt x="1889" y="180"/>
                      </a:lnTo>
                      <a:lnTo>
                        <a:pt x="1890" y="180"/>
                      </a:lnTo>
                      <a:lnTo>
                        <a:pt x="1892" y="180"/>
                      </a:lnTo>
                      <a:lnTo>
                        <a:pt x="1893" y="180"/>
                      </a:lnTo>
                      <a:lnTo>
                        <a:pt x="1895" y="180"/>
                      </a:lnTo>
                      <a:lnTo>
                        <a:pt x="1896" y="180"/>
                      </a:lnTo>
                      <a:lnTo>
                        <a:pt x="1897" y="180"/>
                      </a:lnTo>
                      <a:lnTo>
                        <a:pt x="1899" y="180"/>
                      </a:lnTo>
                      <a:lnTo>
                        <a:pt x="1900" y="180"/>
                      </a:lnTo>
                      <a:lnTo>
                        <a:pt x="1902" y="180"/>
                      </a:lnTo>
                      <a:lnTo>
                        <a:pt x="1903" y="180"/>
                      </a:lnTo>
                      <a:lnTo>
                        <a:pt x="1904" y="180"/>
                      </a:lnTo>
                      <a:lnTo>
                        <a:pt x="1906" y="180"/>
                      </a:lnTo>
                      <a:lnTo>
                        <a:pt x="1907" y="180"/>
                      </a:lnTo>
                      <a:lnTo>
                        <a:pt x="1909" y="180"/>
                      </a:lnTo>
                      <a:lnTo>
                        <a:pt x="1910" y="180"/>
                      </a:lnTo>
                      <a:lnTo>
                        <a:pt x="1911" y="180"/>
                      </a:lnTo>
                      <a:lnTo>
                        <a:pt x="1913" y="180"/>
                      </a:lnTo>
                      <a:lnTo>
                        <a:pt x="1914" y="180"/>
                      </a:lnTo>
                      <a:lnTo>
                        <a:pt x="1916" y="180"/>
                      </a:lnTo>
                      <a:lnTo>
                        <a:pt x="1917" y="180"/>
                      </a:lnTo>
                      <a:lnTo>
                        <a:pt x="1918" y="180"/>
                      </a:lnTo>
                      <a:lnTo>
                        <a:pt x="1920" y="180"/>
                      </a:lnTo>
                      <a:lnTo>
                        <a:pt x="1921" y="180"/>
                      </a:lnTo>
                      <a:lnTo>
                        <a:pt x="1923" y="180"/>
                      </a:lnTo>
                      <a:lnTo>
                        <a:pt x="1924" y="180"/>
                      </a:lnTo>
                      <a:lnTo>
                        <a:pt x="1925" y="180"/>
                      </a:lnTo>
                      <a:lnTo>
                        <a:pt x="1927" y="180"/>
                      </a:lnTo>
                      <a:lnTo>
                        <a:pt x="1928" y="180"/>
                      </a:lnTo>
                      <a:lnTo>
                        <a:pt x="1930" y="180"/>
                      </a:lnTo>
                      <a:lnTo>
                        <a:pt x="1931" y="180"/>
                      </a:lnTo>
                      <a:lnTo>
                        <a:pt x="1933" y="180"/>
                      </a:lnTo>
                      <a:lnTo>
                        <a:pt x="1934" y="180"/>
                      </a:lnTo>
                      <a:lnTo>
                        <a:pt x="1935" y="180"/>
                      </a:lnTo>
                      <a:lnTo>
                        <a:pt x="1937" y="180"/>
                      </a:lnTo>
                      <a:lnTo>
                        <a:pt x="1938" y="180"/>
                      </a:lnTo>
                      <a:lnTo>
                        <a:pt x="1940" y="180"/>
                      </a:lnTo>
                      <a:lnTo>
                        <a:pt x="1941" y="180"/>
                      </a:lnTo>
                      <a:lnTo>
                        <a:pt x="1942" y="180"/>
                      </a:lnTo>
                      <a:lnTo>
                        <a:pt x="1944" y="180"/>
                      </a:lnTo>
                      <a:lnTo>
                        <a:pt x="1945" y="180"/>
                      </a:lnTo>
                      <a:lnTo>
                        <a:pt x="1947" y="180"/>
                      </a:lnTo>
                      <a:lnTo>
                        <a:pt x="1948" y="180"/>
                      </a:lnTo>
                      <a:lnTo>
                        <a:pt x="1949" y="180"/>
                      </a:lnTo>
                      <a:lnTo>
                        <a:pt x="1951" y="180"/>
                      </a:lnTo>
                      <a:lnTo>
                        <a:pt x="1952" y="180"/>
                      </a:lnTo>
                      <a:lnTo>
                        <a:pt x="1954" y="180"/>
                      </a:lnTo>
                      <a:lnTo>
                        <a:pt x="1955" y="180"/>
                      </a:lnTo>
                      <a:lnTo>
                        <a:pt x="1956" y="180"/>
                      </a:lnTo>
                      <a:lnTo>
                        <a:pt x="1958" y="180"/>
                      </a:lnTo>
                      <a:lnTo>
                        <a:pt x="1959" y="180"/>
                      </a:lnTo>
                      <a:lnTo>
                        <a:pt x="1961" y="180"/>
                      </a:lnTo>
                      <a:lnTo>
                        <a:pt x="1962" y="180"/>
                      </a:lnTo>
                      <a:lnTo>
                        <a:pt x="1963" y="180"/>
                      </a:lnTo>
                      <a:lnTo>
                        <a:pt x="1965" y="180"/>
                      </a:lnTo>
                      <a:lnTo>
                        <a:pt x="1966" y="180"/>
                      </a:lnTo>
                      <a:lnTo>
                        <a:pt x="1968" y="180"/>
                      </a:lnTo>
                      <a:lnTo>
                        <a:pt x="1969" y="179"/>
                      </a:lnTo>
                      <a:lnTo>
                        <a:pt x="1970" y="179"/>
                      </a:lnTo>
                      <a:lnTo>
                        <a:pt x="1972" y="179"/>
                      </a:lnTo>
                      <a:lnTo>
                        <a:pt x="1973" y="179"/>
                      </a:lnTo>
                      <a:lnTo>
                        <a:pt x="1975" y="179"/>
                      </a:lnTo>
                      <a:lnTo>
                        <a:pt x="1976" y="179"/>
                      </a:lnTo>
                      <a:lnTo>
                        <a:pt x="1977" y="179"/>
                      </a:lnTo>
                      <a:lnTo>
                        <a:pt x="1979" y="179"/>
                      </a:lnTo>
                      <a:lnTo>
                        <a:pt x="1980" y="179"/>
                      </a:lnTo>
                      <a:lnTo>
                        <a:pt x="1982" y="179"/>
                      </a:lnTo>
                      <a:lnTo>
                        <a:pt x="1983" y="179"/>
                      </a:lnTo>
                      <a:lnTo>
                        <a:pt x="1984" y="179"/>
                      </a:lnTo>
                      <a:lnTo>
                        <a:pt x="1986" y="179"/>
                      </a:lnTo>
                      <a:lnTo>
                        <a:pt x="1987" y="179"/>
                      </a:lnTo>
                      <a:lnTo>
                        <a:pt x="1989" y="179"/>
                      </a:lnTo>
                      <a:lnTo>
                        <a:pt x="1990" y="179"/>
                      </a:lnTo>
                      <a:lnTo>
                        <a:pt x="1991" y="179"/>
                      </a:lnTo>
                      <a:lnTo>
                        <a:pt x="1993" y="179"/>
                      </a:lnTo>
                      <a:lnTo>
                        <a:pt x="1994" y="179"/>
                      </a:lnTo>
                      <a:lnTo>
                        <a:pt x="1996" y="180"/>
                      </a:lnTo>
                      <a:lnTo>
                        <a:pt x="1997" y="179"/>
                      </a:lnTo>
                      <a:lnTo>
                        <a:pt x="1999" y="179"/>
                      </a:lnTo>
                      <a:lnTo>
                        <a:pt x="2000" y="179"/>
                      </a:lnTo>
                      <a:lnTo>
                        <a:pt x="2001" y="179"/>
                      </a:lnTo>
                      <a:lnTo>
                        <a:pt x="2003" y="178"/>
                      </a:lnTo>
                      <a:lnTo>
                        <a:pt x="2004" y="178"/>
                      </a:lnTo>
                      <a:lnTo>
                        <a:pt x="2006" y="177"/>
                      </a:lnTo>
                      <a:lnTo>
                        <a:pt x="2007" y="177"/>
                      </a:lnTo>
                      <a:lnTo>
                        <a:pt x="2008" y="177"/>
                      </a:lnTo>
                      <a:lnTo>
                        <a:pt x="2010" y="176"/>
                      </a:lnTo>
                      <a:lnTo>
                        <a:pt x="2011" y="176"/>
                      </a:lnTo>
                      <a:lnTo>
                        <a:pt x="2013" y="176"/>
                      </a:lnTo>
                      <a:lnTo>
                        <a:pt x="2014" y="176"/>
                      </a:lnTo>
                      <a:lnTo>
                        <a:pt x="2015" y="177"/>
                      </a:lnTo>
                      <a:lnTo>
                        <a:pt x="2017" y="178"/>
                      </a:lnTo>
                      <a:lnTo>
                        <a:pt x="2018" y="178"/>
                      </a:lnTo>
                      <a:lnTo>
                        <a:pt x="2020" y="178"/>
                      </a:lnTo>
                      <a:lnTo>
                        <a:pt x="2021" y="178"/>
                      </a:lnTo>
                      <a:lnTo>
                        <a:pt x="2022" y="179"/>
                      </a:lnTo>
                      <a:lnTo>
                        <a:pt x="2024" y="179"/>
                      </a:lnTo>
                      <a:lnTo>
                        <a:pt x="2025" y="179"/>
                      </a:lnTo>
                      <a:lnTo>
                        <a:pt x="2027" y="179"/>
                      </a:lnTo>
                      <a:lnTo>
                        <a:pt x="2028" y="179"/>
                      </a:lnTo>
                      <a:lnTo>
                        <a:pt x="2029" y="180"/>
                      </a:lnTo>
                      <a:lnTo>
                        <a:pt x="2031" y="179"/>
                      </a:lnTo>
                      <a:lnTo>
                        <a:pt x="2032" y="178"/>
                      </a:lnTo>
                      <a:lnTo>
                        <a:pt x="2034" y="178"/>
                      </a:lnTo>
                      <a:lnTo>
                        <a:pt x="2035" y="178"/>
                      </a:lnTo>
                      <a:lnTo>
                        <a:pt x="2036" y="177"/>
                      </a:lnTo>
                      <a:lnTo>
                        <a:pt x="2038" y="177"/>
                      </a:lnTo>
                      <a:lnTo>
                        <a:pt x="2039" y="177"/>
                      </a:lnTo>
                      <a:lnTo>
                        <a:pt x="2041" y="177"/>
                      </a:lnTo>
                      <a:lnTo>
                        <a:pt x="2042" y="178"/>
                      </a:lnTo>
                      <a:lnTo>
                        <a:pt x="2043" y="178"/>
                      </a:lnTo>
                      <a:lnTo>
                        <a:pt x="2045" y="179"/>
                      </a:lnTo>
                      <a:lnTo>
                        <a:pt x="2046" y="180"/>
                      </a:lnTo>
                      <a:lnTo>
                        <a:pt x="2048" y="181"/>
                      </a:lnTo>
                      <a:lnTo>
                        <a:pt x="2049" y="181"/>
                      </a:lnTo>
                      <a:lnTo>
                        <a:pt x="2050" y="181"/>
                      </a:lnTo>
                      <a:lnTo>
                        <a:pt x="2052" y="180"/>
                      </a:lnTo>
                      <a:lnTo>
                        <a:pt x="2053" y="181"/>
                      </a:lnTo>
                      <a:lnTo>
                        <a:pt x="2055" y="180"/>
                      </a:lnTo>
                      <a:lnTo>
                        <a:pt x="2056" y="179"/>
                      </a:lnTo>
                      <a:lnTo>
                        <a:pt x="2057" y="179"/>
                      </a:lnTo>
                      <a:lnTo>
                        <a:pt x="2059" y="180"/>
                      </a:lnTo>
                      <a:lnTo>
                        <a:pt x="2060" y="181"/>
                      </a:lnTo>
                      <a:lnTo>
                        <a:pt x="2062" y="180"/>
                      </a:lnTo>
                      <a:lnTo>
                        <a:pt x="2063" y="180"/>
                      </a:lnTo>
                      <a:lnTo>
                        <a:pt x="2065" y="180"/>
                      </a:lnTo>
                      <a:lnTo>
                        <a:pt x="2066" y="180"/>
                      </a:lnTo>
                      <a:lnTo>
                        <a:pt x="2067" y="180"/>
                      </a:lnTo>
                      <a:lnTo>
                        <a:pt x="2069" y="180"/>
                      </a:lnTo>
                      <a:lnTo>
                        <a:pt x="2070" y="180"/>
                      </a:lnTo>
                      <a:lnTo>
                        <a:pt x="2072" y="180"/>
                      </a:lnTo>
                      <a:lnTo>
                        <a:pt x="2073" y="180"/>
                      </a:lnTo>
                      <a:lnTo>
                        <a:pt x="2074" y="180"/>
                      </a:lnTo>
                      <a:lnTo>
                        <a:pt x="2076" y="180"/>
                      </a:lnTo>
                      <a:lnTo>
                        <a:pt x="2077" y="180"/>
                      </a:lnTo>
                      <a:lnTo>
                        <a:pt x="2079" y="180"/>
                      </a:lnTo>
                      <a:lnTo>
                        <a:pt x="2080" y="179"/>
                      </a:lnTo>
                      <a:lnTo>
                        <a:pt x="2081" y="179"/>
                      </a:lnTo>
                      <a:lnTo>
                        <a:pt x="2083" y="179"/>
                      </a:lnTo>
                      <a:lnTo>
                        <a:pt x="2084" y="179"/>
                      </a:lnTo>
                      <a:lnTo>
                        <a:pt x="2086" y="179"/>
                      </a:lnTo>
                      <a:lnTo>
                        <a:pt x="2087" y="179"/>
                      </a:lnTo>
                      <a:lnTo>
                        <a:pt x="2088" y="179"/>
                      </a:lnTo>
                      <a:lnTo>
                        <a:pt x="2090" y="179"/>
                      </a:lnTo>
                      <a:lnTo>
                        <a:pt x="2091" y="179"/>
                      </a:lnTo>
                      <a:lnTo>
                        <a:pt x="2093" y="179"/>
                      </a:lnTo>
                      <a:lnTo>
                        <a:pt x="2094" y="179"/>
                      </a:lnTo>
                      <a:lnTo>
                        <a:pt x="2095" y="179"/>
                      </a:lnTo>
                      <a:lnTo>
                        <a:pt x="2097" y="179"/>
                      </a:lnTo>
                      <a:lnTo>
                        <a:pt x="2098" y="179"/>
                      </a:lnTo>
                      <a:lnTo>
                        <a:pt x="2100" y="179"/>
                      </a:lnTo>
                      <a:lnTo>
                        <a:pt x="2101" y="179"/>
                      </a:lnTo>
                      <a:lnTo>
                        <a:pt x="2102" y="179"/>
                      </a:lnTo>
                      <a:lnTo>
                        <a:pt x="2104" y="179"/>
                      </a:lnTo>
                      <a:lnTo>
                        <a:pt x="2105" y="179"/>
                      </a:lnTo>
                      <a:lnTo>
                        <a:pt x="2107" y="179"/>
                      </a:lnTo>
                      <a:lnTo>
                        <a:pt x="2108" y="179"/>
                      </a:lnTo>
                      <a:lnTo>
                        <a:pt x="2109" y="179"/>
                      </a:lnTo>
                      <a:lnTo>
                        <a:pt x="2111" y="179"/>
                      </a:lnTo>
                      <a:lnTo>
                        <a:pt x="2112" y="179"/>
                      </a:lnTo>
                      <a:lnTo>
                        <a:pt x="2114" y="179"/>
                      </a:lnTo>
                      <a:lnTo>
                        <a:pt x="2115" y="179"/>
                      </a:lnTo>
                      <a:lnTo>
                        <a:pt x="2116" y="179"/>
                      </a:lnTo>
                      <a:lnTo>
                        <a:pt x="2118" y="179"/>
                      </a:lnTo>
                      <a:lnTo>
                        <a:pt x="2119" y="179"/>
                      </a:lnTo>
                      <a:lnTo>
                        <a:pt x="2121" y="179"/>
                      </a:lnTo>
                      <a:lnTo>
                        <a:pt x="2122" y="179"/>
                      </a:lnTo>
                      <a:lnTo>
                        <a:pt x="2124" y="179"/>
                      </a:lnTo>
                      <a:lnTo>
                        <a:pt x="2125" y="179"/>
                      </a:lnTo>
                      <a:lnTo>
                        <a:pt x="2126" y="179"/>
                      </a:lnTo>
                      <a:lnTo>
                        <a:pt x="2128" y="179"/>
                      </a:lnTo>
                      <a:lnTo>
                        <a:pt x="2129" y="179"/>
                      </a:lnTo>
                      <a:lnTo>
                        <a:pt x="2131" y="179"/>
                      </a:lnTo>
                      <a:lnTo>
                        <a:pt x="2132" y="179"/>
                      </a:lnTo>
                      <a:lnTo>
                        <a:pt x="2133" y="179"/>
                      </a:lnTo>
                      <a:lnTo>
                        <a:pt x="2135" y="179"/>
                      </a:lnTo>
                      <a:lnTo>
                        <a:pt x="2136" y="178"/>
                      </a:lnTo>
                      <a:lnTo>
                        <a:pt x="2138" y="178"/>
                      </a:lnTo>
                      <a:lnTo>
                        <a:pt x="2139" y="178"/>
                      </a:lnTo>
                      <a:lnTo>
                        <a:pt x="2140" y="178"/>
                      </a:lnTo>
                      <a:lnTo>
                        <a:pt x="2142" y="178"/>
                      </a:lnTo>
                      <a:lnTo>
                        <a:pt x="2143" y="178"/>
                      </a:lnTo>
                      <a:lnTo>
                        <a:pt x="2145" y="178"/>
                      </a:lnTo>
                      <a:lnTo>
                        <a:pt x="2146" y="178"/>
                      </a:lnTo>
                      <a:lnTo>
                        <a:pt x="2147" y="178"/>
                      </a:lnTo>
                      <a:lnTo>
                        <a:pt x="2149" y="178"/>
                      </a:lnTo>
                      <a:lnTo>
                        <a:pt x="2150" y="178"/>
                      </a:lnTo>
                      <a:lnTo>
                        <a:pt x="2152" y="178"/>
                      </a:lnTo>
                      <a:lnTo>
                        <a:pt x="2153" y="178"/>
                      </a:lnTo>
                      <a:lnTo>
                        <a:pt x="2154" y="178"/>
                      </a:lnTo>
                      <a:lnTo>
                        <a:pt x="2156" y="178"/>
                      </a:lnTo>
                      <a:lnTo>
                        <a:pt x="2157" y="178"/>
                      </a:lnTo>
                      <a:lnTo>
                        <a:pt x="2159" y="178"/>
                      </a:lnTo>
                      <a:lnTo>
                        <a:pt x="2160" y="178"/>
                      </a:lnTo>
                      <a:lnTo>
                        <a:pt x="2161" y="178"/>
                      </a:lnTo>
                    </a:path>
                  </a:pathLst>
                </a:custGeom>
                <a:noFill/>
                <a:ln cap="flat" cmpd="sng" w="25400">
                  <a:solidFill>
                    <a:srgbClr val="0000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452" name="Google Shape;452;p16"/>
                <p:cNvSpPr/>
                <p:nvPr/>
              </p:nvSpPr>
              <p:spPr>
                <a:xfrm flipH="1" rot="10800000">
                  <a:off x="10336213" y="4102100"/>
                  <a:ext cx="354012" cy="12700"/>
                </a:xfrm>
                <a:custGeom>
                  <a:rect b="b" l="l" r="r" t="t"/>
                  <a:pathLst>
                    <a:path extrusionOk="0" h="8" w="240">
                      <a:moveTo>
                        <a:pt x="0" y="7"/>
                      </a:moveTo>
                      <a:lnTo>
                        <a:pt x="1" y="6"/>
                      </a:lnTo>
                      <a:lnTo>
                        <a:pt x="2" y="6"/>
                      </a:lnTo>
                      <a:lnTo>
                        <a:pt x="4" y="6"/>
                      </a:lnTo>
                      <a:lnTo>
                        <a:pt x="5" y="6"/>
                      </a:lnTo>
                      <a:lnTo>
                        <a:pt x="7" y="6"/>
                      </a:lnTo>
                      <a:lnTo>
                        <a:pt x="8" y="5"/>
                      </a:lnTo>
                      <a:lnTo>
                        <a:pt x="9" y="3"/>
                      </a:lnTo>
                      <a:lnTo>
                        <a:pt x="11" y="1"/>
                      </a:lnTo>
                      <a:lnTo>
                        <a:pt x="12" y="1"/>
                      </a:lnTo>
                      <a:lnTo>
                        <a:pt x="14" y="1"/>
                      </a:lnTo>
                      <a:lnTo>
                        <a:pt x="15" y="0"/>
                      </a:lnTo>
                      <a:lnTo>
                        <a:pt x="16" y="0"/>
                      </a:lnTo>
                      <a:lnTo>
                        <a:pt x="18" y="0"/>
                      </a:lnTo>
                      <a:lnTo>
                        <a:pt x="19" y="2"/>
                      </a:lnTo>
                      <a:lnTo>
                        <a:pt x="21" y="2"/>
                      </a:lnTo>
                      <a:lnTo>
                        <a:pt x="22" y="2"/>
                      </a:lnTo>
                      <a:lnTo>
                        <a:pt x="23" y="2"/>
                      </a:lnTo>
                      <a:lnTo>
                        <a:pt x="25" y="2"/>
                      </a:lnTo>
                      <a:lnTo>
                        <a:pt x="26" y="2"/>
                      </a:lnTo>
                      <a:lnTo>
                        <a:pt x="28" y="2"/>
                      </a:lnTo>
                      <a:lnTo>
                        <a:pt x="29" y="2"/>
                      </a:lnTo>
                      <a:lnTo>
                        <a:pt x="31" y="2"/>
                      </a:lnTo>
                      <a:lnTo>
                        <a:pt x="32" y="3"/>
                      </a:lnTo>
                      <a:lnTo>
                        <a:pt x="33" y="6"/>
                      </a:lnTo>
                      <a:lnTo>
                        <a:pt x="35" y="5"/>
                      </a:lnTo>
                      <a:lnTo>
                        <a:pt x="36" y="5"/>
                      </a:lnTo>
                      <a:lnTo>
                        <a:pt x="38" y="5"/>
                      </a:lnTo>
                      <a:lnTo>
                        <a:pt x="39" y="5"/>
                      </a:lnTo>
                      <a:lnTo>
                        <a:pt x="40" y="4"/>
                      </a:lnTo>
                      <a:lnTo>
                        <a:pt x="42" y="4"/>
                      </a:lnTo>
                      <a:lnTo>
                        <a:pt x="43" y="4"/>
                      </a:lnTo>
                      <a:lnTo>
                        <a:pt x="45" y="4"/>
                      </a:lnTo>
                      <a:lnTo>
                        <a:pt x="46" y="5"/>
                      </a:lnTo>
                      <a:lnTo>
                        <a:pt x="47" y="5"/>
                      </a:lnTo>
                      <a:lnTo>
                        <a:pt x="49" y="6"/>
                      </a:lnTo>
                      <a:lnTo>
                        <a:pt x="50" y="7"/>
                      </a:lnTo>
                      <a:lnTo>
                        <a:pt x="52" y="8"/>
                      </a:lnTo>
                      <a:lnTo>
                        <a:pt x="53" y="8"/>
                      </a:lnTo>
                      <a:lnTo>
                        <a:pt x="54" y="7"/>
                      </a:lnTo>
                      <a:lnTo>
                        <a:pt x="56" y="7"/>
                      </a:lnTo>
                      <a:lnTo>
                        <a:pt x="57" y="8"/>
                      </a:lnTo>
                      <a:lnTo>
                        <a:pt x="59" y="6"/>
                      </a:lnTo>
                      <a:lnTo>
                        <a:pt x="60" y="6"/>
                      </a:lnTo>
                      <a:lnTo>
                        <a:pt x="61" y="5"/>
                      </a:lnTo>
                      <a:lnTo>
                        <a:pt x="63" y="7"/>
                      </a:lnTo>
                      <a:lnTo>
                        <a:pt x="64" y="7"/>
                      </a:lnTo>
                      <a:lnTo>
                        <a:pt x="66" y="6"/>
                      </a:lnTo>
                      <a:lnTo>
                        <a:pt x="67" y="7"/>
                      </a:lnTo>
                      <a:lnTo>
                        <a:pt x="68" y="7"/>
                      </a:lnTo>
                      <a:lnTo>
                        <a:pt x="70" y="7"/>
                      </a:lnTo>
                      <a:lnTo>
                        <a:pt x="71" y="6"/>
                      </a:lnTo>
                      <a:lnTo>
                        <a:pt x="73" y="6"/>
                      </a:lnTo>
                      <a:lnTo>
                        <a:pt x="74" y="6"/>
                      </a:lnTo>
                      <a:lnTo>
                        <a:pt x="75" y="6"/>
                      </a:lnTo>
                      <a:lnTo>
                        <a:pt x="77" y="6"/>
                      </a:lnTo>
                      <a:lnTo>
                        <a:pt x="78" y="6"/>
                      </a:lnTo>
                      <a:lnTo>
                        <a:pt x="80" y="6"/>
                      </a:lnTo>
                      <a:lnTo>
                        <a:pt x="81" y="6"/>
                      </a:lnTo>
                      <a:lnTo>
                        <a:pt x="82" y="6"/>
                      </a:lnTo>
                      <a:lnTo>
                        <a:pt x="84" y="6"/>
                      </a:lnTo>
                      <a:lnTo>
                        <a:pt x="85" y="6"/>
                      </a:lnTo>
                      <a:lnTo>
                        <a:pt x="87" y="6"/>
                      </a:lnTo>
                      <a:lnTo>
                        <a:pt x="88" y="6"/>
                      </a:lnTo>
                      <a:lnTo>
                        <a:pt x="90" y="6"/>
                      </a:lnTo>
                      <a:lnTo>
                        <a:pt x="91" y="6"/>
                      </a:lnTo>
                      <a:lnTo>
                        <a:pt x="92" y="6"/>
                      </a:lnTo>
                      <a:lnTo>
                        <a:pt x="94" y="6"/>
                      </a:lnTo>
                      <a:lnTo>
                        <a:pt x="95" y="6"/>
                      </a:lnTo>
                      <a:lnTo>
                        <a:pt x="97" y="6"/>
                      </a:lnTo>
                      <a:lnTo>
                        <a:pt x="98" y="6"/>
                      </a:lnTo>
                      <a:lnTo>
                        <a:pt x="99" y="6"/>
                      </a:lnTo>
                      <a:lnTo>
                        <a:pt x="101" y="6"/>
                      </a:lnTo>
                      <a:lnTo>
                        <a:pt x="102" y="6"/>
                      </a:lnTo>
                      <a:lnTo>
                        <a:pt x="104" y="6"/>
                      </a:lnTo>
                      <a:lnTo>
                        <a:pt x="105" y="6"/>
                      </a:lnTo>
                      <a:lnTo>
                        <a:pt x="106" y="6"/>
                      </a:lnTo>
                      <a:lnTo>
                        <a:pt x="108" y="5"/>
                      </a:lnTo>
                      <a:lnTo>
                        <a:pt x="109" y="5"/>
                      </a:lnTo>
                      <a:lnTo>
                        <a:pt x="111" y="5"/>
                      </a:lnTo>
                      <a:lnTo>
                        <a:pt x="112" y="5"/>
                      </a:lnTo>
                      <a:lnTo>
                        <a:pt x="113" y="5"/>
                      </a:lnTo>
                      <a:lnTo>
                        <a:pt x="115" y="5"/>
                      </a:lnTo>
                      <a:lnTo>
                        <a:pt x="116" y="5"/>
                      </a:lnTo>
                      <a:lnTo>
                        <a:pt x="118" y="5"/>
                      </a:lnTo>
                      <a:lnTo>
                        <a:pt x="119" y="5"/>
                      </a:lnTo>
                      <a:lnTo>
                        <a:pt x="120" y="5"/>
                      </a:lnTo>
                      <a:lnTo>
                        <a:pt x="122" y="5"/>
                      </a:lnTo>
                      <a:lnTo>
                        <a:pt x="123" y="5"/>
                      </a:lnTo>
                      <a:lnTo>
                        <a:pt x="125" y="5"/>
                      </a:lnTo>
                      <a:lnTo>
                        <a:pt x="126" y="5"/>
                      </a:lnTo>
                      <a:lnTo>
                        <a:pt x="127" y="5"/>
                      </a:lnTo>
                      <a:lnTo>
                        <a:pt x="129" y="5"/>
                      </a:lnTo>
                      <a:lnTo>
                        <a:pt x="130" y="5"/>
                      </a:lnTo>
                      <a:lnTo>
                        <a:pt x="132" y="5"/>
                      </a:lnTo>
                      <a:lnTo>
                        <a:pt x="133" y="5"/>
                      </a:lnTo>
                      <a:lnTo>
                        <a:pt x="134" y="5"/>
                      </a:lnTo>
                      <a:lnTo>
                        <a:pt x="136" y="5"/>
                      </a:lnTo>
                      <a:lnTo>
                        <a:pt x="137" y="5"/>
                      </a:lnTo>
                      <a:lnTo>
                        <a:pt x="139" y="5"/>
                      </a:lnTo>
                      <a:lnTo>
                        <a:pt x="140" y="5"/>
                      </a:lnTo>
                      <a:lnTo>
                        <a:pt x="141" y="5"/>
                      </a:lnTo>
                      <a:lnTo>
                        <a:pt x="143" y="5"/>
                      </a:lnTo>
                      <a:lnTo>
                        <a:pt x="144" y="5"/>
                      </a:lnTo>
                      <a:lnTo>
                        <a:pt x="146" y="5"/>
                      </a:lnTo>
                      <a:lnTo>
                        <a:pt x="147" y="5"/>
                      </a:lnTo>
                      <a:lnTo>
                        <a:pt x="148" y="5"/>
                      </a:lnTo>
                      <a:lnTo>
                        <a:pt x="150" y="5"/>
                      </a:lnTo>
                      <a:lnTo>
                        <a:pt x="151" y="5"/>
                      </a:lnTo>
                      <a:lnTo>
                        <a:pt x="153" y="5"/>
                      </a:lnTo>
                      <a:lnTo>
                        <a:pt x="154" y="5"/>
                      </a:lnTo>
                      <a:lnTo>
                        <a:pt x="156" y="5"/>
                      </a:lnTo>
                      <a:lnTo>
                        <a:pt x="157" y="5"/>
                      </a:lnTo>
                      <a:lnTo>
                        <a:pt x="158" y="5"/>
                      </a:lnTo>
                      <a:lnTo>
                        <a:pt x="160" y="5"/>
                      </a:lnTo>
                      <a:lnTo>
                        <a:pt x="161" y="5"/>
                      </a:lnTo>
                      <a:lnTo>
                        <a:pt x="163" y="5"/>
                      </a:lnTo>
                      <a:lnTo>
                        <a:pt x="164" y="5"/>
                      </a:lnTo>
                      <a:lnTo>
                        <a:pt x="165" y="5"/>
                      </a:lnTo>
                      <a:lnTo>
                        <a:pt x="167" y="5"/>
                      </a:lnTo>
                      <a:lnTo>
                        <a:pt x="168" y="4"/>
                      </a:lnTo>
                      <a:lnTo>
                        <a:pt x="170" y="4"/>
                      </a:lnTo>
                      <a:lnTo>
                        <a:pt x="171" y="4"/>
                      </a:lnTo>
                      <a:lnTo>
                        <a:pt x="172" y="4"/>
                      </a:lnTo>
                      <a:lnTo>
                        <a:pt x="174" y="4"/>
                      </a:lnTo>
                      <a:lnTo>
                        <a:pt x="175" y="4"/>
                      </a:lnTo>
                      <a:lnTo>
                        <a:pt x="177" y="4"/>
                      </a:lnTo>
                      <a:lnTo>
                        <a:pt x="178" y="4"/>
                      </a:lnTo>
                      <a:lnTo>
                        <a:pt x="179" y="4"/>
                      </a:lnTo>
                      <a:lnTo>
                        <a:pt x="181" y="4"/>
                      </a:lnTo>
                      <a:lnTo>
                        <a:pt x="182" y="4"/>
                      </a:lnTo>
                      <a:lnTo>
                        <a:pt x="184" y="4"/>
                      </a:lnTo>
                      <a:lnTo>
                        <a:pt x="185" y="4"/>
                      </a:lnTo>
                      <a:lnTo>
                        <a:pt x="186" y="4"/>
                      </a:lnTo>
                      <a:lnTo>
                        <a:pt x="188" y="4"/>
                      </a:lnTo>
                      <a:lnTo>
                        <a:pt x="189" y="4"/>
                      </a:lnTo>
                      <a:lnTo>
                        <a:pt x="191" y="4"/>
                      </a:lnTo>
                      <a:lnTo>
                        <a:pt x="192" y="4"/>
                      </a:lnTo>
                      <a:lnTo>
                        <a:pt x="193" y="4"/>
                      </a:lnTo>
                      <a:lnTo>
                        <a:pt x="195" y="4"/>
                      </a:lnTo>
                      <a:lnTo>
                        <a:pt x="196" y="4"/>
                      </a:lnTo>
                      <a:lnTo>
                        <a:pt x="198" y="4"/>
                      </a:lnTo>
                      <a:lnTo>
                        <a:pt x="199" y="4"/>
                      </a:lnTo>
                      <a:lnTo>
                        <a:pt x="200" y="4"/>
                      </a:lnTo>
                      <a:lnTo>
                        <a:pt x="202" y="4"/>
                      </a:lnTo>
                      <a:lnTo>
                        <a:pt x="203" y="4"/>
                      </a:lnTo>
                      <a:lnTo>
                        <a:pt x="205" y="4"/>
                      </a:lnTo>
                      <a:lnTo>
                        <a:pt x="206" y="4"/>
                      </a:lnTo>
                      <a:lnTo>
                        <a:pt x="207" y="4"/>
                      </a:lnTo>
                      <a:lnTo>
                        <a:pt x="209" y="4"/>
                      </a:lnTo>
                      <a:lnTo>
                        <a:pt x="210" y="4"/>
                      </a:lnTo>
                      <a:lnTo>
                        <a:pt x="212" y="4"/>
                      </a:lnTo>
                      <a:lnTo>
                        <a:pt x="213" y="4"/>
                      </a:lnTo>
                      <a:lnTo>
                        <a:pt x="214" y="4"/>
                      </a:lnTo>
                      <a:lnTo>
                        <a:pt x="216" y="4"/>
                      </a:lnTo>
                      <a:lnTo>
                        <a:pt x="217" y="4"/>
                      </a:lnTo>
                      <a:lnTo>
                        <a:pt x="219" y="4"/>
                      </a:lnTo>
                      <a:lnTo>
                        <a:pt x="220" y="4"/>
                      </a:lnTo>
                      <a:lnTo>
                        <a:pt x="222" y="4"/>
                      </a:lnTo>
                      <a:lnTo>
                        <a:pt x="223" y="4"/>
                      </a:lnTo>
                      <a:lnTo>
                        <a:pt x="224" y="4"/>
                      </a:lnTo>
                      <a:lnTo>
                        <a:pt x="226" y="3"/>
                      </a:lnTo>
                      <a:lnTo>
                        <a:pt x="227" y="3"/>
                      </a:lnTo>
                      <a:lnTo>
                        <a:pt x="229" y="3"/>
                      </a:lnTo>
                      <a:lnTo>
                        <a:pt x="230" y="3"/>
                      </a:lnTo>
                      <a:lnTo>
                        <a:pt x="231" y="3"/>
                      </a:lnTo>
                      <a:lnTo>
                        <a:pt x="233" y="3"/>
                      </a:lnTo>
                      <a:lnTo>
                        <a:pt x="234" y="3"/>
                      </a:lnTo>
                      <a:lnTo>
                        <a:pt x="236" y="3"/>
                      </a:lnTo>
                      <a:lnTo>
                        <a:pt x="237" y="3"/>
                      </a:lnTo>
                      <a:lnTo>
                        <a:pt x="238" y="3"/>
                      </a:lnTo>
                      <a:lnTo>
                        <a:pt x="240" y="3"/>
                      </a:lnTo>
                    </a:path>
                  </a:pathLst>
                </a:custGeom>
                <a:noFill/>
                <a:ln cap="flat" cmpd="sng" w="25400">
                  <a:solidFill>
                    <a:srgbClr val="0000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grpSp>
        </p:grpSp>
      </p:grpSp>
      <p:graphicFrame>
        <p:nvGraphicFramePr>
          <p:cNvPr id="453" name="Google Shape;453;p16"/>
          <p:cNvGraphicFramePr/>
          <p:nvPr/>
        </p:nvGraphicFramePr>
        <p:xfrm>
          <a:off x="8669269" y="5023040"/>
          <a:ext cx="3000000" cy="3000000"/>
        </p:xfrm>
        <a:graphic>
          <a:graphicData uri="http://schemas.openxmlformats.org/drawingml/2006/table">
            <a:tbl>
              <a:tblPr>
                <a:noFill/>
                <a:tableStyleId>{50521EC1-74A7-4990-AE84-D3445A6DB4BE}</a:tableStyleId>
              </a:tblPr>
              <a:tblGrid>
                <a:gridCol w="725550"/>
                <a:gridCol w="676350"/>
                <a:gridCol w="613925"/>
                <a:gridCol w="627125"/>
                <a:gridCol w="547750"/>
              </a:tblGrid>
              <a:tr h="182875">
                <a:tc>
                  <a:txBody>
                    <a:bodyPr/>
                    <a:lstStyle/>
                    <a:p>
                      <a:pPr indent="0" lvl="0" marL="0" marR="0" rtl="0" algn="ctr">
                        <a:spcBef>
                          <a:spcPts val="0"/>
                        </a:spcBef>
                        <a:spcAft>
                          <a:spcPts val="0"/>
                        </a:spcAft>
                        <a:buNone/>
                      </a:pPr>
                      <a:r>
                        <a:t/>
                      </a:r>
                      <a:endParaRPr b="1"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t/>
                      </a:r>
                      <a:endParaRPr b="1"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gridSpan="3">
                  <a:txBody>
                    <a:bodyPr/>
                    <a:lstStyle/>
                    <a:p>
                      <a:pPr indent="0" lvl="0" marL="0" marR="0" rtl="0" algn="ctr">
                        <a:spcBef>
                          <a:spcPts val="0"/>
                        </a:spcBef>
                        <a:spcAft>
                          <a:spcPts val="0"/>
                        </a:spcAft>
                        <a:buNone/>
                      </a:pPr>
                      <a:r>
                        <a:rPr b="1" i="0" lang="en-US" sz="1400" u="none" cap="none" strike="noStrike">
                          <a:solidFill>
                            <a:schemeClr val="dk1"/>
                          </a:solidFill>
                          <a:latin typeface="Arial"/>
                          <a:ea typeface="Arial"/>
                          <a:cs typeface="Arial"/>
                          <a:sym typeface="Arial"/>
                        </a:rPr>
                        <a:t>Binding Resp (RU)</a:t>
                      </a:r>
                      <a:endParaRPr b="1" i="0" sz="1400" u="none" cap="none" strike="noStrike">
                        <a:solidFill>
                          <a:schemeClr val="dk1"/>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hMerge="1"/>
                <a:tc hMerge="1"/>
              </a:tr>
              <a:tr h="182875">
                <a:tc>
                  <a:txBody>
                    <a:bodyPr/>
                    <a:lstStyle/>
                    <a:p>
                      <a:pPr indent="0" lvl="0" marL="0" marR="0" rtl="0" algn="ctr">
                        <a:spcBef>
                          <a:spcPts val="0"/>
                        </a:spcBef>
                        <a:spcAft>
                          <a:spcPts val="0"/>
                        </a:spcAft>
                        <a:buNone/>
                      </a:pPr>
                      <a:r>
                        <a:rPr b="1" lang="en-US" sz="1400" u="none" cap="none" strike="noStrike">
                          <a:latin typeface="Arial"/>
                          <a:ea typeface="Arial"/>
                          <a:cs typeface="Arial"/>
                          <a:sym typeface="Arial"/>
                        </a:rPr>
                        <a:t>Analyte</a:t>
                      </a:r>
                      <a:endParaRPr b="1"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u="none" cap="none" strike="noStrike">
                          <a:latin typeface="Arial"/>
                          <a:ea typeface="Arial"/>
                          <a:cs typeface="Arial"/>
                          <a:sym typeface="Arial"/>
                        </a:rPr>
                        <a:t>Conc</a:t>
                      </a:r>
                      <a:endParaRPr b="1"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u="none" cap="none" strike="noStrike">
                          <a:solidFill>
                            <a:srgbClr val="FF0000"/>
                          </a:solidFill>
                          <a:latin typeface="Arial"/>
                          <a:ea typeface="Arial"/>
                          <a:cs typeface="Arial"/>
                          <a:sym typeface="Arial"/>
                        </a:rPr>
                        <a:t>Fc1</a:t>
                      </a:r>
                      <a:endParaRPr b="1" i="0" sz="1400" u="none" cap="none" strike="noStrike">
                        <a:solidFill>
                          <a:srgbClr val="FF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u="none" cap="none" strike="noStrike">
                          <a:solidFill>
                            <a:srgbClr val="228B22"/>
                          </a:solidFill>
                          <a:latin typeface="Arial"/>
                          <a:ea typeface="Arial"/>
                          <a:cs typeface="Arial"/>
                          <a:sym typeface="Arial"/>
                        </a:rPr>
                        <a:t>Fc3</a:t>
                      </a:r>
                      <a:endParaRPr b="1" i="0" sz="1400" u="none" cap="none" strike="noStrike">
                        <a:solidFill>
                          <a:srgbClr val="228B22"/>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u="none" cap="none" strike="noStrike">
                          <a:solidFill>
                            <a:srgbClr val="0000FF"/>
                          </a:solidFill>
                          <a:latin typeface="Arial"/>
                          <a:ea typeface="Arial"/>
                          <a:cs typeface="Arial"/>
                          <a:sym typeface="Arial"/>
                        </a:rPr>
                        <a:t>Fc3-1</a:t>
                      </a:r>
                      <a:endParaRPr b="1" i="0" sz="1400" u="none" cap="none" strike="noStrike">
                        <a:solidFill>
                          <a:srgbClr val="0000FF"/>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r>
              <a:tr h="182875">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H3.2</a:t>
                      </a:r>
                      <a:endParaRPr b="0"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200 nM</a:t>
                      </a:r>
                      <a:endParaRPr b="0"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928.1</a:t>
                      </a:r>
                      <a:endParaRPr b="0"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993.4</a:t>
                      </a:r>
                      <a:endParaRPr b="0"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67.9</a:t>
                      </a:r>
                      <a:endParaRPr b="0"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r>
              <a:tr h="182875">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H3.2</a:t>
                      </a:r>
                      <a:endParaRPr b="0"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400 nM</a:t>
                      </a:r>
                      <a:endParaRPr b="0"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1511.2</a:t>
                      </a:r>
                      <a:endParaRPr b="0"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1800.2</a:t>
                      </a:r>
                      <a:endParaRPr b="0"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292.6</a:t>
                      </a:r>
                      <a:endParaRPr b="0"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r>
            </a:tbl>
          </a:graphicData>
        </a:graphic>
      </p:graphicFrame>
      <p:sp>
        <p:nvSpPr>
          <p:cNvPr id="454" name="Google Shape;454;p16"/>
          <p:cNvSpPr txBox="1"/>
          <p:nvPr/>
        </p:nvSpPr>
        <p:spPr>
          <a:xfrm>
            <a:off x="135846" y="4763829"/>
            <a:ext cx="8468822" cy="181588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The raw sensorgrams (green/red) show significant binding response that is slightly higher on the RNA surface.</a:t>
            </a:r>
            <a:endParaRPr sz="16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H3.2 appears to show some slight binding to the RNA surface, but there is still significant non-specific/background binding of H3.2 to the MCH surface.</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The ref sub curve has odd morphology due to the differing slopes.</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Both surfaces show good removal of bound protein after regeneration (baseline at 1000 s is close to 0 RU).</a:t>
            </a:r>
            <a:endParaRPr sz="16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grpSp>
        <p:nvGrpSpPr>
          <p:cNvPr id="459" name="Google Shape;459;p17"/>
          <p:cNvGrpSpPr/>
          <p:nvPr/>
        </p:nvGrpSpPr>
        <p:grpSpPr>
          <a:xfrm>
            <a:off x="9587723" y="3867646"/>
            <a:ext cx="2185719" cy="935783"/>
            <a:chOff x="9763434" y="2624995"/>
            <a:chExt cx="2185719" cy="935783"/>
          </a:xfrm>
        </p:grpSpPr>
        <p:sp>
          <p:nvSpPr>
            <p:cNvPr id="460" name="Google Shape;460;p17"/>
            <p:cNvSpPr/>
            <p:nvPr/>
          </p:nvSpPr>
          <p:spPr>
            <a:xfrm>
              <a:off x="9763434" y="2624995"/>
              <a:ext cx="2185719" cy="935783"/>
            </a:xfrm>
            <a:prstGeom prst="rect">
              <a:avLst/>
            </a:prstGeom>
            <a:solidFill>
              <a:schemeClr val="lt1"/>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61" name="Google Shape;461;p17"/>
            <p:cNvGrpSpPr/>
            <p:nvPr/>
          </p:nvGrpSpPr>
          <p:grpSpPr>
            <a:xfrm>
              <a:off x="9909868" y="2738016"/>
              <a:ext cx="1892850" cy="709740"/>
              <a:chOff x="4612148" y="5335587"/>
              <a:chExt cx="1892850" cy="709740"/>
            </a:xfrm>
          </p:grpSpPr>
          <p:grpSp>
            <p:nvGrpSpPr>
              <p:cNvPr id="462" name="Google Shape;462;p17"/>
              <p:cNvGrpSpPr/>
              <p:nvPr/>
            </p:nvGrpSpPr>
            <p:grpSpPr>
              <a:xfrm>
                <a:off x="4612148" y="5829883"/>
                <a:ext cx="1623545" cy="215444"/>
                <a:chOff x="4612148" y="6012763"/>
                <a:chExt cx="1623545" cy="215444"/>
              </a:xfrm>
            </p:grpSpPr>
            <p:sp>
              <p:nvSpPr>
                <p:cNvPr id="463" name="Google Shape;463;p17"/>
                <p:cNvSpPr/>
                <p:nvPr/>
              </p:nvSpPr>
              <p:spPr>
                <a:xfrm>
                  <a:off x="4962909" y="6012763"/>
                  <a:ext cx="1272784" cy="2154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Ref Sub (Fc3-1)</a:t>
                  </a:r>
                  <a:endParaRPr b="0" i="0" sz="1400" u="none" cap="none" strike="noStrike">
                    <a:solidFill>
                      <a:schemeClr val="dk1"/>
                    </a:solidFill>
                    <a:latin typeface="Arial"/>
                    <a:ea typeface="Arial"/>
                    <a:cs typeface="Arial"/>
                    <a:sym typeface="Arial"/>
                  </a:endParaRPr>
                </a:p>
              </p:txBody>
            </p:sp>
            <p:cxnSp>
              <p:nvCxnSpPr>
                <p:cNvPr id="464" name="Google Shape;464;p17"/>
                <p:cNvCxnSpPr/>
                <p:nvPr/>
              </p:nvCxnSpPr>
              <p:spPr>
                <a:xfrm>
                  <a:off x="4612148" y="6120485"/>
                  <a:ext cx="274320" cy="0"/>
                </a:xfrm>
                <a:prstGeom prst="straightConnector1">
                  <a:avLst/>
                </a:prstGeom>
                <a:noFill/>
                <a:ln cap="flat" cmpd="sng" w="38100">
                  <a:solidFill>
                    <a:srgbClr val="0000FF"/>
                  </a:solidFill>
                  <a:prstDash val="solid"/>
                  <a:miter lim="800000"/>
                  <a:headEnd len="sm" w="sm" type="none"/>
                  <a:tailEnd len="sm" w="sm" type="none"/>
                </a:ln>
              </p:spPr>
            </p:cxnSp>
          </p:grpSp>
          <p:grpSp>
            <p:nvGrpSpPr>
              <p:cNvPr id="465" name="Google Shape;465;p17"/>
              <p:cNvGrpSpPr/>
              <p:nvPr/>
            </p:nvGrpSpPr>
            <p:grpSpPr>
              <a:xfrm>
                <a:off x="4612148" y="5582735"/>
                <a:ext cx="1892850" cy="215444"/>
                <a:chOff x="4612148" y="5689439"/>
                <a:chExt cx="1892850" cy="215444"/>
              </a:xfrm>
            </p:grpSpPr>
            <p:sp>
              <p:nvSpPr>
                <p:cNvPr id="466" name="Google Shape;466;p17"/>
                <p:cNvSpPr/>
                <p:nvPr/>
              </p:nvSpPr>
              <p:spPr>
                <a:xfrm>
                  <a:off x="4962909" y="5689439"/>
                  <a:ext cx="1542089" cy="2154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MCH Surface (Fc1)</a:t>
                  </a:r>
                  <a:endParaRPr b="0" i="0" sz="1400" u="none" cap="none" strike="noStrike">
                    <a:solidFill>
                      <a:schemeClr val="dk1"/>
                    </a:solidFill>
                    <a:latin typeface="Arial"/>
                    <a:ea typeface="Arial"/>
                    <a:cs typeface="Arial"/>
                    <a:sym typeface="Arial"/>
                  </a:endParaRPr>
                </a:p>
              </p:txBody>
            </p:sp>
            <p:cxnSp>
              <p:nvCxnSpPr>
                <p:cNvPr id="467" name="Google Shape;467;p17"/>
                <p:cNvCxnSpPr/>
                <p:nvPr/>
              </p:nvCxnSpPr>
              <p:spPr>
                <a:xfrm>
                  <a:off x="4612148" y="5797161"/>
                  <a:ext cx="274320" cy="0"/>
                </a:xfrm>
                <a:prstGeom prst="straightConnector1">
                  <a:avLst/>
                </a:prstGeom>
                <a:noFill/>
                <a:ln cap="flat" cmpd="sng" w="38100">
                  <a:solidFill>
                    <a:srgbClr val="FF0000"/>
                  </a:solidFill>
                  <a:prstDash val="solid"/>
                  <a:miter lim="800000"/>
                  <a:headEnd len="sm" w="sm" type="none"/>
                  <a:tailEnd len="sm" w="sm" type="none"/>
                </a:ln>
              </p:spPr>
            </p:cxnSp>
          </p:grpSp>
          <p:grpSp>
            <p:nvGrpSpPr>
              <p:cNvPr id="468" name="Google Shape;468;p17"/>
              <p:cNvGrpSpPr/>
              <p:nvPr/>
            </p:nvGrpSpPr>
            <p:grpSpPr>
              <a:xfrm>
                <a:off x="4616957" y="5335587"/>
                <a:ext cx="1854121" cy="215444"/>
                <a:chOff x="4616957" y="5335587"/>
                <a:chExt cx="1854121" cy="215444"/>
              </a:xfrm>
            </p:grpSpPr>
            <p:sp>
              <p:nvSpPr>
                <p:cNvPr id="469" name="Google Shape;469;p17"/>
                <p:cNvSpPr/>
                <p:nvPr/>
              </p:nvSpPr>
              <p:spPr>
                <a:xfrm>
                  <a:off x="4967718" y="5335587"/>
                  <a:ext cx="1503360" cy="2154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RNA Surface (Fc3)</a:t>
                  </a:r>
                  <a:endParaRPr b="0" i="0" sz="1400" u="none" cap="none" strike="noStrike">
                    <a:solidFill>
                      <a:schemeClr val="dk1"/>
                    </a:solidFill>
                    <a:latin typeface="Arial"/>
                    <a:ea typeface="Arial"/>
                    <a:cs typeface="Arial"/>
                    <a:sym typeface="Arial"/>
                  </a:endParaRPr>
                </a:p>
              </p:txBody>
            </p:sp>
            <p:cxnSp>
              <p:nvCxnSpPr>
                <p:cNvPr id="470" name="Google Shape;470;p17"/>
                <p:cNvCxnSpPr/>
                <p:nvPr/>
              </p:nvCxnSpPr>
              <p:spPr>
                <a:xfrm>
                  <a:off x="4616957" y="5443309"/>
                  <a:ext cx="274320" cy="0"/>
                </a:xfrm>
                <a:prstGeom prst="straightConnector1">
                  <a:avLst/>
                </a:prstGeom>
                <a:noFill/>
                <a:ln cap="flat" cmpd="sng" w="38100">
                  <a:solidFill>
                    <a:srgbClr val="228B22"/>
                  </a:solidFill>
                  <a:prstDash val="solid"/>
                  <a:miter lim="800000"/>
                  <a:headEnd len="sm" w="sm" type="none"/>
                  <a:tailEnd len="sm" w="sm" type="none"/>
                </a:ln>
              </p:spPr>
            </p:cxnSp>
          </p:grpSp>
        </p:grpSp>
      </p:grpSp>
      <p:sp>
        <p:nvSpPr>
          <p:cNvPr id="471" name="Google Shape;471;p17"/>
          <p:cNvSpPr txBox="1"/>
          <p:nvPr/>
        </p:nvSpPr>
        <p:spPr>
          <a:xfrm>
            <a:off x="1704352" y="80914"/>
            <a:ext cx="8783297"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dk2"/>
                </a:solidFill>
                <a:latin typeface="Arial"/>
                <a:ea typeface="Arial"/>
                <a:cs typeface="Arial"/>
                <a:sym typeface="Arial"/>
              </a:rPr>
              <a:t>Binding Results</a:t>
            </a:r>
            <a:endParaRPr b="1" sz="3200">
              <a:solidFill>
                <a:schemeClr val="dk2"/>
              </a:solidFill>
              <a:latin typeface="Arial"/>
              <a:ea typeface="Arial"/>
              <a:cs typeface="Arial"/>
              <a:sym typeface="Arial"/>
            </a:endParaRPr>
          </a:p>
        </p:txBody>
      </p:sp>
      <p:sp>
        <p:nvSpPr>
          <p:cNvPr id="472" name="Google Shape;472;p17"/>
          <p:cNvSpPr txBox="1"/>
          <p:nvPr/>
        </p:nvSpPr>
        <p:spPr>
          <a:xfrm>
            <a:off x="150389" y="3833813"/>
            <a:ext cx="11366668" cy="830997"/>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228B22"/>
              </a:buClr>
              <a:buSzPts val="1600"/>
              <a:buFont typeface="Arial"/>
              <a:buChar char="•"/>
            </a:pPr>
            <a:r>
              <a:rPr lang="en-US" sz="1600">
                <a:solidFill>
                  <a:srgbClr val="228B22"/>
                </a:solidFill>
                <a:latin typeface="Arial"/>
                <a:ea typeface="Arial"/>
                <a:cs typeface="Arial"/>
                <a:sym typeface="Arial"/>
              </a:rPr>
              <a:t>Green</a:t>
            </a:r>
            <a:r>
              <a:rPr lang="en-US" sz="1600">
                <a:solidFill>
                  <a:schemeClr val="dk1"/>
                </a:solidFill>
                <a:latin typeface="Arial"/>
                <a:ea typeface="Arial"/>
                <a:cs typeface="Arial"/>
                <a:sym typeface="Arial"/>
              </a:rPr>
              <a:t> curve is the raw sensorgram showing binding to the active, RNA surface.</a:t>
            </a:r>
            <a:endParaRPr/>
          </a:p>
          <a:p>
            <a:pPr indent="-285750" lvl="0" marL="285750" marR="0" rtl="0" algn="l">
              <a:spcBef>
                <a:spcPts val="0"/>
              </a:spcBef>
              <a:spcAft>
                <a:spcPts val="0"/>
              </a:spcAft>
              <a:buClr>
                <a:srgbClr val="FF0000"/>
              </a:buClr>
              <a:buSzPts val="1600"/>
              <a:buFont typeface="Arial"/>
              <a:buChar char="•"/>
            </a:pPr>
            <a:r>
              <a:rPr lang="en-US" sz="1600">
                <a:solidFill>
                  <a:srgbClr val="FF0000"/>
                </a:solidFill>
                <a:latin typeface="Arial"/>
                <a:ea typeface="Arial"/>
                <a:cs typeface="Arial"/>
                <a:sym typeface="Arial"/>
              </a:rPr>
              <a:t>Red</a:t>
            </a:r>
            <a:r>
              <a:rPr lang="en-US" sz="1600">
                <a:solidFill>
                  <a:schemeClr val="dk1"/>
                </a:solidFill>
                <a:latin typeface="Arial"/>
                <a:ea typeface="Arial"/>
                <a:cs typeface="Arial"/>
                <a:sym typeface="Arial"/>
              </a:rPr>
              <a:t> curve is the raw sensorgram showing non-specific binding to the control, MCH surface.</a:t>
            </a:r>
            <a:endParaRPr/>
          </a:p>
          <a:p>
            <a:pPr indent="-285750" lvl="0" marL="285750" marR="0" rtl="0" algn="l">
              <a:spcBef>
                <a:spcPts val="0"/>
              </a:spcBef>
              <a:spcAft>
                <a:spcPts val="0"/>
              </a:spcAft>
              <a:buClr>
                <a:srgbClr val="0000FF"/>
              </a:buClr>
              <a:buSzPts val="1600"/>
              <a:buFont typeface="Arial"/>
              <a:buChar char="•"/>
            </a:pPr>
            <a:r>
              <a:rPr lang="en-US" sz="1600">
                <a:solidFill>
                  <a:srgbClr val="0000FF"/>
                </a:solidFill>
                <a:latin typeface="Arial"/>
                <a:ea typeface="Arial"/>
                <a:cs typeface="Arial"/>
                <a:sym typeface="Arial"/>
              </a:rPr>
              <a:t>Blue</a:t>
            </a:r>
            <a:r>
              <a:rPr lang="en-US" sz="1600">
                <a:solidFill>
                  <a:schemeClr val="dk1"/>
                </a:solidFill>
                <a:latin typeface="Arial"/>
                <a:ea typeface="Arial"/>
                <a:cs typeface="Arial"/>
                <a:sym typeface="Arial"/>
              </a:rPr>
              <a:t> curve is the reference subtracted sensorgram showing specific binding to the RNA surface.</a:t>
            </a:r>
            <a:endParaRPr/>
          </a:p>
        </p:txBody>
      </p:sp>
      <p:grpSp>
        <p:nvGrpSpPr>
          <p:cNvPr id="473" name="Google Shape;473;p17"/>
          <p:cNvGrpSpPr/>
          <p:nvPr/>
        </p:nvGrpSpPr>
        <p:grpSpPr>
          <a:xfrm>
            <a:off x="362511" y="914400"/>
            <a:ext cx="11466977" cy="2925662"/>
            <a:chOff x="227691" y="914400"/>
            <a:chExt cx="11466977" cy="2925662"/>
          </a:xfrm>
        </p:grpSpPr>
        <p:grpSp>
          <p:nvGrpSpPr>
            <p:cNvPr id="474" name="Google Shape;474;p17"/>
            <p:cNvGrpSpPr/>
            <p:nvPr/>
          </p:nvGrpSpPr>
          <p:grpSpPr>
            <a:xfrm>
              <a:off x="4016405" y="2324975"/>
              <a:ext cx="1167054" cy="540345"/>
              <a:chOff x="4218976" y="2421999"/>
              <a:chExt cx="1167054" cy="540345"/>
            </a:xfrm>
          </p:grpSpPr>
          <p:sp>
            <p:nvSpPr>
              <p:cNvPr id="475" name="Google Shape;475;p17"/>
              <p:cNvSpPr/>
              <p:nvPr/>
            </p:nvSpPr>
            <p:spPr>
              <a:xfrm rot="5400000">
                <a:off x="4708716" y="2691392"/>
                <a:ext cx="187575" cy="354329"/>
              </a:xfrm>
              <a:prstGeom prst="leftBrace">
                <a:avLst>
                  <a:gd fmla="val 8333" name="adj1"/>
                  <a:gd fmla="val 50000" name="adj2"/>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6" name="Google Shape;476;p17"/>
              <p:cNvSpPr txBox="1"/>
              <p:nvPr/>
            </p:nvSpPr>
            <p:spPr>
              <a:xfrm>
                <a:off x="4218976" y="2421999"/>
                <a:ext cx="116705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700">
                    <a:solidFill>
                      <a:schemeClr val="dk1"/>
                    </a:solidFill>
                    <a:latin typeface="Arial"/>
                    <a:ea typeface="Arial"/>
                    <a:cs typeface="Arial"/>
                    <a:sym typeface="Arial"/>
                  </a:rPr>
                  <a:t>Regeneration portion of curve removed for clarity</a:t>
                </a:r>
                <a:endParaRPr sz="700">
                  <a:solidFill>
                    <a:schemeClr val="dk1"/>
                  </a:solidFill>
                  <a:latin typeface="Arial"/>
                  <a:ea typeface="Arial"/>
                  <a:cs typeface="Arial"/>
                  <a:sym typeface="Arial"/>
                </a:endParaRPr>
              </a:p>
            </p:txBody>
          </p:sp>
        </p:grpSp>
        <p:grpSp>
          <p:nvGrpSpPr>
            <p:cNvPr id="477" name="Google Shape;477;p17"/>
            <p:cNvGrpSpPr/>
            <p:nvPr/>
          </p:nvGrpSpPr>
          <p:grpSpPr>
            <a:xfrm>
              <a:off x="9904122" y="2264571"/>
              <a:ext cx="1167054" cy="540345"/>
              <a:chOff x="4218976" y="2421999"/>
              <a:chExt cx="1167054" cy="540345"/>
            </a:xfrm>
          </p:grpSpPr>
          <p:sp>
            <p:nvSpPr>
              <p:cNvPr id="478" name="Google Shape;478;p17"/>
              <p:cNvSpPr/>
              <p:nvPr/>
            </p:nvSpPr>
            <p:spPr>
              <a:xfrm rot="5400000">
                <a:off x="4708716" y="2691392"/>
                <a:ext cx="187575" cy="354329"/>
              </a:xfrm>
              <a:prstGeom prst="leftBrace">
                <a:avLst>
                  <a:gd fmla="val 8333" name="adj1"/>
                  <a:gd fmla="val 50000" name="adj2"/>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17"/>
              <p:cNvSpPr txBox="1"/>
              <p:nvPr/>
            </p:nvSpPr>
            <p:spPr>
              <a:xfrm>
                <a:off x="4218976" y="2421999"/>
                <a:ext cx="116705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700">
                    <a:solidFill>
                      <a:schemeClr val="dk1"/>
                    </a:solidFill>
                    <a:latin typeface="Arial"/>
                    <a:ea typeface="Arial"/>
                    <a:cs typeface="Arial"/>
                    <a:sym typeface="Arial"/>
                  </a:rPr>
                  <a:t>Regeneration portion of curve removed for clarity</a:t>
                </a:r>
                <a:endParaRPr sz="700">
                  <a:solidFill>
                    <a:schemeClr val="dk1"/>
                  </a:solidFill>
                  <a:latin typeface="Arial"/>
                  <a:ea typeface="Arial"/>
                  <a:cs typeface="Arial"/>
                  <a:sym typeface="Arial"/>
                </a:endParaRPr>
              </a:p>
            </p:txBody>
          </p:sp>
        </p:grpSp>
        <p:grpSp>
          <p:nvGrpSpPr>
            <p:cNvPr id="480" name="Google Shape;480;p17"/>
            <p:cNvGrpSpPr/>
            <p:nvPr/>
          </p:nvGrpSpPr>
          <p:grpSpPr>
            <a:xfrm>
              <a:off x="227691" y="914400"/>
              <a:ext cx="11466977" cy="2925662"/>
              <a:chOff x="227691" y="1695450"/>
              <a:chExt cx="11466977" cy="2925662"/>
            </a:xfrm>
          </p:grpSpPr>
          <p:grpSp>
            <p:nvGrpSpPr>
              <p:cNvPr id="481" name="Google Shape;481;p17"/>
              <p:cNvGrpSpPr/>
              <p:nvPr/>
            </p:nvGrpSpPr>
            <p:grpSpPr>
              <a:xfrm>
                <a:off x="227691" y="1695450"/>
                <a:ext cx="5612276" cy="2925662"/>
                <a:chOff x="227691" y="1695450"/>
                <a:chExt cx="5612276" cy="2925662"/>
              </a:xfrm>
            </p:grpSpPr>
            <p:cxnSp>
              <p:nvCxnSpPr>
                <p:cNvPr id="482" name="Google Shape;482;p17"/>
                <p:cNvCxnSpPr/>
                <p:nvPr/>
              </p:nvCxnSpPr>
              <p:spPr>
                <a:xfrm rot="10800000">
                  <a:off x="763588" y="1811338"/>
                  <a:ext cx="0" cy="2471738"/>
                </a:xfrm>
                <a:prstGeom prst="straightConnector1">
                  <a:avLst/>
                </a:prstGeom>
                <a:noFill/>
                <a:ln cap="flat" cmpd="sng" w="9525">
                  <a:solidFill>
                    <a:srgbClr val="000000"/>
                  </a:solidFill>
                  <a:prstDash val="solid"/>
                  <a:round/>
                  <a:headEnd len="med" w="med" type="none"/>
                  <a:tailEnd len="med" w="med" type="none"/>
                </a:ln>
              </p:spPr>
            </p:cxnSp>
            <p:cxnSp>
              <p:nvCxnSpPr>
                <p:cNvPr id="483" name="Google Shape;483;p17"/>
                <p:cNvCxnSpPr/>
                <p:nvPr/>
              </p:nvCxnSpPr>
              <p:spPr>
                <a:xfrm rot="10800000">
                  <a:off x="755650" y="428307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484" name="Google Shape;484;p17"/>
                <p:cNvCxnSpPr/>
                <p:nvPr/>
              </p:nvCxnSpPr>
              <p:spPr>
                <a:xfrm rot="10800000">
                  <a:off x="755650" y="410686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485" name="Google Shape;485;p17"/>
                <p:cNvCxnSpPr/>
                <p:nvPr/>
              </p:nvCxnSpPr>
              <p:spPr>
                <a:xfrm rot="10800000">
                  <a:off x="755650" y="3930650"/>
                  <a:ext cx="11112" cy="0"/>
                </a:xfrm>
                <a:prstGeom prst="straightConnector1">
                  <a:avLst/>
                </a:prstGeom>
                <a:noFill/>
                <a:ln cap="flat" cmpd="sng" w="9525">
                  <a:solidFill>
                    <a:srgbClr val="000000"/>
                  </a:solidFill>
                  <a:prstDash val="solid"/>
                  <a:round/>
                  <a:headEnd len="med" w="med" type="none"/>
                  <a:tailEnd len="med" w="med" type="none"/>
                </a:ln>
              </p:spPr>
            </p:cxnSp>
            <p:cxnSp>
              <p:nvCxnSpPr>
                <p:cNvPr id="486" name="Google Shape;486;p17"/>
                <p:cNvCxnSpPr/>
                <p:nvPr/>
              </p:nvCxnSpPr>
              <p:spPr>
                <a:xfrm rot="10800000">
                  <a:off x="755650" y="375443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487" name="Google Shape;487;p17"/>
                <p:cNvCxnSpPr/>
                <p:nvPr/>
              </p:nvCxnSpPr>
              <p:spPr>
                <a:xfrm rot="10800000">
                  <a:off x="755650" y="357663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488" name="Google Shape;488;p17"/>
                <p:cNvCxnSpPr/>
                <p:nvPr/>
              </p:nvCxnSpPr>
              <p:spPr>
                <a:xfrm rot="10800000">
                  <a:off x="755650" y="340042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489" name="Google Shape;489;p17"/>
                <p:cNvCxnSpPr/>
                <p:nvPr/>
              </p:nvCxnSpPr>
              <p:spPr>
                <a:xfrm rot="10800000">
                  <a:off x="755650" y="322421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490" name="Google Shape;490;p17"/>
                <p:cNvCxnSpPr/>
                <p:nvPr/>
              </p:nvCxnSpPr>
              <p:spPr>
                <a:xfrm rot="10800000">
                  <a:off x="755650" y="304641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491" name="Google Shape;491;p17"/>
                <p:cNvCxnSpPr/>
                <p:nvPr/>
              </p:nvCxnSpPr>
              <p:spPr>
                <a:xfrm rot="10800000">
                  <a:off x="755650" y="287178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492" name="Google Shape;492;p17"/>
                <p:cNvCxnSpPr/>
                <p:nvPr/>
              </p:nvCxnSpPr>
              <p:spPr>
                <a:xfrm rot="10800000">
                  <a:off x="755650" y="269557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493" name="Google Shape;493;p17"/>
                <p:cNvCxnSpPr/>
                <p:nvPr/>
              </p:nvCxnSpPr>
              <p:spPr>
                <a:xfrm rot="10800000">
                  <a:off x="755650" y="251936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494" name="Google Shape;494;p17"/>
                <p:cNvCxnSpPr/>
                <p:nvPr/>
              </p:nvCxnSpPr>
              <p:spPr>
                <a:xfrm rot="10800000">
                  <a:off x="755650" y="234156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495" name="Google Shape;495;p17"/>
                <p:cNvCxnSpPr/>
                <p:nvPr/>
              </p:nvCxnSpPr>
              <p:spPr>
                <a:xfrm rot="10800000">
                  <a:off x="755650" y="2165350"/>
                  <a:ext cx="11112" cy="0"/>
                </a:xfrm>
                <a:prstGeom prst="straightConnector1">
                  <a:avLst/>
                </a:prstGeom>
                <a:noFill/>
                <a:ln cap="flat" cmpd="sng" w="9525">
                  <a:solidFill>
                    <a:srgbClr val="000000"/>
                  </a:solidFill>
                  <a:prstDash val="solid"/>
                  <a:round/>
                  <a:headEnd len="med" w="med" type="none"/>
                  <a:tailEnd len="med" w="med" type="none"/>
                </a:ln>
              </p:spPr>
            </p:cxnSp>
            <p:cxnSp>
              <p:nvCxnSpPr>
                <p:cNvPr id="496" name="Google Shape;496;p17"/>
                <p:cNvCxnSpPr/>
                <p:nvPr/>
              </p:nvCxnSpPr>
              <p:spPr>
                <a:xfrm rot="10800000">
                  <a:off x="755650" y="198913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497" name="Google Shape;497;p17"/>
                <p:cNvCxnSpPr/>
                <p:nvPr/>
              </p:nvCxnSpPr>
              <p:spPr>
                <a:xfrm rot="10800000">
                  <a:off x="755650" y="181133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498" name="Google Shape;498;p17"/>
                <p:cNvCxnSpPr/>
                <p:nvPr/>
              </p:nvCxnSpPr>
              <p:spPr>
                <a:xfrm rot="10800000">
                  <a:off x="742950" y="4283075"/>
                  <a:ext cx="30162" cy="0"/>
                </a:xfrm>
                <a:prstGeom prst="straightConnector1">
                  <a:avLst/>
                </a:prstGeom>
                <a:noFill/>
                <a:ln cap="flat" cmpd="sng" w="9525">
                  <a:solidFill>
                    <a:srgbClr val="000000"/>
                  </a:solidFill>
                  <a:prstDash val="solid"/>
                  <a:round/>
                  <a:headEnd len="med" w="med" type="none"/>
                  <a:tailEnd len="med" w="med" type="none"/>
                </a:ln>
              </p:spPr>
            </p:cxnSp>
            <p:cxnSp>
              <p:nvCxnSpPr>
                <p:cNvPr id="499" name="Google Shape;499;p17"/>
                <p:cNvCxnSpPr/>
                <p:nvPr/>
              </p:nvCxnSpPr>
              <p:spPr>
                <a:xfrm rot="10800000">
                  <a:off x="742950" y="3930650"/>
                  <a:ext cx="30162" cy="0"/>
                </a:xfrm>
                <a:prstGeom prst="straightConnector1">
                  <a:avLst/>
                </a:prstGeom>
                <a:noFill/>
                <a:ln cap="flat" cmpd="sng" w="9525">
                  <a:solidFill>
                    <a:srgbClr val="000000"/>
                  </a:solidFill>
                  <a:prstDash val="solid"/>
                  <a:round/>
                  <a:headEnd len="med" w="med" type="none"/>
                  <a:tailEnd len="med" w="med" type="none"/>
                </a:ln>
              </p:spPr>
            </p:cxnSp>
            <p:cxnSp>
              <p:nvCxnSpPr>
                <p:cNvPr id="500" name="Google Shape;500;p17"/>
                <p:cNvCxnSpPr/>
                <p:nvPr/>
              </p:nvCxnSpPr>
              <p:spPr>
                <a:xfrm rot="10800000">
                  <a:off x="742950" y="3576638"/>
                  <a:ext cx="30162" cy="0"/>
                </a:xfrm>
                <a:prstGeom prst="straightConnector1">
                  <a:avLst/>
                </a:prstGeom>
                <a:noFill/>
                <a:ln cap="flat" cmpd="sng" w="9525">
                  <a:solidFill>
                    <a:srgbClr val="000000"/>
                  </a:solidFill>
                  <a:prstDash val="solid"/>
                  <a:round/>
                  <a:headEnd len="med" w="med" type="none"/>
                  <a:tailEnd len="med" w="med" type="none"/>
                </a:ln>
              </p:spPr>
            </p:cxnSp>
            <p:cxnSp>
              <p:nvCxnSpPr>
                <p:cNvPr id="501" name="Google Shape;501;p17"/>
                <p:cNvCxnSpPr/>
                <p:nvPr/>
              </p:nvCxnSpPr>
              <p:spPr>
                <a:xfrm rot="10800000">
                  <a:off x="742950" y="3224213"/>
                  <a:ext cx="30162" cy="0"/>
                </a:xfrm>
                <a:prstGeom prst="straightConnector1">
                  <a:avLst/>
                </a:prstGeom>
                <a:noFill/>
                <a:ln cap="flat" cmpd="sng" w="9525">
                  <a:solidFill>
                    <a:srgbClr val="000000"/>
                  </a:solidFill>
                  <a:prstDash val="solid"/>
                  <a:round/>
                  <a:headEnd len="med" w="med" type="none"/>
                  <a:tailEnd len="med" w="med" type="none"/>
                </a:ln>
              </p:spPr>
            </p:cxnSp>
            <p:cxnSp>
              <p:nvCxnSpPr>
                <p:cNvPr id="502" name="Google Shape;502;p17"/>
                <p:cNvCxnSpPr/>
                <p:nvPr/>
              </p:nvCxnSpPr>
              <p:spPr>
                <a:xfrm rot="10800000">
                  <a:off x="742950" y="2871788"/>
                  <a:ext cx="30162" cy="0"/>
                </a:xfrm>
                <a:prstGeom prst="straightConnector1">
                  <a:avLst/>
                </a:prstGeom>
                <a:noFill/>
                <a:ln cap="flat" cmpd="sng" w="9525">
                  <a:solidFill>
                    <a:srgbClr val="000000"/>
                  </a:solidFill>
                  <a:prstDash val="solid"/>
                  <a:round/>
                  <a:headEnd len="med" w="med" type="none"/>
                  <a:tailEnd len="med" w="med" type="none"/>
                </a:ln>
              </p:spPr>
            </p:cxnSp>
            <p:cxnSp>
              <p:nvCxnSpPr>
                <p:cNvPr id="503" name="Google Shape;503;p17"/>
                <p:cNvCxnSpPr/>
                <p:nvPr/>
              </p:nvCxnSpPr>
              <p:spPr>
                <a:xfrm rot="10800000">
                  <a:off x="742950" y="2519363"/>
                  <a:ext cx="30162" cy="0"/>
                </a:xfrm>
                <a:prstGeom prst="straightConnector1">
                  <a:avLst/>
                </a:prstGeom>
                <a:noFill/>
                <a:ln cap="flat" cmpd="sng" w="9525">
                  <a:solidFill>
                    <a:srgbClr val="000000"/>
                  </a:solidFill>
                  <a:prstDash val="solid"/>
                  <a:round/>
                  <a:headEnd len="med" w="med" type="none"/>
                  <a:tailEnd len="med" w="med" type="none"/>
                </a:ln>
              </p:spPr>
            </p:cxnSp>
            <p:cxnSp>
              <p:nvCxnSpPr>
                <p:cNvPr id="504" name="Google Shape;504;p17"/>
                <p:cNvCxnSpPr/>
                <p:nvPr/>
              </p:nvCxnSpPr>
              <p:spPr>
                <a:xfrm rot="10800000">
                  <a:off x="742950" y="2165350"/>
                  <a:ext cx="30162" cy="0"/>
                </a:xfrm>
                <a:prstGeom prst="straightConnector1">
                  <a:avLst/>
                </a:prstGeom>
                <a:noFill/>
                <a:ln cap="flat" cmpd="sng" w="9525">
                  <a:solidFill>
                    <a:srgbClr val="000000"/>
                  </a:solidFill>
                  <a:prstDash val="solid"/>
                  <a:round/>
                  <a:headEnd len="med" w="med" type="none"/>
                  <a:tailEnd len="med" w="med" type="none"/>
                </a:ln>
              </p:spPr>
            </p:cxnSp>
            <p:cxnSp>
              <p:nvCxnSpPr>
                <p:cNvPr id="505" name="Google Shape;505;p17"/>
                <p:cNvCxnSpPr/>
                <p:nvPr/>
              </p:nvCxnSpPr>
              <p:spPr>
                <a:xfrm rot="10800000">
                  <a:off x="742950" y="1811338"/>
                  <a:ext cx="30162" cy="0"/>
                </a:xfrm>
                <a:prstGeom prst="straightConnector1">
                  <a:avLst/>
                </a:prstGeom>
                <a:noFill/>
                <a:ln cap="flat" cmpd="sng" w="9525">
                  <a:solidFill>
                    <a:srgbClr val="000000"/>
                  </a:solidFill>
                  <a:prstDash val="solid"/>
                  <a:round/>
                  <a:headEnd len="med" w="med" type="none"/>
                  <a:tailEnd len="med" w="med" type="none"/>
                </a:ln>
              </p:spPr>
            </p:cxnSp>
            <p:sp>
              <p:nvSpPr>
                <p:cNvPr id="506" name="Google Shape;506;p17"/>
                <p:cNvSpPr/>
                <p:nvPr/>
              </p:nvSpPr>
              <p:spPr>
                <a:xfrm>
                  <a:off x="446405" y="4220528"/>
                  <a:ext cx="254878"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-500</a:t>
                  </a:r>
                  <a:endParaRPr b="0" i="0" sz="1000" u="none" cap="none" strike="noStrike">
                    <a:solidFill>
                      <a:schemeClr val="dk1"/>
                    </a:solidFill>
                    <a:latin typeface="Arial"/>
                    <a:ea typeface="Arial"/>
                    <a:cs typeface="Arial"/>
                    <a:sym typeface="Arial"/>
                  </a:endParaRPr>
                </a:p>
              </p:txBody>
            </p:sp>
            <p:sp>
              <p:nvSpPr>
                <p:cNvPr id="507" name="Google Shape;507;p17"/>
                <p:cNvSpPr/>
                <p:nvPr/>
              </p:nvSpPr>
              <p:spPr>
                <a:xfrm>
                  <a:off x="511493" y="3868103"/>
                  <a:ext cx="70532"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a:t>
                  </a:r>
                  <a:endParaRPr b="0" i="0" sz="1000" u="none" cap="none" strike="noStrike">
                    <a:solidFill>
                      <a:schemeClr val="dk1"/>
                    </a:solidFill>
                    <a:latin typeface="Arial"/>
                    <a:ea typeface="Arial"/>
                    <a:cs typeface="Arial"/>
                    <a:sym typeface="Arial"/>
                  </a:endParaRPr>
                </a:p>
              </p:txBody>
            </p:sp>
            <p:sp>
              <p:nvSpPr>
                <p:cNvPr id="508" name="Google Shape;508;p17"/>
                <p:cNvSpPr/>
                <p:nvPr/>
              </p:nvSpPr>
              <p:spPr>
                <a:xfrm>
                  <a:off x="459105" y="3514090"/>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500</a:t>
                  </a:r>
                  <a:endParaRPr b="0" i="0" sz="1000" u="none" cap="none" strike="noStrike">
                    <a:solidFill>
                      <a:schemeClr val="dk1"/>
                    </a:solidFill>
                    <a:latin typeface="Arial"/>
                    <a:ea typeface="Arial"/>
                    <a:cs typeface="Arial"/>
                    <a:sym typeface="Arial"/>
                  </a:endParaRPr>
                </a:p>
              </p:txBody>
            </p:sp>
            <p:sp>
              <p:nvSpPr>
                <p:cNvPr id="509" name="Google Shape;509;p17"/>
                <p:cNvSpPr/>
                <p:nvPr/>
              </p:nvSpPr>
              <p:spPr>
                <a:xfrm>
                  <a:off x="435293" y="3163253"/>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1000</a:t>
                  </a:r>
                  <a:endParaRPr b="0" i="0" sz="1000" u="none" cap="none" strike="noStrike">
                    <a:solidFill>
                      <a:schemeClr val="dk1"/>
                    </a:solidFill>
                    <a:latin typeface="Arial"/>
                    <a:ea typeface="Arial"/>
                    <a:cs typeface="Arial"/>
                    <a:sym typeface="Arial"/>
                  </a:endParaRPr>
                </a:p>
              </p:txBody>
            </p:sp>
            <p:sp>
              <p:nvSpPr>
                <p:cNvPr id="510" name="Google Shape;510;p17"/>
                <p:cNvSpPr/>
                <p:nvPr/>
              </p:nvSpPr>
              <p:spPr>
                <a:xfrm>
                  <a:off x="435293" y="2809240"/>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1500</a:t>
                  </a:r>
                  <a:endParaRPr b="0" i="0" sz="1000" u="none" cap="none" strike="noStrike">
                    <a:solidFill>
                      <a:schemeClr val="dk1"/>
                    </a:solidFill>
                    <a:latin typeface="Arial"/>
                    <a:ea typeface="Arial"/>
                    <a:cs typeface="Arial"/>
                    <a:sym typeface="Arial"/>
                  </a:endParaRPr>
                </a:p>
              </p:txBody>
            </p:sp>
            <p:sp>
              <p:nvSpPr>
                <p:cNvPr id="511" name="Google Shape;511;p17"/>
                <p:cNvSpPr/>
                <p:nvPr/>
              </p:nvSpPr>
              <p:spPr>
                <a:xfrm>
                  <a:off x="435293" y="2456815"/>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2000</a:t>
                  </a:r>
                  <a:endParaRPr b="0" i="0" sz="1000" u="none" cap="none" strike="noStrike">
                    <a:solidFill>
                      <a:schemeClr val="dk1"/>
                    </a:solidFill>
                    <a:latin typeface="Arial"/>
                    <a:ea typeface="Arial"/>
                    <a:cs typeface="Arial"/>
                    <a:sym typeface="Arial"/>
                  </a:endParaRPr>
                </a:p>
              </p:txBody>
            </p:sp>
            <p:sp>
              <p:nvSpPr>
                <p:cNvPr id="512" name="Google Shape;512;p17"/>
                <p:cNvSpPr/>
                <p:nvPr/>
              </p:nvSpPr>
              <p:spPr>
                <a:xfrm>
                  <a:off x="435293" y="2102803"/>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2500</a:t>
                  </a:r>
                  <a:endParaRPr b="0" i="0" sz="1000" u="none" cap="none" strike="noStrike">
                    <a:solidFill>
                      <a:schemeClr val="dk1"/>
                    </a:solidFill>
                    <a:latin typeface="Arial"/>
                    <a:ea typeface="Arial"/>
                    <a:cs typeface="Arial"/>
                    <a:sym typeface="Arial"/>
                  </a:endParaRPr>
                </a:p>
              </p:txBody>
            </p:sp>
            <p:sp>
              <p:nvSpPr>
                <p:cNvPr id="513" name="Google Shape;513;p17"/>
                <p:cNvSpPr/>
                <p:nvPr/>
              </p:nvSpPr>
              <p:spPr>
                <a:xfrm>
                  <a:off x="435293" y="1748790"/>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3000</a:t>
                  </a:r>
                  <a:endParaRPr b="0" i="0" sz="1000" u="none" cap="none" strike="noStrike">
                    <a:solidFill>
                      <a:schemeClr val="dk1"/>
                    </a:solidFill>
                    <a:latin typeface="Arial"/>
                    <a:ea typeface="Arial"/>
                    <a:cs typeface="Arial"/>
                    <a:sym typeface="Arial"/>
                  </a:endParaRPr>
                </a:p>
              </p:txBody>
            </p:sp>
            <p:cxnSp>
              <p:nvCxnSpPr>
                <p:cNvPr id="514" name="Google Shape;514;p17"/>
                <p:cNvCxnSpPr/>
                <p:nvPr/>
              </p:nvCxnSpPr>
              <p:spPr>
                <a:xfrm>
                  <a:off x="763588" y="4283075"/>
                  <a:ext cx="4841875" cy="0"/>
                </a:xfrm>
                <a:prstGeom prst="straightConnector1">
                  <a:avLst/>
                </a:prstGeom>
                <a:noFill/>
                <a:ln cap="flat" cmpd="sng" w="9525">
                  <a:solidFill>
                    <a:srgbClr val="000000"/>
                  </a:solidFill>
                  <a:prstDash val="solid"/>
                  <a:round/>
                  <a:headEnd len="med" w="med" type="none"/>
                  <a:tailEnd len="med" w="med" type="none"/>
                </a:ln>
              </p:spPr>
            </p:cxnSp>
            <p:cxnSp>
              <p:nvCxnSpPr>
                <p:cNvPr id="515" name="Google Shape;515;p17"/>
                <p:cNvCxnSpPr/>
                <p:nvPr/>
              </p:nvCxnSpPr>
              <p:spPr>
                <a:xfrm>
                  <a:off x="763588"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16" name="Google Shape;516;p17"/>
                <p:cNvCxnSpPr/>
                <p:nvPr/>
              </p:nvCxnSpPr>
              <p:spPr>
                <a:xfrm>
                  <a:off x="1109663"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17" name="Google Shape;517;p17"/>
                <p:cNvCxnSpPr/>
                <p:nvPr/>
              </p:nvCxnSpPr>
              <p:spPr>
                <a:xfrm>
                  <a:off x="1455738"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18" name="Google Shape;518;p17"/>
                <p:cNvCxnSpPr/>
                <p:nvPr/>
              </p:nvCxnSpPr>
              <p:spPr>
                <a:xfrm>
                  <a:off x="1800225"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19" name="Google Shape;519;p17"/>
                <p:cNvCxnSpPr/>
                <p:nvPr/>
              </p:nvCxnSpPr>
              <p:spPr>
                <a:xfrm>
                  <a:off x="2146300"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20" name="Google Shape;520;p17"/>
                <p:cNvCxnSpPr/>
                <p:nvPr/>
              </p:nvCxnSpPr>
              <p:spPr>
                <a:xfrm>
                  <a:off x="2492375"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21" name="Google Shape;521;p17"/>
                <p:cNvCxnSpPr/>
                <p:nvPr/>
              </p:nvCxnSpPr>
              <p:spPr>
                <a:xfrm>
                  <a:off x="2838450"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22" name="Google Shape;522;p17"/>
                <p:cNvCxnSpPr/>
                <p:nvPr/>
              </p:nvCxnSpPr>
              <p:spPr>
                <a:xfrm>
                  <a:off x="3182938"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23" name="Google Shape;523;p17"/>
                <p:cNvCxnSpPr/>
                <p:nvPr/>
              </p:nvCxnSpPr>
              <p:spPr>
                <a:xfrm>
                  <a:off x="3529013"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24" name="Google Shape;524;p17"/>
                <p:cNvCxnSpPr/>
                <p:nvPr/>
              </p:nvCxnSpPr>
              <p:spPr>
                <a:xfrm>
                  <a:off x="3875088"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25" name="Google Shape;525;p17"/>
                <p:cNvCxnSpPr/>
                <p:nvPr/>
              </p:nvCxnSpPr>
              <p:spPr>
                <a:xfrm>
                  <a:off x="4221163"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26" name="Google Shape;526;p17"/>
                <p:cNvCxnSpPr/>
                <p:nvPr/>
              </p:nvCxnSpPr>
              <p:spPr>
                <a:xfrm>
                  <a:off x="4565650"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27" name="Google Shape;527;p17"/>
                <p:cNvCxnSpPr/>
                <p:nvPr/>
              </p:nvCxnSpPr>
              <p:spPr>
                <a:xfrm>
                  <a:off x="4911725"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28" name="Google Shape;528;p17"/>
                <p:cNvCxnSpPr/>
                <p:nvPr/>
              </p:nvCxnSpPr>
              <p:spPr>
                <a:xfrm>
                  <a:off x="5257800"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29" name="Google Shape;529;p17"/>
                <p:cNvCxnSpPr/>
                <p:nvPr/>
              </p:nvCxnSpPr>
              <p:spPr>
                <a:xfrm>
                  <a:off x="5605463"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30" name="Google Shape;530;p17"/>
                <p:cNvCxnSpPr/>
                <p:nvPr/>
              </p:nvCxnSpPr>
              <p:spPr>
                <a:xfrm>
                  <a:off x="763588" y="427355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531" name="Google Shape;531;p17"/>
                <p:cNvCxnSpPr/>
                <p:nvPr/>
              </p:nvCxnSpPr>
              <p:spPr>
                <a:xfrm>
                  <a:off x="1455738" y="427355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532" name="Google Shape;532;p17"/>
                <p:cNvCxnSpPr/>
                <p:nvPr/>
              </p:nvCxnSpPr>
              <p:spPr>
                <a:xfrm>
                  <a:off x="2146300" y="427355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533" name="Google Shape;533;p17"/>
                <p:cNvCxnSpPr/>
                <p:nvPr/>
              </p:nvCxnSpPr>
              <p:spPr>
                <a:xfrm>
                  <a:off x="2838450" y="427355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534" name="Google Shape;534;p17"/>
                <p:cNvCxnSpPr/>
                <p:nvPr/>
              </p:nvCxnSpPr>
              <p:spPr>
                <a:xfrm>
                  <a:off x="3529013" y="427355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535" name="Google Shape;535;p17"/>
                <p:cNvCxnSpPr/>
                <p:nvPr/>
              </p:nvCxnSpPr>
              <p:spPr>
                <a:xfrm>
                  <a:off x="4221163" y="427355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536" name="Google Shape;536;p17"/>
                <p:cNvCxnSpPr/>
                <p:nvPr/>
              </p:nvCxnSpPr>
              <p:spPr>
                <a:xfrm>
                  <a:off x="4911725" y="427355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537" name="Google Shape;537;p17"/>
                <p:cNvCxnSpPr/>
                <p:nvPr/>
              </p:nvCxnSpPr>
              <p:spPr>
                <a:xfrm>
                  <a:off x="5605463" y="4273550"/>
                  <a:ext cx="0" cy="30163"/>
                </a:xfrm>
                <a:prstGeom prst="straightConnector1">
                  <a:avLst/>
                </a:prstGeom>
                <a:noFill/>
                <a:ln cap="flat" cmpd="sng" w="9525">
                  <a:solidFill>
                    <a:srgbClr val="000000"/>
                  </a:solidFill>
                  <a:prstDash val="solid"/>
                  <a:round/>
                  <a:headEnd len="med" w="med" type="none"/>
                  <a:tailEnd len="med" w="med" type="none"/>
                </a:ln>
              </p:spPr>
            </p:cxnSp>
            <p:sp>
              <p:nvSpPr>
                <p:cNvPr id="538" name="Google Shape;538;p17"/>
                <p:cNvSpPr/>
                <p:nvPr/>
              </p:nvSpPr>
              <p:spPr>
                <a:xfrm>
                  <a:off x="720725" y="4318000"/>
                  <a:ext cx="254878"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539" name="Google Shape;539;p17"/>
                <p:cNvSpPr/>
                <p:nvPr/>
              </p:nvSpPr>
              <p:spPr>
                <a:xfrm>
                  <a:off x="1443038" y="4318000"/>
                  <a:ext cx="70532"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a:t>
                  </a:r>
                  <a:endParaRPr b="0" i="0" sz="1000" u="none" cap="none" strike="noStrike">
                    <a:solidFill>
                      <a:schemeClr val="dk1"/>
                    </a:solidFill>
                    <a:latin typeface="Arial"/>
                    <a:ea typeface="Arial"/>
                    <a:cs typeface="Arial"/>
                    <a:sym typeface="Arial"/>
                  </a:endParaRPr>
                </a:p>
              </p:txBody>
            </p:sp>
            <p:sp>
              <p:nvSpPr>
                <p:cNvPr id="540" name="Google Shape;540;p17"/>
                <p:cNvSpPr/>
                <p:nvPr/>
              </p:nvSpPr>
              <p:spPr>
                <a:xfrm>
                  <a:off x="2111375" y="4318000"/>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541" name="Google Shape;541;p17"/>
                <p:cNvSpPr/>
                <p:nvPr/>
              </p:nvSpPr>
              <p:spPr>
                <a:xfrm>
                  <a:off x="2801938" y="4318000"/>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400</a:t>
                  </a:r>
                  <a:endParaRPr b="0" i="0" sz="1000" u="none" cap="none" strike="noStrike">
                    <a:solidFill>
                      <a:schemeClr val="dk1"/>
                    </a:solidFill>
                    <a:latin typeface="Arial"/>
                    <a:ea typeface="Arial"/>
                    <a:cs typeface="Arial"/>
                    <a:sym typeface="Arial"/>
                  </a:endParaRPr>
                </a:p>
              </p:txBody>
            </p:sp>
            <p:sp>
              <p:nvSpPr>
                <p:cNvPr id="542" name="Google Shape;542;p17"/>
                <p:cNvSpPr/>
                <p:nvPr/>
              </p:nvSpPr>
              <p:spPr>
                <a:xfrm>
                  <a:off x="3494088" y="4318000"/>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600</a:t>
                  </a:r>
                  <a:endParaRPr b="0" i="0" sz="1000" u="none" cap="none" strike="noStrike">
                    <a:solidFill>
                      <a:schemeClr val="dk1"/>
                    </a:solidFill>
                    <a:latin typeface="Arial"/>
                    <a:ea typeface="Arial"/>
                    <a:cs typeface="Arial"/>
                    <a:sym typeface="Arial"/>
                  </a:endParaRPr>
                </a:p>
              </p:txBody>
            </p:sp>
            <p:sp>
              <p:nvSpPr>
                <p:cNvPr id="543" name="Google Shape;543;p17"/>
                <p:cNvSpPr/>
                <p:nvPr/>
              </p:nvSpPr>
              <p:spPr>
                <a:xfrm>
                  <a:off x="4184650" y="4318000"/>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800</a:t>
                  </a:r>
                  <a:endParaRPr b="0" i="0" sz="1000" u="none" cap="none" strike="noStrike">
                    <a:solidFill>
                      <a:schemeClr val="dk1"/>
                    </a:solidFill>
                    <a:latin typeface="Arial"/>
                    <a:ea typeface="Arial"/>
                    <a:cs typeface="Arial"/>
                    <a:sym typeface="Arial"/>
                  </a:endParaRPr>
                </a:p>
              </p:txBody>
            </p:sp>
            <p:sp>
              <p:nvSpPr>
                <p:cNvPr id="544" name="Google Shape;544;p17"/>
                <p:cNvSpPr/>
                <p:nvPr/>
              </p:nvSpPr>
              <p:spPr>
                <a:xfrm>
                  <a:off x="4864100" y="4318000"/>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1000</a:t>
                  </a:r>
                  <a:endParaRPr b="0" i="0" sz="1000" u="none" cap="none" strike="noStrike">
                    <a:solidFill>
                      <a:schemeClr val="dk1"/>
                    </a:solidFill>
                    <a:latin typeface="Arial"/>
                    <a:ea typeface="Arial"/>
                    <a:cs typeface="Arial"/>
                    <a:sym typeface="Arial"/>
                  </a:endParaRPr>
                </a:p>
              </p:txBody>
            </p:sp>
            <p:sp>
              <p:nvSpPr>
                <p:cNvPr id="545" name="Google Shape;545;p17"/>
                <p:cNvSpPr/>
                <p:nvPr/>
              </p:nvSpPr>
              <p:spPr>
                <a:xfrm>
                  <a:off x="5557838" y="4318000"/>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1200</a:t>
                  </a:r>
                  <a:endParaRPr b="0" i="0" sz="1000" u="none" cap="none" strike="noStrike">
                    <a:solidFill>
                      <a:schemeClr val="dk1"/>
                    </a:solidFill>
                    <a:latin typeface="Arial"/>
                    <a:ea typeface="Arial"/>
                    <a:cs typeface="Arial"/>
                    <a:sym typeface="Arial"/>
                  </a:endParaRPr>
                </a:p>
              </p:txBody>
            </p:sp>
            <p:sp>
              <p:nvSpPr>
                <p:cNvPr id="546" name="Google Shape;546;p17"/>
                <p:cNvSpPr/>
                <p:nvPr/>
              </p:nvSpPr>
              <p:spPr>
                <a:xfrm>
                  <a:off x="2500313" y="1695450"/>
                  <a:ext cx="1881925" cy="24622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Histone H4  100 nM</a:t>
                  </a:r>
                  <a:endParaRPr b="0" i="0" sz="1600" u="none" cap="none" strike="noStrike">
                    <a:solidFill>
                      <a:schemeClr val="dk1"/>
                    </a:solidFill>
                    <a:latin typeface="Arial"/>
                    <a:ea typeface="Arial"/>
                    <a:cs typeface="Arial"/>
                    <a:sym typeface="Arial"/>
                  </a:endParaRPr>
                </a:p>
              </p:txBody>
            </p:sp>
            <p:sp>
              <p:nvSpPr>
                <p:cNvPr id="547" name="Google Shape;547;p17"/>
                <p:cNvSpPr/>
                <p:nvPr/>
              </p:nvSpPr>
              <p:spPr>
                <a:xfrm rot="-5400000">
                  <a:off x="-154626" y="2949310"/>
                  <a:ext cx="918521"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Response (RU)</a:t>
                  </a:r>
                  <a:endParaRPr b="0" i="0" sz="1000" u="none" cap="none" strike="noStrike">
                    <a:solidFill>
                      <a:schemeClr val="dk1"/>
                    </a:solidFill>
                    <a:latin typeface="Arial"/>
                    <a:ea typeface="Arial"/>
                    <a:cs typeface="Arial"/>
                    <a:sym typeface="Arial"/>
                  </a:endParaRPr>
                </a:p>
              </p:txBody>
            </p:sp>
            <p:sp>
              <p:nvSpPr>
                <p:cNvPr id="548" name="Google Shape;548;p17"/>
                <p:cNvSpPr/>
                <p:nvPr/>
              </p:nvSpPr>
              <p:spPr>
                <a:xfrm>
                  <a:off x="2907736" y="4467224"/>
                  <a:ext cx="49051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Time (s)</a:t>
                  </a:r>
                  <a:endParaRPr b="0" i="0" sz="1000" u="none" cap="none" strike="noStrike">
                    <a:solidFill>
                      <a:schemeClr val="dk1"/>
                    </a:solidFill>
                    <a:latin typeface="Arial"/>
                    <a:ea typeface="Arial"/>
                    <a:cs typeface="Arial"/>
                    <a:sym typeface="Arial"/>
                  </a:endParaRPr>
                </a:p>
              </p:txBody>
            </p:sp>
            <p:sp>
              <p:nvSpPr>
                <p:cNvPr id="549" name="Google Shape;549;p17"/>
                <p:cNvSpPr/>
                <p:nvPr/>
              </p:nvSpPr>
              <p:spPr>
                <a:xfrm flipH="1" rot="10800000">
                  <a:off x="1250950" y="2532063"/>
                  <a:ext cx="3192462" cy="1400175"/>
                </a:xfrm>
                <a:custGeom>
                  <a:rect b="b" l="l" r="r" t="t"/>
                  <a:pathLst>
                    <a:path extrusionOk="0" h="946" w="2161">
                      <a:moveTo>
                        <a:pt x="0" y="0"/>
                      </a:moveTo>
                      <a:lnTo>
                        <a:pt x="1" y="0"/>
                      </a:lnTo>
                      <a:lnTo>
                        <a:pt x="3" y="0"/>
                      </a:lnTo>
                      <a:lnTo>
                        <a:pt x="4" y="0"/>
                      </a:lnTo>
                      <a:lnTo>
                        <a:pt x="5" y="0"/>
                      </a:lnTo>
                      <a:lnTo>
                        <a:pt x="7" y="0"/>
                      </a:lnTo>
                      <a:lnTo>
                        <a:pt x="8" y="0"/>
                      </a:lnTo>
                      <a:lnTo>
                        <a:pt x="10" y="0"/>
                      </a:lnTo>
                      <a:lnTo>
                        <a:pt x="11" y="0"/>
                      </a:lnTo>
                      <a:lnTo>
                        <a:pt x="12" y="0"/>
                      </a:lnTo>
                      <a:lnTo>
                        <a:pt x="14" y="0"/>
                      </a:lnTo>
                      <a:lnTo>
                        <a:pt x="15" y="0"/>
                      </a:lnTo>
                      <a:lnTo>
                        <a:pt x="17" y="0"/>
                      </a:lnTo>
                      <a:lnTo>
                        <a:pt x="18" y="0"/>
                      </a:lnTo>
                      <a:lnTo>
                        <a:pt x="19" y="0"/>
                      </a:lnTo>
                      <a:lnTo>
                        <a:pt x="21" y="0"/>
                      </a:lnTo>
                      <a:lnTo>
                        <a:pt x="22" y="0"/>
                      </a:lnTo>
                      <a:lnTo>
                        <a:pt x="24" y="0"/>
                      </a:lnTo>
                      <a:lnTo>
                        <a:pt x="25" y="0"/>
                      </a:lnTo>
                      <a:lnTo>
                        <a:pt x="26" y="0"/>
                      </a:lnTo>
                      <a:lnTo>
                        <a:pt x="28" y="0"/>
                      </a:lnTo>
                      <a:lnTo>
                        <a:pt x="29" y="0"/>
                      </a:lnTo>
                      <a:lnTo>
                        <a:pt x="31" y="0"/>
                      </a:lnTo>
                      <a:lnTo>
                        <a:pt x="32" y="0"/>
                      </a:lnTo>
                      <a:lnTo>
                        <a:pt x="33" y="0"/>
                      </a:lnTo>
                      <a:lnTo>
                        <a:pt x="35" y="0"/>
                      </a:lnTo>
                      <a:lnTo>
                        <a:pt x="36" y="0"/>
                      </a:lnTo>
                      <a:lnTo>
                        <a:pt x="38" y="0"/>
                      </a:lnTo>
                      <a:lnTo>
                        <a:pt x="39" y="0"/>
                      </a:lnTo>
                      <a:lnTo>
                        <a:pt x="41" y="0"/>
                      </a:lnTo>
                      <a:lnTo>
                        <a:pt x="42" y="0"/>
                      </a:lnTo>
                      <a:lnTo>
                        <a:pt x="43" y="0"/>
                      </a:lnTo>
                      <a:lnTo>
                        <a:pt x="45" y="0"/>
                      </a:lnTo>
                      <a:lnTo>
                        <a:pt x="46" y="0"/>
                      </a:lnTo>
                      <a:lnTo>
                        <a:pt x="48" y="0"/>
                      </a:lnTo>
                      <a:lnTo>
                        <a:pt x="49" y="0"/>
                      </a:lnTo>
                      <a:lnTo>
                        <a:pt x="50" y="0"/>
                      </a:lnTo>
                      <a:lnTo>
                        <a:pt x="52" y="0"/>
                      </a:lnTo>
                      <a:lnTo>
                        <a:pt x="53" y="0"/>
                      </a:lnTo>
                      <a:lnTo>
                        <a:pt x="55" y="0"/>
                      </a:lnTo>
                      <a:lnTo>
                        <a:pt x="56" y="0"/>
                      </a:lnTo>
                      <a:lnTo>
                        <a:pt x="57" y="0"/>
                      </a:lnTo>
                      <a:lnTo>
                        <a:pt x="59" y="0"/>
                      </a:lnTo>
                      <a:lnTo>
                        <a:pt x="60" y="0"/>
                      </a:lnTo>
                      <a:lnTo>
                        <a:pt x="62" y="0"/>
                      </a:lnTo>
                      <a:lnTo>
                        <a:pt x="63" y="0"/>
                      </a:lnTo>
                      <a:lnTo>
                        <a:pt x="64" y="0"/>
                      </a:lnTo>
                      <a:lnTo>
                        <a:pt x="66" y="0"/>
                      </a:lnTo>
                      <a:lnTo>
                        <a:pt x="67" y="0"/>
                      </a:lnTo>
                      <a:lnTo>
                        <a:pt x="69" y="0"/>
                      </a:lnTo>
                      <a:lnTo>
                        <a:pt x="70" y="0"/>
                      </a:lnTo>
                      <a:lnTo>
                        <a:pt x="71" y="0"/>
                      </a:lnTo>
                      <a:lnTo>
                        <a:pt x="73" y="0"/>
                      </a:lnTo>
                      <a:lnTo>
                        <a:pt x="74" y="0"/>
                      </a:lnTo>
                      <a:lnTo>
                        <a:pt x="76" y="0"/>
                      </a:lnTo>
                      <a:lnTo>
                        <a:pt x="77" y="0"/>
                      </a:lnTo>
                      <a:lnTo>
                        <a:pt x="78" y="1"/>
                      </a:lnTo>
                      <a:lnTo>
                        <a:pt x="80" y="1"/>
                      </a:lnTo>
                      <a:lnTo>
                        <a:pt x="81" y="1"/>
                      </a:lnTo>
                      <a:lnTo>
                        <a:pt x="83" y="1"/>
                      </a:lnTo>
                      <a:lnTo>
                        <a:pt x="84" y="1"/>
                      </a:lnTo>
                      <a:lnTo>
                        <a:pt x="85" y="1"/>
                      </a:lnTo>
                      <a:lnTo>
                        <a:pt x="87" y="1"/>
                      </a:lnTo>
                      <a:lnTo>
                        <a:pt x="88" y="1"/>
                      </a:lnTo>
                      <a:lnTo>
                        <a:pt x="90" y="1"/>
                      </a:lnTo>
                      <a:lnTo>
                        <a:pt x="91" y="1"/>
                      </a:lnTo>
                      <a:lnTo>
                        <a:pt x="92" y="1"/>
                      </a:lnTo>
                      <a:lnTo>
                        <a:pt x="94" y="1"/>
                      </a:lnTo>
                      <a:lnTo>
                        <a:pt x="95" y="1"/>
                      </a:lnTo>
                      <a:lnTo>
                        <a:pt x="97" y="1"/>
                      </a:lnTo>
                      <a:lnTo>
                        <a:pt x="98" y="1"/>
                      </a:lnTo>
                      <a:lnTo>
                        <a:pt x="99" y="1"/>
                      </a:lnTo>
                      <a:lnTo>
                        <a:pt x="101" y="1"/>
                      </a:lnTo>
                      <a:lnTo>
                        <a:pt x="102" y="1"/>
                      </a:lnTo>
                      <a:lnTo>
                        <a:pt x="104" y="1"/>
                      </a:lnTo>
                      <a:lnTo>
                        <a:pt x="105" y="1"/>
                      </a:lnTo>
                      <a:lnTo>
                        <a:pt x="107" y="1"/>
                      </a:lnTo>
                      <a:lnTo>
                        <a:pt x="108" y="1"/>
                      </a:lnTo>
                      <a:lnTo>
                        <a:pt x="109" y="1"/>
                      </a:lnTo>
                      <a:lnTo>
                        <a:pt x="111" y="1"/>
                      </a:lnTo>
                      <a:lnTo>
                        <a:pt x="112" y="1"/>
                      </a:lnTo>
                      <a:lnTo>
                        <a:pt x="114" y="1"/>
                      </a:lnTo>
                      <a:lnTo>
                        <a:pt x="115" y="1"/>
                      </a:lnTo>
                      <a:lnTo>
                        <a:pt x="116" y="1"/>
                      </a:lnTo>
                      <a:lnTo>
                        <a:pt x="118" y="1"/>
                      </a:lnTo>
                      <a:lnTo>
                        <a:pt x="119" y="1"/>
                      </a:lnTo>
                      <a:lnTo>
                        <a:pt x="121" y="1"/>
                      </a:lnTo>
                      <a:lnTo>
                        <a:pt x="122" y="1"/>
                      </a:lnTo>
                      <a:lnTo>
                        <a:pt x="123" y="1"/>
                      </a:lnTo>
                      <a:lnTo>
                        <a:pt x="125" y="1"/>
                      </a:lnTo>
                      <a:lnTo>
                        <a:pt x="126" y="1"/>
                      </a:lnTo>
                      <a:lnTo>
                        <a:pt x="128" y="1"/>
                      </a:lnTo>
                      <a:lnTo>
                        <a:pt x="129" y="1"/>
                      </a:lnTo>
                      <a:lnTo>
                        <a:pt x="130" y="1"/>
                      </a:lnTo>
                      <a:lnTo>
                        <a:pt x="132" y="1"/>
                      </a:lnTo>
                      <a:lnTo>
                        <a:pt x="133" y="1"/>
                      </a:lnTo>
                      <a:lnTo>
                        <a:pt x="135" y="1"/>
                      </a:lnTo>
                      <a:lnTo>
                        <a:pt x="136" y="1"/>
                      </a:lnTo>
                      <a:lnTo>
                        <a:pt x="137" y="1"/>
                      </a:lnTo>
                      <a:lnTo>
                        <a:pt x="139" y="1"/>
                      </a:lnTo>
                      <a:lnTo>
                        <a:pt x="140" y="1"/>
                      </a:lnTo>
                      <a:lnTo>
                        <a:pt x="142" y="1"/>
                      </a:lnTo>
                      <a:lnTo>
                        <a:pt x="143" y="1"/>
                      </a:lnTo>
                      <a:lnTo>
                        <a:pt x="144" y="1"/>
                      </a:lnTo>
                      <a:lnTo>
                        <a:pt x="146" y="1"/>
                      </a:lnTo>
                      <a:lnTo>
                        <a:pt x="147" y="1"/>
                      </a:lnTo>
                      <a:lnTo>
                        <a:pt x="149" y="1"/>
                      </a:lnTo>
                      <a:lnTo>
                        <a:pt x="150" y="1"/>
                      </a:lnTo>
                      <a:lnTo>
                        <a:pt x="151" y="1"/>
                      </a:lnTo>
                      <a:lnTo>
                        <a:pt x="153" y="1"/>
                      </a:lnTo>
                      <a:lnTo>
                        <a:pt x="154" y="1"/>
                      </a:lnTo>
                      <a:lnTo>
                        <a:pt x="156" y="1"/>
                      </a:lnTo>
                      <a:lnTo>
                        <a:pt x="157" y="1"/>
                      </a:lnTo>
                      <a:lnTo>
                        <a:pt x="158" y="1"/>
                      </a:lnTo>
                      <a:lnTo>
                        <a:pt x="160" y="1"/>
                      </a:lnTo>
                      <a:lnTo>
                        <a:pt x="161" y="1"/>
                      </a:lnTo>
                      <a:lnTo>
                        <a:pt x="163" y="30"/>
                      </a:lnTo>
                      <a:lnTo>
                        <a:pt x="164" y="47"/>
                      </a:lnTo>
                      <a:lnTo>
                        <a:pt x="165" y="55"/>
                      </a:lnTo>
                      <a:lnTo>
                        <a:pt x="167" y="63"/>
                      </a:lnTo>
                      <a:lnTo>
                        <a:pt x="168" y="71"/>
                      </a:lnTo>
                      <a:lnTo>
                        <a:pt x="170" y="78"/>
                      </a:lnTo>
                      <a:lnTo>
                        <a:pt x="171" y="86"/>
                      </a:lnTo>
                      <a:lnTo>
                        <a:pt x="173" y="93"/>
                      </a:lnTo>
                      <a:lnTo>
                        <a:pt x="174" y="101"/>
                      </a:lnTo>
                      <a:lnTo>
                        <a:pt x="175" y="108"/>
                      </a:lnTo>
                      <a:lnTo>
                        <a:pt x="177" y="116"/>
                      </a:lnTo>
                      <a:lnTo>
                        <a:pt x="178" y="124"/>
                      </a:lnTo>
                      <a:lnTo>
                        <a:pt x="180" y="131"/>
                      </a:lnTo>
                      <a:lnTo>
                        <a:pt x="181" y="139"/>
                      </a:lnTo>
                      <a:lnTo>
                        <a:pt x="182" y="146"/>
                      </a:lnTo>
                      <a:lnTo>
                        <a:pt x="184" y="153"/>
                      </a:lnTo>
                      <a:lnTo>
                        <a:pt x="185" y="161"/>
                      </a:lnTo>
                      <a:lnTo>
                        <a:pt x="187" y="168"/>
                      </a:lnTo>
                      <a:lnTo>
                        <a:pt x="188" y="175"/>
                      </a:lnTo>
                      <a:lnTo>
                        <a:pt x="189" y="182"/>
                      </a:lnTo>
                      <a:lnTo>
                        <a:pt x="191" y="189"/>
                      </a:lnTo>
                      <a:lnTo>
                        <a:pt x="192" y="196"/>
                      </a:lnTo>
                      <a:lnTo>
                        <a:pt x="194" y="203"/>
                      </a:lnTo>
                      <a:lnTo>
                        <a:pt x="195" y="209"/>
                      </a:lnTo>
                      <a:lnTo>
                        <a:pt x="196" y="215"/>
                      </a:lnTo>
                      <a:lnTo>
                        <a:pt x="198" y="221"/>
                      </a:lnTo>
                      <a:lnTo>
                        <a:pt x="199" y="227"/>
                      </a:lnTo>
                      <a:lnTo>
                        <a:pt x="201" y="232"/>
                      </a:lnTo>
                      <a:lnTo>
                        <a:pt x="202" y="237"/>
                      </a:lnTo>
                      <a:lnTo>
                        <a:pt x="203" y="242"/>
                      </a:lnTo>
                      <a:lnTo>
                        <a:pt x="205" y="247"/>
                      </a:lnTo>
                      <a:lnTo>
                        <a:pt x="206" y="252"/>
                      </a:lnTo>
                      <a:lnTo>
                        <a:pt x="208" y="256"/>
                      </a:lnTo>
                      <a:lnTo>
                        <a:pt x="209" y="260"/>
                      </a:lnTo>
                      <a:lnTo>
                        <a:pt x="210" y="264"/>
                      </a:lnTo>
                      <a:lnTo>
                        <a:pt x="212" y="268"/>
                      </a:lnTo>
                      <a:lnTo>
                        <a:pt x="213" y="272"/>
                      </a:lnTo>
                      <a:lnTo>
                        <a:pt x="215" y="276"/>
                      </a:lnTo>
                      <a:lnTo>
                        <a:pt x="216" y="280"/>
                      </a:lnTo>
                      <a:lnTo>
                        <a:pt x="217" y="283"/>
                      </a:lnTo>
                      <a:lnTo>
                        <a:pt x="219" y="287"/>
                      </a:lnTo>
                      <a:lnTo>
                        <a:pt x="220" y="290"/>
                      </a:lnTo>
                      <a:lnTo>
                        <a:pt x="222" y="294"/>
                      </a:lnTo>
                      <a:lnTo>
                        <a:pt x="223" y="297"/>
                      </a:lnTo>
                      <a:lnTo>
                        <a:pt x="224" y="301"/>
                      </a:lnTo>
                      <a:lnTo>
                        <a:pt x="226" y="304"/>
                      </a:lnTo>
                      <a:lnTo>
                        <a:pt x="227" y="307"/>
                      </a:lnTo>
                      <a:lnTo>
                        <a:pt x="229" y="311"/>
                      </a:lnTo>
                      <a:lnTo>
                        <a:pt x="230" y="314"/>
                      </a:lnTo>
                      <a:lnTo>
                        <a:pt x="232" y="317"/>
                      </a:lnTo>
                      <a:lnTo>
                        <a:pt x="233" y="321"/>
                      </a:lnTo>
                      <a:lnTo>
                        <a:pt x="234" y="324"/>
                      </a:lnTo>
                      <a:lnTo>
                        <a:pt x="236" y="327"/>
                      </a:lnTo>
                      <a:lnTo>
                        <a:pt x="237" y="330"/>
                      </a:lnTo>
                      <a:lnTo>
                        <a:pt x="239" y="333"/>
                      </a:lnTo>
                      <a:lnTo>
                        <a:pt x="240" y="337"/>
                      </a:lnTo>
                      <a:lnTo>
                        <a:pt x="241" y="340"/>
                      </a:lnTo>
                      <a:lnTo>
                        <a:pt x="243" y="343"/>
                      </a:lnTo>
                      <a:lnTo>
                        <a:pt x="244" y="346"/>
                      </a:lnTo>
                      <a:lnTo>
                        <a:pt x="246" y="349"/>
                      </a:lnTo>
                      <a:lnTo>
                        <a:pt x="247" y="352"/>
                      </a:lnTo>
                      <a:lnTo>
                        <a:pt x="248" y="355"/>
                      </a:lnTo>
                      <a:lnTo>
                        <a:pt x="250" y="359"/>
                      </a:lnTo>
                      <a:lnTo>
                        <a:pt x="251" y="362"/>
                      </a:lnTo>
                      <a:lnTo>
                        <a:pt x="253" y="365"/>
                      </a:lnTo>
                      <a:lnTo>
                        <a:pt x="254" y="368"/>
                      </a:lnTo>
                      <a:lnTo>
                        <a:pt x="255" y="371"/>
                      </a:lnTo>
                      <a:lnTo>
                        <a:pt x="257" y="374"/>
                      </a:lnTo>
                      <a:lnTo>
                        <a:pt x="258" y="377"/>
                      </a:lnTo>
                      <a:lnTo>
                        <a:pt x="260" y="380"/>
                      </a:lnTo>
                      <a:lnTo>
                        <a:pt x="261" y="383"/>
                      </a:lnTo>
                      <a:lnTo>
                        <a:pt x="262" y="386"/>
                      </a:lnTo>
                      <a:lnTo>
                        <a:pt x="264" y="390"/>
                      </a:lnTo>
                      <a:lnTo>
                        <a:pt x="265" y="393"/>
                      </a:lnTo>
                      <a:lnTo>
                        <a:pt x="267" y="396"/>
                      </a:lnTo>
                      <a:lnTo>
                        <a:pt x="268" y="399"/>
                      </a:lnTo>
                      <a:lnTo>
                        <a:pt x="269" y="402"/>
                      </a:lnTo>
                      <a:lnTo>
                        <a:pt x="271" y="405"/>
                      </a:lnTo>
                      <a:lnTo>
                        <a:pt x="272" y="408"/>
                      </a:lnTo>
                      <a:lnTo>
                        <a:pt x="274" y="411"/>
                      </a:lnTo>
                      <a:lnTo>
                        <a:pt x="275" y="414"/>
                      </a:lnTo>
                      <a:lnTo>
                        <a:pt x="276" y="417"/>
                      </a:lnTo>
                      <a:lnTo>
                        <a:pt x="278" y="420"/>
                      </a:lnTo>
                      <a:lnTo>
                        <a:pt x="279" y="423"/>
                      </a:lnTo>
                      <a:lnTo>
                        <a:pt x="281" y="426"/>
                      </a:lnTo>
                      <a:lnTo>
                        <a:pt x="282" y="429"/>
                      </a:lnTo>
                      <a:lnTo>
                        <a:pt x="283" y="432"/>
                      </a:lnTo>
                      <a:lnTo>
                        <a:pt x="285" y="435"/>
                      </a:lnTo>
                      <a:lnTo>
                        <a:pt x="286" y="438"/>
                      </a:lnTo>
                      <a:lnTo>
                        <a:pt x="288" y="441"/>
                      </a:lnTo>
                      <a:lnTo>
                        <a:pt x="289" y="444"/>
                      </a:lnTo>
                      <a:lnTo>
                        <a:pt x="290" y="447"/>
                      </a:lnTo>
                      <a:lnTo>
                        <a:pt x="292" y="450"/>
                      </a:lnTo>
                      <a:lnTo>
                        <a:pt x="293" y="453"/>
                      </a:lnTo>
                      <a:lnTo>
                        <a:pt x="295" y="456"/>
                      </a:lnTo>
                      <a:lnTo>
                        <a:pt x="296" y="459"/>
                      </a:lnTo>
                      <a:lnTo>
                        <a:pt x="298" y="462"/>
                      </a:lnTo>
                      <a:lnTo>
                        <a:pt x="299" y="465"/>
                      </a:lnTo>
                      <a:lnTo>
                        <a:pt x="300" y="468"/>
                      </a:lnTo>
                      <a:lnTo>
                        <a:pt x="302" y="471"/>
                      </a:lnTo>
                      <a:lnTo>
                        <a:pt x="303" y="474"/>
                      </a:lnTo>
                      <a:lnTo>
                        <a:pt x="305" y="478"/>
                      </a:lnTo>
                      <a:lnTo>
                        <a:pt x="306" y="481"/>
                      </a:lnTo>
                      <a:lnTo>
                        <a:pt x="307" y="484"/>
                      </a:lnTo>
                      <a:lnTo>
                        <a:pt x="309" y="487"/>
                      </a:lnTo>
                      <a:lnTo>
                        <a:pt x="310" y="490"/>
                      </a:lnTo>
                      <a:lnTo>
                        <a:pt x="312" y="493"/>
                      </a:lnTo>
                      <a:lnTo>
                        <a:pt x="313" y="496"/>
                      </a:lnTo>
                      <a:lnTo>
                        <a:pt x="314" y="499"/>
                      </a:lnTo>
                      <a:lnTo>
                        <a:pt x="316" y="502"/>
                      </a:lnTo>
                      <a:lnTo>
                        <a:pt x="317" y="505"/>
                      </a:lnTo>
                      <a:lnTo>
                        <a:pt x="319" y="508"/>
                      </a:lnTo>
                      <a:lnTo>
                        <a:pt x="320" y="511"/>
                      </a:lnTo>
                      <a:lnTo>
                        <a:pt x="321" y="514"/>
                      </a:lnTo>
                      <a:lnTo>
                        <a:pt x="323" y="517"/>
                      </a:lnTo>
                      <a:lnTo>
                        <a:pt x="324" y="520"/>
                      </a:lnTo>
                      <a:lnTo>
                        <a:pt x="326" y="523"/>
                      </a:lnTo>
                      <a:lnTo>
                        <a:pt x="327" y="526"/>
                      </a:lnTo>
                      <a:lnTo>
                        <a:pt x="328" y="529"/>
                      </a:lnTo>
                      <a:lnTo>
                        <a:pt x="330" y="532"/>
                      </a:lnTo>
                      <a:lnTo>
                        <a:pt x="331" y="535"/>
                      </a:lnTo>
                      <a:lnTo>
                        <a:pt x="333" y="537"/>
                      </a:lnTo>
                      <a:lnTo>
                        <a:pt x="334" y="540"/>
                      </a:lnTo>
                      <a:lnTo>
                        <a:pt x="335" y="543"/>
                      </a:lnTo>
                      <a:lnTo>
                        <a:pt x="337" y="546"/>
                      </a:lnTo>
                      <a:lnTo>
                        <a:pt x="338" y="549"/>
                      </a:lnTo>
                      <a:lnTo>
                        <a:pt x="340" y="552"/>
                      </a:lnTo>
                      <a:lnTo>
                        <a:pt x="341" y="555"/>
                      </a:lnTo>
                      <a:lnTo>
                        <a:pt x="342" y="558"/>
                      </a:lnTo>
                      <a:lnTo>
                        <a:pt x="344" y="561"/>
                      </a:lnTo>
                      <a:lnTo>
                        <a:pt x="345" y="564"/>
                      </a:lnTo>
                      <a:lnTo>
                        <a:pt x="347" y="567"/>
                      </a:lnTo>
                      <a:lnTo>
                        <a:pt x="348" y="570"/>
                      </a:lnTo>
                      <a:lnTo>
                        <a:pt x="349" y="573"/>
                      </a:lnTo>
                      <a:lnTo>
                        <a:pt x="351" y="576"/>
                      </a:lnTo>
                      <a:lnTo>
                        <a:pt x="352" y="579"/>
                      </a:lnTo>
                      <a:lnTo>
                        <a:pt x="354" y="582"/>
                      </a:lnTo>
                      <a:lnTo>
                        <a:pt x="355" y="585"/>
                      </a:lnTo>
                      <a:lnTo>
                        <a:pt x="356" y="588"/>
                      </a:lnTo>
                      <a:lnTo>
                        <a:pt x="358" y="591"/>
                      </a:lnTo>
                      <a:lnTo>
                        <a:pt x="359" y="594"/>
                      </a:lnTo>
                      <a:lnTo>
                        <a:pt x="361" y="597"/>
                      </a:lnTo>
                      <a:lnTo>
                        <a:pt x="362" y="600"/>
                      </a:lnTo>
                      <a:lnTo>
                        <a:pt x="364" y="603"/>
                      </a:lnTo>
                      <a:lnTo>
                        <a:pt x="365" y="606"/>
                      </a:lnTo>
                      <a:lnTo>
                        <a:pt x="366" y="609"/>
                      </a:lnTo>
                      <a:lnTo>
                        <a:pt x="368" y="612"/>
                      </a:lnTo>
                      <a:lnTo>
                        <a:pt x="369" y="615"/>
                      </a:lnTo>
                      <a:lnTo>
                        <a:pt x="371" y="618"/>
                      </a:lnTo>
                      <a:lnTo>
                        <a:pt x="372" y="621"/>
                      </a:lnTo>
                      <a:lnTo>
                        <a:pt x="373" y="624"/>
                      </a:lnTo>
                      <a:lnTo>
                        <a:pt x="375" y="627"/>
                      </a:lnTo>
                      <a:lnTo>
                        <a:pt x="376" y="630"/>
                      </a:lnTo>
                      <a:lnTo>
                        <a:pt x="378" y="633"/>
                      </a:lnTo>
                      <a:lnTo>
                        <a:pt x="379" y="635"/>
                      </a:lnTo>
                      <a:lnTo>
                        <a:pt x="380" y="638"/>
                      </a:lnTo>
                      <a:lnTo>
                        <a:pt x="382" y="641"/>
                      </a:lnTo>
                      <a:lnTo>
                        <a:pt x="383" y="644"/>
                      </a:lnTo>
                      <a:lnTo>
                        <a:pt x="385" y="647"/>
                      </a:lnTo>
                      <a:lnTo>
                        <a:pt x="386" y="650"/>
                      </a:lnTo>
                      <a:lnTo>
                        <a:pt x="387" y="653"/>
                      </a:lnTo>
                      <a:lnTo>
                        <a:pt x="389" y="656"/>
                      </a:lnTo>
                      <a:lnTo>
                        <a:pt x="390" y="658"/>
                      </a:lnTo>
                      <a:lnTo>
                        <a:pt x="392" y="661"/>
                      </a:lnTo>
                      <a:lnTo>
                        <a:pt x="393" y="664"/>
                      </a:lnTo>
                      <a:lnTo>
                        <a:pt x="394" y="667"/>
                      </a:lnTo>
                      <a:lnTo>
                        <a:pt x="396" y="670"/>
                      </a:lnTo>
                      <a:lnTo>
                        <a:pt x="397" y="673"/>
                      </a:lnTo>
                      <a:lnTo>
                        <a:pt x="399" y="676"/>
                      </a:lnTo>
                      <a:lnTo>
                        <a:pt x="400" y="678"/>
                      </a:lnTo>
                      <a:lnTo>
                        <a:pt x="401" y="681"/>
                      </a:lnTo>
                      <a:lnTo>
                        <a:pt x="403" y="684"/>
                      </a:lnTo>
                      <a:lnTo>
                        <a:pt x="404" y="687"/>
                      </a:lnTo>
                      <a:lnTo>
                        <a:pt x="406" y="690"/>
                      </a:lnTo>
                      <a:lnTo>
                        <a:pt x="407" y="692"/>
                      </a:lnTo>
                      <a:lnTo>
                        <a:pt x="408" y="695"/>
                      </a:lnTo>
                      <a:lnTo>
                        <a:pt x="410" y="698"/>
                      </a:lnTo>
                      <a:lnTo>
                        <a:pt x="411" y="701"/>
                      </a:lnTo>
                      <a:lnTo>
                        <a:pt x="413" y="704"/>
                      </a:lnTo>
                      <a:lnTo>
                        <a:pt x="414" y="706"/>
                      </a:lnTo>
                      <a:lnTo>
                        <a:pt x="415" y="709"/>
                      </a:lnTo>
                      <a:lnTo>
                        <a:pt x="417" y="712"/>
                      </a:lnTo>
                      <a:lnTo>
                        <a:pt x="418" y="715"/>
                      </a:lnTo>
                      <a:lnTo>
                        <a:pt x="420" y="717"/>
                      </a:lnTo>
                      <a:lnTo>
                        <a:pt x="421" y="720"/>
                      </a:lnTo>
                      <a:lnTo>
                        <a:pt x="423" y="723"/>
                      </a:lnTo>
                      <a:lnTo>
                        <a:pt x="424" y="725"/>
                      </a:lnTo>
                      <a:lnTo>
                        <a:pt x="425" y="728"/>
                      </a:lnTo>
                      <a:lnTo>
                        <a:pt x="427" y="731"/>
                      </a:lnTo>
                      <a:lnTo>
                        <a:pt x="428" y="733"/>
                      </a:lnTo>
                      <a:lnTo>
                        <a:pt x="430" y="736"/>
                      </a:lnTo>
                      <a:lnTo>
                        <a:pt x="431" y="738"/>
                      </a:lnTo>
                      <a:lnTo>
                        <a:pt x="432" y="741"/>
                      </a:lnTo>
                      <a:lnTo>
                        <a:pt x="434" y="744"/>
                      </a:lnTo>
                      <a:lnTo>
                        <a:pt x="435" y="746"/>
                      </a:lnTo>
                      <a:lnTo>
                        <a:pt x="437" y="749"/>
                      </a:lnTo>
                      <a:lnTo>
                        <a:pt x="438" y="751"/>
                      </a:lnTo>
                      <a:lnTo>
                        <a:pt x="439" y="754"/>
                      </a:lnTo>
                      <a:lnTo>
                        <a:pt x="441" y="756"/>
                      </a:lnTo>
                      <a:lnTo>
                        <a:pt x="442" y="759"/>
                      </a:lnTo>
                      <a:lnTo>
                        <a:pt x="444" y="761"/>
                      </a:lnTo>
                      <a:lnTo>
                        <a:pt x="445" y="764"/>
                      </a:lnTo>
                      <a:lnTo>
                        <a:pt x="446" y="766"/>
                      </a:lnTo>
                      <a:lnTo>
                        <a:pt x="448" y="769"/>
                      </a:lnTo>
                      <a:lnTo>
                        <a:pt x="449" y="771"/>
                      </a:lnTo>
                      <a:lnTo>
                        <a:pt x="451" y="774"/>
                      </a:lnTo>
                      <a:lnTo>
                        <a:pt x="452" y="776"/>
                      </a:lnTo>
                      <a:lnTo>
                        <a:pt x="453" y="779"/>
                      </a:lnTo>
                      <a:lnTo>
                        <a:pt x="455" y="781"/>
                      </a:lnTo>
                      <a:lnTo>
                        <a:pt x="456" y="784"/>
                      </a:lnTo>
                      <a:lnTo>
                        <a:pt x="458" y="786"/>
                      </a:lnTo>
                      <a:lnTo>
                        <a:pt x="459" y="788"/>
                      </a:lnTo>
                      <a:lnTo>
                        <a:pt x="460" y="791"/>
                      </a:lnTo>
                      <a:lnTo>
                        <a:pt x="462" y="793"/>
                      </a:lnTo>
                      <a:lnTo>
                        <a:pt x="463" y="796"/>
                      </a:lnTo>
                      <a:lnTo>
                        <a:pt x="465" y="798"/>
                      </a:lnTo>
                      <a:lnTo>
                        <a:pt x="466" y="800"/>
                      </a:lnTo>
                      <a:lnTo>
                        <a:pt x="467" y="803"/>
                      </a:lnTo>
                      <a:lnTo>
                        <a:pt x="469" y="805"/>
                      </a:lnTo>
                      <a:lnTo>
                        <a:pt x="470" y="807"/>
                      </a:lnTo>
                      <a:lnTo>
                        <a:pt x="472" y="809"/>
                      </a:lnTo>
                      <a:lnTo>
                        <a:pt x="473" y="812"/>
                      </a:lnTo>
                      <a:lnTo>
                        <a:pt x="474" y="814"/>
                      </a:lnTo>
                      <a:lnTo>
                        <a:pt x="476" y="816"/>
                      </a:lnTo>
                      <a:lnTo>
                        <a:pt x="477" y="818"/>
                      </a:lnTo>
                      <a:lnTo>
                        <a:pt x="479" y="820"/>
                      </a:lnTo>
                      <a:lnTo>
                        <a:pt x="480" y="823"/>
                      </a:lnTo>
                      <a:lnTo>
                        <a:pt x="481" y="825"/>
                      </a:lnTo>
                      <a:lnTo>
                        <a:pt x="483" y="827"/>
                      </a:lnTo>
                      <a:lnTo>
                        <a:pt x="484" y="829"/>
                      </a:lnTo>
                      <a:lnTo>
                        <a:pt x="486" y="831"/>
                      </a:lnTo>
                      <a:lnTo>
                        <a:pt x="487" y="833"/>
                      </a:lnTo>
                      <a:lnTo>
                        <a:pt x="489" y="835"/>
                      </a:lnTo>
                      <a:lnTo>
                        <a:pt x="490" y="837"/>
                      </a:lnTo>
                      <a:lnTo>
                        <a:pt x="491" y="840"/>
                      </a:lnTo>
                      <a:lnTo>
                        <a:pt x="493" y="842"/>
                      </a:lnTo>
                      <a:lnTo>
                        <a:pt x="494" y="844"/>
                      </a:lnTo>
                      <a:lnTo>
                        <a:pt x="496" y="846"/>
                      </a:lnTo>
                      <a:lnTo>
                        <a:pt x="497" y="848"/>
                      </a:lnTo>
                      <a:lnTo>
                        <a:pt x="498" y="850"/>
                      </a:lnTo>
                      <a:lnTo>
                        <a:pt x="500" y="852"/>
                      </a:lnTo>
                      <a:lnTo>
                        <a:pt x="501" y="854"/>
                      </a:lnTo>
                      <a:lnTo>
                        <a:pt x="503" y="856"/>
                      </a:lnTo>
                      <a:lnTo>
                        <a:pt x="504" y="858"/>
                      </a:lnTo>
                      <a:lnTo>
                        <a:pt x="505" y="860"/>
                      </a:lnTo>
                      <a:lnTo>
                        <a:pt x="507" y="862"/>
                      </a:lnTo>
                      <a:lnTo>
                        <a:pt x="508" y="863"/>
                      </a:lnTo>
                      <a:lnTo>
                        <a:pt x="510" y="865"/>
                      </a:lnTo>
                      <a:lnTo>
                        <a:pt x="511" y="867"/>
                      </a:lnTo>
                      <a:lnTo>
                        <a:pt x="512" y="869"/>
                      </a:lnTo>
                      <a:lnTo>
                        <a:pt x="514" y="871"/>
                      </a:lnTo>
                      <a:lnTo>
                        <a:pt x="515" y="873"/>
                      </a:lnTo>
                      <a:lnTo>
                        <a:pt x="517" y="875"/>
                      </a:lnTo>
                      <a:lnTo>
                        <a:pt x="518" y="876"/>
                      </a:lnTo>
                      <a:lnTo>
                        <a:pt x="519" y="878"/>
                      </a:lnTo>
                      <a:lnTo>
                        <a:pt x="521" y="880"/>
                      </a:lnTo>
                      <a:lnTo>
                        <a:pt x="522" y="882"/>
                      </a:lnTo>
                      <a:lnTo>
                        <a:pt x="524" y="883"/>
                      </a:lnTo>
                      <a:lnTo>
                        <a:pt x="525" y="885"/>
                      </a:lnTo>
                      <a:lnTo>
                        <a:pt x="526" y="887"/>
                      </a:lnTo>
                      <a:lnTo>
                        <a:pt x="528" y="889"/>
                      </a:lnTo>
                      <a:lnTo>
                        <a:pt x="529" y="890"/>
                      </a:lnTo>
                      <a:lnTo>
                        <a:pt x="531" y="892"/>
                      </a:lnTo>
                      <a:lnTo>
                        <a:pt x="532" y="894"/>
                      </a:lnTo>
                      <a:lnTo>
                        <a:pt x="533" y="895"/>
                      </a:lnTo>
                      <a:lnTo>
                        <a:pt x="535" y="897"/>
                      </a:lnTo>
                      <a:lnTo>
                        <a:pt x="536" y="899"/>
                      </a:lnTo>
                      <a:lnTo>
                        <a:pt x="538" y="900"/>
                      </a:lnTo>
                      <a:lnTo>
                        <a:pt x="539" y="902"/>
                      </a:lnTo>
                      <a:lnTo>
                        <a:pt x="540" y="903"/>
                      </a:lnTo>
                      <a:lnTo>
                        <a:pt x="542" y="905"/>
                      </a:lnTo>
                      <a:lnTo>
                        <a:pt x="543" y="907"/>
                      </a:lnTo>
                      <a:lnTo>
                        <a:pt x="545" y="908"/>
                      </a:lnTo>
                      <a:lnTo>
                        <a:pt x="546" y="910"/>
                      </a:lnTo>
                      <a:lnTo>
                        <a:pt x="548" y="911"/>
                      </a:lnTo>
                      <a:lnTo>
                        <a:pt x="549" y="913"/>
                      </a:lnTo>
                      <a:lnTo>
                        <a:pt x="550" y="914"/>
                      </a:lnTo>
                      <a:lnTo>
                        <a:pt x="552" y="916"/>
                      </a:lnTo>
                      <a:lnTo>
                        <a:pt x="553" y="918"/>
                      </a:lnTo>
                      <a:lnTo>
                        <a:pt x="555" y="919"/>
                      </a:lnTo>
                      <a:lnTo>
                        <a:pt x="556" y="920"/>
                      </a:lnTo>
                      <a:lnTo>
                        <a:pt x="557" y="922"/>
                      </a:lnTo>
                      <a:lnTo>
                        <a:pt x="559" y="923"/>
                      </a:lnTo>
                      <a:lnTo>
                        <a:pt x="560" y="925"/>
                      </a:lnTo>
                      <a:lnTo>
                        <a:pt x="562" y="926"/>
                      </a:lnTo>
                      <a:lnTo>
                        <a:pt x="563" y="928"/>
                      </a:lnTo>
                      <a:lnTo>
                        <a:pt x="564" y="929"/>
                      </a:lnTo>
                      <a:lnTo>
                        <a:pt x="566" y="931"/>
                      </a:lnTo>
                      <a:lnTo>
                        <a:pt x="567" y="932"/>
                      </a:lnTo>
                      <a:lnTo>
                        <a:pt x="569" y="933"/>
                      </a:lnTo>
                      <a:lnTo>
                        <a:pt x="570" y="935"/>
                      </a:lnTo>
                      <a:lnTo>
                        <a:pt x="571" y="936"/>
                      </a:lnTo>
                      <a:lnTo>
                        <a:pt x="573" y="938"/>
                      </a:lnTo>
                      <a:lnTo>
                        <a:pt x="574" y="939"/>
                      </a:lnTo>
                      <a:lnTo>
                        <a:pt x="576" y="940"/>
                      </a:lnTo>
                      <a:lnTo>
                        <a:pt x="577" y="942"/>
                      </a:lnTo>
                      <a:lnTo>
                        <a:pt x="578" y="943"/>
                      </a:lnTo>
                      <a:lnTo>
                        <a:pt x="580" y="944"/>
                      </a:lnTo>
                      <a:lnTo>
                        <a:pt x="581" y="946"/>
                      </a:lnTo>
                      <a:lnTo>
                        <a:pt x="583" y="943"/>
                      </a:lnTo>
                      <a:lnTo>
                        <a:pt x="584" y="907"/>
                      </a:lnTo>
                      <a:lnTo>
                        <a:pt x="585" y="906"/>
                      </a:lnTo>
                      <a:lnTo>
                        <a:pt x="587" y="905"/>
                      </a:lnTo>
                      <a:lnTo>
                        <a:pt x="588" y="905"/>
                      </a:lnTo>
                      <a:lnTo>
                        <a:pt x="590" y="904"/>
                      </a:lnTo>
                      <a:lnTo>
                        <a:pt x="591" y="903"/>
                      </a:lnTo>
                      <a:lnTo>
                        <a:pt x="592" y="903"/>
                      </a:lnTo>
                      <a:lnTo>
                        <a:pt x="594" y="902"/>
                      </a:lnTo>
                      <a:lnTo>
                        <a:pt x="595" y="902"/>
                      </a:lnTo>
                      <a:lnTo>
                        <a:pt x="597" y="901"/>
                      </a:lnTo>
                      <a:lnTo>
                        <a:pt x="598" y="901"/>
                      </a:lnTo>
                      <a:lnTo>
                        <a:pt x="599" y="900"/>
                      </a:lnTo>
                      <a:lnTo>
                        <a:pt x="601" y="900"/>
                      </a:lnTo>
                      <a:lnTo>
                        <a:pt x="602" y="900"/>
                      </a:lnTo>
                      <a:lnTo>
                        <a:pt x="604" y="899"/>
                      </a:lnTo>
                      <a:lnTo>
                        <a:pt x="605" y="899"/>
                      </a:lnTo>
                      <a:lnTo>
                        <a:pt x="606" y="899"/>
                      </a:lnTo>
                      <a:lnTo>
                        <a:pt x="608" y="898"/>
                      </a:lnTo>
                      <a:lnTo>
                        <a:pt x="609" y="898"/>
                      </a:lnTo>
                      <a:lnTo>
                        <a:pt x="611" y="898"/>
                      </a:lnTo>
                      <a:lnTo>
                        <a:pt x="612" y="897"/>
                      </a:lnTo>
                      <a:lnTo>
                        <a:pt x="614" y="897"/>
                      </a:lnTo>
                      <a:lnTo>
                        <a:pt x="615" y="897"/>
                      </a:lnTo>
                      <a:lnTo>
                        <a:pt x="616" y="896"/>
                      </a:lnTo>
                      <a:lnTo>
                        <a:pt x="618" y="896"/>
                      </a:lnTo>
                      <a:lnTo>
                        <a:pt x="619" y="896"/>
                      </a:lnTo>
                      <a:lnTo>
                        <a:pt x="621" y="896"/>
                      </a:lnTo>
                      <a:lnTo>
                        <a:pt x="622" y="895"/>
                      </a:lnTo>
                      <a:lnTo>
                        <a:pt x="623" y="895"/>
                      </a:lnTo>
                      <a:lnTo>
                        <a:pt x="625" y="895"/>
                      </a:lnTo>
                      <a:lnTo>
                        <a:pt x="626" y="895"/>
                      </a:lnTo>
                      <a:lnTo>
                        <a:pt x="628" y="895"/>
                      </a:lnTo>
                      <a:lnTo>
                        <a:pt x="629" y="894"/>
                      </a:lnTo>
                      <a:lnTo>
                        <a:pt x="630" y="894"/>
                      </a:lnTo>
                      <a:lnTo>
                        <a:pt x="632" y="894"/>
                      </a:lnTo>
                      <a:lnTo>
                        <a:pt x="633" y="894"/>
                      </a:lnTo>
                      <a:lnTo>
                        <a:pt x="635" y="893"/>
                      </a:lnTo>
                      <a:lnTo>
                        <a:pt x="636" y="893"/>
                      </a:lnTo>
                      <a:lnTo>
                        <a:pt x="637" y="893"/>
                      </a:lnTo>
                      <a:lnTo>
                        <a:pt x="639" y="893"/>
                      </a:lnTo>
                      <a:lnTo>
                        <a:pt x="640" y="893"/>
                      </a:lnTo>
                      <a:lnTo>
                        <a:pt x="642" y="893"/>
                      </a:lnTo>
                      <a:lnTo>
                        <a:pt x="643" y="892"/>
                      </a:lnTo>
                      <a:lnTo>
                        <a:pt x="644" y="892"/>
                      </a:lnTo>
                      <a:lnTo>
                        <a:pt x="646" y="892"/>
                      </a:lnTo>
                      <a:lnTo>
                        <a:pt x="647" y="892"/>
                      </a:lnTo>
                      <a:lnTo>
                        <a:pt x="649" y="892"/>
                      </a:lnTo>
                      <a:lnTo>
                        <a:pt x="650" y="892"/>
                      </a:lnTo>
                      <a:lnTo>
                        <a:pt x="651" y="891"/>
                      </a:lnTo>
                      <a:lnTo>
                        <a:pt x="653" y="891"/>
                      </a:lnTo>
                      <a:lnTo>
                        <a:pt x="654" y="891"/>
                      </a:lnTo>
                      <a:lnTo>
                        <a:pt x="656" y="891"/>
                      </a:lnTo>
                      <a:lnTo>
                        <a:pt x="657" y="891"/>
                      </a:lnTo>
                      <a:lnTo>
                        <a:pt x="658" y="891"/>
                      </a:lnTo>
                      <a:lnTo>
                        <a:pt x="660" y="890"/>
                      </a:lnTo>
                      <a:lnTo>
                        <a:pt x="661" y="890"/>
                      </a:lnTo>
                      <a:lnTo>
                        <a:pt x="663" y="890"/>
                      </a:lnTo>
                      <a:lnTo>
                        <a:pt x="664" y="890"/>
                      </a:lnTo>
                      <a:lnTo>
                        <a:pt x="665" y="890"/>
                      </a:lnTo>
                      <a:lnTo>
                        <a:pt x="667" y="890"/>
                      </a:lnTo>
                      <a:lnTo>
                        <a:pt x="668" y="890"/>
                      </a:lnTo>
                      <a:lnTo>
                        <a:pt x="670" y="889"/>
                      </a:lnTo>
                      <a:lnTo>
                        <a:pt x="671" y="889"/>
                      </a:lnTo>
                      <a:lnTo>
                        <a:pt x="672" y="889"/>
                      </a:lnTo>
                      <a:lnTo>
                        <a:pt x="674" y="889"/>
                      </a:lnTo>
                      <a:lnTo>
                        <a:pt x="675" y="889"/>
                      </a:lnTo>
                      <a:lnTo>
                        <a:pt x="677" y="889"/>
                      </a:lnTo>
                      <a:lnTo>
                        <a:pt x="678" y="889"/>
                      </a:lnTo>
                      <a:lnTo>
                        <a:pt x="680" y="889"/>
                      </a:lnTo>
                      <a:lnTo>
                        <a:pt x="681" y="888"/>
                      </a:lnTo>
                      <a:lnTo>
                        <a:pt x="682" y="888"/>
                      </a:lnTo>
                      <a:lnTo>
                        <a:pt x="684" y="888"/>
                      </a:lnTo>
                      <a:lnTo>
                        <a:pt x="685" y="888"/>
                      </a:lnTo>
                      <a:lnTo>
                        <a:pt x="687" y="888"/>
                      </a:lnTo>
                      <a:lnTo>
                        <a:pt x="688" y="888"/>
                      </a:lnTo>
                      <a:lnTo>
                        <a:pt x="689" y="888"/>
                      </a:lnTo>
                      <a:lnTo>
                        <a:pt x="691" y="888"/>
                      </a:lnTo>
                      <a:lnTo>
                        <a:pt x="692" y="888"/>
                      </a:lnTo>
                      <a:lnTo>
                        <a:pt x="694" y="888"/>
                      </a:lnTo>
                      <a:lnTo>
                        <a:pt x="695" y="887"/>
                      </a:lnTo>
                      <a:lnTo>
                        <a:pt x="696" y="887"/>
                      </a:lnTo>
                      <a:lnTo>
                        <a:pt x="698" y="887"/>
                      </a:lnTo>
                      <a:lnTo>
                        <a:pt x="699" y="887"/>
                      </a:lnTo>
                      <a:lnTo>
                        <a:pt x="701" y="887"/>
                      </a:lnTo>
                      <a:lnTo>
                        <a:pt x="702" y="887"/>
                      </a:lnTo>
                      <a:lnTo>
                        <a:pt x="703" y="887"/>
                      </a:lnTo>
                      <a:lnTo>
                        <a:pt x="705" y="887"/>
                      </a:lnTo>
                      <a:lnTo>
                        <a:pt x="706" y="887"/>
                      </a:lnTo>
                      <a:lnTo>
                        <a:pt x="708" y="887"/>
                      </a:lnTo>
                      <a:lnTo>
                        <a:pt x="709" y="887"/>
                      </a:lnTo>
                      <a:lnTo>
                        <a:pt x="710" y="886"/>
                      </a:lnTo>
                      <a:lnTo>
                        <a:pt x="712" y="886"/>
                      </a:lnTo>
                      <a:lnTo>
                        <a:pt x="713" y="886"/>
                      </a:lnTo>
                      <a:lnTo>
                        <a:pt x="715" y="886"/>
                      </a:lnTo>
                      <a:lnTo>
                        <a:pt x="716" y="886"/>
                      </a:lnTo>
                      <a:lnTo>
                        <a:pt x="717" y="886"/>
                      </a:lnTo>
                      <a:lnTo>
                        <a:pt x="719" y="886"/>
                      </a:lnTo>
                      <a:lnTo>
                        <a:pt x="720" y="886"/>
                      </a:lnTo>
                      <a:lnTo>
                        <a:pt x="722" y="886"/>
                      </a:lnTo>
                      <a:lnTo>
                        <a:pt x="723" y="886"/>
                      </a:lnTo>
                      <a:lnTo>
                        <a:pt x="724" y="886"/>
                      </a:lnTo>
                      <a:lnTo>
                        <a:pt x="726" y="886"/>
                      </a:lnTo>
                      <a:lnTo>
                        <a:pt x="727" y="885"/>
                      </a:lnTo>
                      <a:lnTo>
                        <a:pt x="729" y="885"/>
                      </a:lnTo>
                      <a:lnTo>
                        <a:pt x="730" y="885"/>
                      </a:lnTo>
                      <a:lnTo>
                        <a:pt x="731" y="885"/>
                      </a:lnTo>
                      <a:lnTo>
                        <a:pt x="733" y="885"/>
                      </a:lnTo>
                      <a:lnTo>
                        <a:pt x="734" y="885"/>
                      </a:lnTo>
                      <a:lnTo>
                        <a:pt x="736" y="885"/>
                      </a:lnTo>
                      <a:lnTo>
                        <a:pt x="737" y="885"/>
                      </a:lnTo>
                      <a:lnTo>
                        <a:pt x="739" y="885"/>
                      </a:lnTo>
                      <a:lnTo>
                        <a:pt x="740" y="885"/>
                      </a:lnTo>
                      <a:lnTo>
                        <a:pt x="741" y="885"/>
                      </a:lnTo>
                      <a:lnTo>
                        <a:pt x="743" y="885"/>
                      </a:lnTo>
                      <a:lnTo>
                        <a:pt x="744" y="885"/>
                      </a:lnTo>
                      <a:lnTo>
                        <a:pt x="746" y="885"/>
                      </a:lnTo>
                      <a:lnTo>
                        <a:pt x="747" y="885"/>
                      </a:lnTo>
                      <a:lnTo>
                        <a:pt x="748" y="884"/>
                      </a:lnTo>
                      <a:lnTo>
                        <a:pt x="750" y="884"/>
                      </a:lnTo>
                      <a:lnTo>
                        <a:pt x="751" y="884"/>
                      </a:lnTo>
                      <a:lnTo>
                        <a:pt x="753" y="884"/>
                      </a:lnTo>
                      <a:lnTo>
                        <a:pt x="754" y="884"/>
                      </a:lnTo>
                      <a:lnTo>
                        <a:pt x="755" y="884"/>
                      </a:lnTo>
                      <a:lnTo>
                        <a:pt x="757" y="884"/>
                      </a:lnTo>
                      <a:lnTo>
                        <a:pt x="758" y="884"/>
                      </a:lnTo>
                      <a:lnTo>
                        <a:pt x="760" y="884"/>
                      </a:lnTo>
                      <a:lnTo>
                        <a:pt x="761" y="884"/>
                      </a:lnTo>
                      <a:lnTo>
                        <a:pt x="762" y="884"/>
                      </a:lnTo>
                      <a:lnTo>
                        <a:pt x="764" y="884"/>
                      </a:lnTo>
                      <a:lnTo>
                        <a:pt x="765" y="884"/>
                      </a:lnTo>
                      <a:lnTo>
                        <a:pt x="767" y="884"/>
                      </a:lnTo>
                      <a:lnTo>
                        <a:pt x="768" y="884"/>
                      </a:lnTo>
                      <a:lnTo>
                        <a:pt x="769" y="884"/>
                      </a:lnTo>
                      <a:lnTo>
                        <a:pt x="771" y="884"/>
                      </a:lnTo>
                      <a:lnTo>
                        <a:pt x="772" y="883"/>
                      </a:lnTo>
                      <a:lnTo>
                        <a:pt x="774" y="883"/>
                      </a:lnTo>
                      <a:lnTo>
                        <a:pt x="775" y="883"/>
                      </a:lnTo>
                      <a:lnTo>
                        <a:pt x="776" y="883"/>
                      </a:lnTo>
                      <a:lnTo>
                        <a:pt x="778" y="883"/>
                      </a:lnTo>
                      <a:lnTo>
                        <a:pt x="779" y="883"/>
                      </a:lnTo>
                      <a:lnTo>
                        <a:pt x="781" y="883"/>
                      </a:lnTo>
                      <a:lnTo>
                        <a:pt x="782" y="883"/>
                      </a:lnTo>
                      <a:lnTo>
                        <a:pt x="783" y="883"/>
                      </a:lnTo>
                      <a:lnTo>
                        <a:pt x="785" y="883"/>
                      </a:lnTo>
                      <a:lnTo>
                        <a:pt x="786" y="883"/>
                      </a:lnTo>
                      <a:lnTo>
                        <a:pt x="788" y="883"/>
                      </a:lnTo>
                      <a:lnTo>
                        <a:pt x="789" y="883"/>
                      </a:lnTo>
                      <a:lnTo>
                        <a:pt x="790" y="883"/>
                      </a:lnTo>
                      <a:lnTo>
                        <a:pt x="792" y="883"/>
                      </a:lnTo>
                      <a:lnTo>
                        <a:pt x="793" y="883"/>
                      </a:lnTo>
                      <a:lnTo>
                        <a:pt x="795" y="883"/>
                      </a:lnTo>
                      <a:lnTo>
                        <a:pt x="796" y="883"/>
                      </a:lnTo>
                      <a:lnTo>
                        <a:pt x="797" y="883"/>
                      </a:lnTo>
                      <a:lnTo>
                        <a:pt x="799" y="883"/>
                      </a:lnTo>
                      <a:lnTo>
                        <a:pt x="800" y="883"/>
                      </a:lnTo>
                      <a:lnTo>
                        <a:pt x="802" y="883"/>
                      </a:lnTo>
                      <a:lnTo>
                        <a:pt x="803" y="882"/>
                      </a:lnTo>
                      <a:lnTo>
                        <a:pt x="805" y="882"/>
                      </a:lnTo>
                      <a:lnTo>
                        <a:pt x="806" y="882"/>
                      </a:lnTo>
                      <a:lnTo>
                        <a:pt x="807" y="882"/>
                      </a:lnTo>
                      <a:lnTo>
                        <a:pt x="809" y="882"/>
                      </a:lnTo>
                      <a:lnTo>
                        <a:pt x="810" y="882"/>
                      </a:lnTo>
                      <a:lnTo>
                        <a:pt x="812" y="882"/>
                      </a:lnTo>
                      <a:lnTo>
                        <a:pt x="813" y="882"/>
                      </a:lnTo>
                      <a:lnTo>
                        <a:pt x="814" y="882"/>
                      </a:lnTo>
                      <a:lnTo>
                        <a:pt x="816" y="882"/>
                      </a:lnTo>
                      <a:lnTo>
                        <a:pt x="817" y="882"/>
                      </a:lnTo>
                      <a:lnTo>
                        <a:pt x="819" y="882"/>
                      </a:lnTo>
                      <a:lnTo>
                        <a:pt x="820" y="882"/>
                      </a:lnTo>
                      <a:lnTo>
                        <a:pt x="821" y="882"/>
                      </a:lnTo>
                      <a:lnTo>
                        <a:pt x="823" y="882"/>
                      </a:lnTo>
                      <a:lnTo>
                        <a:pt x="824" y="882"/>
                      </a:lnTo>
                      <a:lnTo>
                        <a:pt x="826" y="882"/>
                      </a:lnTo>
                      <a:lnTo>
                        <a:pt x="827" y="882"/>
                      </a:lnTo>
                      <a:lnTo>
                        <a:pt x="828" y="882"/>
                      </a:lnTo>
                      <a:lnTo>
                        <a:pt x="830" y="882"/>
                      </a:lnTo>
                      <a:lnTo>
                        <a:pt x="831" y="882"/>
                      </a:lnTo>
                      <a:lnTo>
                        <a:pt x="833" y="882"/>
                      </a:lnTo>
                      <a:lnTo>
                        <a:pt x="834" y="882"/>
                      </a:lnTo>
                      <a:lnTo>
                        <a:pt x="835" y="882"/>
                      </a:lnTo>
                      <a:lnTo>
                        <a:pt x="837" y="882"/>
                      </a:lnTo>
                      <a:lnTo>
                        <a:pt x="838" y="882"/>
                      </a:lnTo>
                      <a:lnTo>
                        <a:pt x="840" y="882"/>
                      </a:lnTo>
                      <a:lnTo>
                        <a:pt x="841" y="882"/>
                      </a:lnTo>
                      <a:lnTo>
                        <a:pt x="842" y="882"/>
                      </a:lnTo>
                      <a:lnTo>
                        <a:pt x="844" y="881"/>
                      </a:lnTo>
                      <a:lnTo>
                        <a:pt x="845" y="881"/>
                      </a:lnTo>
                      <a:lnTo>
                        <a:pt x="847" y="881"/>
                      </a:lnTo>
                      <a:lnTo>
                        <a:pt x="848" y="881"/>
                      </a:lnTo>
                      <a:lnTo>
                        <a:pt x="849" y="881"/>
                      </a:lnTo>
                      <a:lnTo>
                        <a:pt x="851" y="881"/>
                      </a:lnTo>
                      <a:lnTo>
                        <a:pt x="852" y="881"/>
                      </a:lnTo>
                      <a:lnTo>
                        <a:pt x="854" y="881"/>
                      </a:lnTo>
                      <a:lnTo>
                        <a:pt x="855" y="881"/>
                      </a:lnTo>
                      <a:lnTo>
                        <a:pt x="856" y="881"/>
                      </a:lnTo>
                      <a:lnTo>
                        <a:pt x="858" y="881"/>
                      </a:lnTo>
                      <a:lnTo>
                        <a:pt x="859" y="881"/>
                      </a:lnTo>
                      <a:lnTo>
                        <a:pt x="861" y="881"/>
                      </a:lnTo>
                      <a:lnTo>
                        <a:pt x="862" y="881"/>
                      </a:lnTo>
                      <a:lnTo>
                        <a:pt x="863" y="881"/>
                      </a:lnTo>
                      <a:lnTo>
                        <a:pt x="865" y="881"/>
                      </a:lnTo>
                      <a:lnTo>
                        <a:pt x="866" y="881"/>
                      </a:lnTo>
                      <a:lnTo>
                        <a:pt x="868" y="881"/>
                      </a:lnTo>
                      <a:lnTo>
                        <a:pt x="869" y="881"/>
                      </a:lnTo>
                      <a:lnTo>
                        <a:pt x="871" y="881"/>
                      </a:lnTo>
                      <a:lnTo>
                        <a:pt x="872" y="881"/>
                      </a:lnTo>
                      <a:lnTo>
                        <a:pt x="873" y="881"/>
                      </a:lnTo>
                      <a:lnTo>
                        <a:pt x="875" y="881"/>
                      </a:lnTo>
                      <a:lnTo>
                        <a:pt x="876" y="881"/>
                      </a:lnTo>
                      <a:lnTo>
                        <a:pt x="878" y="881"/>
                      </a:lnTo>
                      <a:lnTo>
                        <a:pt x="879" y="881"/>
                      </a:lnTo>
                      <a:lnTo>
                        <a:pt x="880" y="881"/>
                      </a:lnTo>
                      <a:lnTo>
                        <a:pt x="882" y="881"/>
                      </a:lnTo>
                      <a:lnTo>
                        <a:pt x="883" y="881"/>
                      </a:lnTo>
                      <a:lnTo>
                        <a:pt x="885" y="881"/>
                      </a:lnTo>
                      <a:lnTo>
                        <a:pt x="886" y="881"/>
                      </a:lnTo>
                      <a:lnTo>
                        <a:pt x="887" y="881"/>
                      </a:lnTo>
                      <a:lnTo>
                        <a:pt x="889" y="881"/>
                      </a:lnTo>
                      <a:lnTo>
                        <a:pt x="890" y="881"/>
                      </a:lnTo>
                      <a:lnTo>
                        <a:pt x="892" y="881"/>
                      </a:lnTo>
                      <a:lnTo>
                        <a:pt x="893" y="881"/>
                      </a:lnTo>
                      <a:lnTo>
                        <a:pt x="894" y="881"/>
                      </a:lnTo>
                      <a:lnTo>
                        <a:pt x="896" y="881"/>
                      </a:lnTo>
                      <a:lnTo>
                        <a:pt x="897" y="881"/>
                      </a:lnTo>
                      <a:lnTo>
                        <a:pt x="899" y="881"/>
                      </a:lnTo>
                      <a:lnTo>
                        <a:pt x="900" y="881"/>
                      </a:lnTo>
                      <a:lnTo>
                        <a:pt x="901" y="881"/>
                      </a:lnTo>
                      <a:lnTo>
                        <a:pt x="903" y="881"/>
                      </a:lnTo>
                      <a:lnTo>
                        <a:pt x="904" y="881"/>
                      </a:lnTo>
                      <a:lnTo>
                        <a:pt x="906" y="880"/>
                      </a:lnTo>
                      <a:lnTo>
                        <a:pt x="907" y="880"/>
                      </a:lnTo>
                      <a:lnTo>
                        <a:pt x="908" y="880"/>
                      </a:lnTo>
                      <a:lnTo>
                        <a:pt x="910" y="880"/>
                      </a:lnTo>
                      <a:lnTo>
                        <a:pt x="911" y="880"/>
                      </a:lnTo>
                      <a:lnTo>
                        <a:pt x="913" y="880"/>
                      </a:lnTo>
                      <a:lnTo>
                        <a:pt x="914" y="880"/>
                      </a:lnTo>
                      <a:lnTo>
                        <a:pt x="915" y="880"/>
                      </a:lnTo>
                      <a:lnTo>
                        <a:pt x="917" y="880"/>
                      </a:lnTo>
                      <a:lnTo>
                        <a:pt x="918" y="880"/>
                      </a:lnTo>
                      <a:lnTo>
                        <a:pt x="920" y="880"/>
                      </a:lnTo>
                      <a:lnTo>
                        <a:pt x="921" y="880"/>
                      </a:lnTo>
                      <a:lnTo>
                        <a:pt x="922" y="880"/>
                      </a:lnTo>
                      <a:lnTo>
                        <a:pt x="924" y="880"/>
                      </a:lnTo>
                      <a:lnTo>
                        <a:pt x="925" y="880"/>
                      </a:lnTo>
                      <a:lnTo>
                        <a:pt x="927" y="880"/>
                      </a:lnTo>
                      <a:lnTo>
                        <a:pt x="928" y="880"/>
                      </a:lnTo>
                      <a:lnTo>
                        <a:pt x="930" y="880"/>
                      </a:lnTo>
                      <a:lnTo>
                        <a:pt x="931" y="880"/>
                      </a:lnTo>
                      <a:lnTo>
                        <a:pt x="932" y="880"/>
                      </a:lnTo>
                      <a:lnTo>
                        <a:pt x="934" y="880"/>
                      </a:lnTo>
                      <a:lnTo>
                        <a:pt x="935" y="880"/>
                      </a:lnTo>
                      <a:lnTo>
                        <a:pt x="937" y="880"/>
                      </a:lnTo>
                      <a:lnTo>
                        <a:pt x="938" y="880"/>
                      </a:lnTo>
                      <a:lnTo>
                        <a:pt x="939" y="880"/>
                      </a:lnTo>
                      <a:lnTo>
                        <a:pt x="941" y="880"/>
                      </a:lnTo>
                      <a:lnTo>
                        <a:pt x="942" y="880"/>
                      </a:lnTo>
                      <a:lnTo>
                        <a:pt x="944" y="880"/>
                      </a:lnTo>
                      <a:lnTo>
                        <a:pt x="945" y="880"/>
                      </a:lnTo>
                      <a:lnTo>
                        <a:pt x="946" y="880"/>
                      </a:lnTo>
                      <a:lnTo>
                        <a:pt x="948" y="880"/>
                      </a:lnTo>
                      <a:lnTo>
                        <a:pt x="949" y="880"/>
                      </a:lnTo>
                      <a:lnTo>
                        <a:pt x="951" y="880"/>
                      </a:lnTo>
                      <a:lnTo>
                        <a:pt x="952" y="880"/>
                      </a:lnTo>
                      <a:lnTo>
                        <a:pt x="953" y="880"/>
                      </a:lnTo>
                      <a:lnTo>
                        <a:pt x="955" y="880"/>
                      </a:lnTo>
                      <a:lnTo>
                        <a:pt x="956" y="880"/>
                      </a:lnTo>
                      <a:lnTo>
                        <a:pt x="958" y="880"/>
                      </a:lnTo>
                      <a:lnTo>
                        <a:pt x="959" y="880"/>
                      </a:lnTo>
                      <a:lnTo>
                        <a:pt x="960" y="880"/>
                      </a:lnTo>
                      <a:lnTo>
                        <a:pt x="962" y="880"/>
                      </a:lnTo>
                      <a:lnTo>
                        <a:pt x="963" y="880"/>
                      </a:lnTo>
                      <a:lnTo>
                        <a:pt x="965" y="880"/>
                      </a:lnTo>
                      <a:lnTo>
                        <a:pt x="966" y="880"/>
                      </a:lnTo>
                      <a:lnTo>
                        <a:pt x="967" y="880"/>
                      </a:lnTo>
                      <a:lnTo>
                        <a:pt x="969" y="880"/>
                      </a:lnTo>
                      <a:lnTo>
                        <a:pt x="970" y="880"/>
                      </a:lnTo>
                      <a:lnTo>
                        <a:pt x="972" y="880"/>
                      </a:lnTo>
                      <a:lnTo>
                        <a:pt x="973" y="880"/>
                      </a:lnTo>
                      <a:lnTo>
                        <a:pt x="974" y="880"/>
                      </a:lnTo>
                      <a:lnTo>
                        <a:pt x="976" y="880"/>
                      </a:lnTo>
                      <a:lnTo>
                        <a:pt x="977" y="880"/>
                      </a:lnTo>
                      <a:lnTo>
                        <a:pt x="979" y="880"/>
                      </a:lnTo>
                      <a:lnTo>
                        <a:pt x="980" y="880"/>
                      </a:lnTo>
                      <a:lnTo>
                        <a:pt x="981" y="880"/>
                      </a:lnTo>
                      <a:lnTo>
                        <a:pt x="983" y="880"/>
                      </a:lnTo>
                      <a:lnTo>
                        <a:pt x="984" y="880"/>
                      </a:lnTo>
                      <a:lnTo>
                        <a:pt x="986" y="880"/>
                      </a:lnTo>
                      <a:lnTo>
                        <a:pt x="987" y="880"/>
                      </a:lnTo>
                      <a:lnTo>
                        <a:pt x="988" y="880"/>
                      </a:lnTo>
                      <a:lnTo>
                        <a:pt x="990" y="880"/>
                      </a:lnTo>
                      <a:lnTo>
                        <a:pt x="991" y="880"/>
                      </a:lnTo>
                      <a:lnTo>
                        <a:pt x="993" y="880"/>
                      </a:lnTo>
                      <a:lnTo>
                        <a:pt x="994" y="880"/>
                      </a:lnTo>
                      <a:lnTo>
                        <a:pt x="996" y="880"/>
                      </a:lnTo>
                      <a:lnTo>
                        <a:pt x="997" y="880"/>
                      </a:lnTo>
                      <a:lnTo>
                        <a:pt x="998" y="880"/>
                      </a:lnTo>
                      <a:lnTo>
                        <a:pt x="1000" y="880"/>
                      </a:lnTo>
                      <a:lnTo>
                        <a:pt x="1001" y="880"/>
                      </a:lnTo>
                      <a:lnTo>
                        <a:pt x="1003" y="880"/>
                      </a:lnTo>
                      <a:lnTo>
                        <a:pt x="1004" y="880"/>
                      </a:lnTo>
                      <a:lnTo>
                        <a:pt x="1005" y="880"/>
                      </a:lnTo>
                      <a:lnTo>
                        <a:pt x="1007" y="880"/>
                      </a:lnTo>
                      <a:lnTo>
                        <a:pt x="1008" y="880"/>
                      </a:lnTo>
                      <a:lnTo>
                        <a:pt x="1010" y="880"/>
                      </a:lnTo>
                      <a:lnTo>
                        <a:pt x="1011" y="880"/>
                      </a:lnTo>
                      <a:lnTo>
                        <a:pt x="1012" y="880"/>
                      </a:lnTo>
                      <a:lnTo>
                        <a:pt x="1014" y="880"/>
                      </a:lnTo>
                      <a:lnTo>
                        <a:pt x="1015" y="880"/>
                      </a:lnTo>
                      <a:lnTo>
                        <a:pt x="1017" y="880"/>
                      </a:lnTo>
                      <a:lnTo>
                        <a:pt x="1018" y="880"/>
                      </a:lnTo>
                      <a:lnTo>
                        <a:pt x="1019" y="880"/>
                      </a:lnTo>
                      <a:lnTo>
                        <a:pt x="1021" y="880"/>
                      </a:lnTo>
                      <a:lnTo>
                        <a:pt x="1022" y="880"/>
                      </a:lnTo>
                      <a:lnTo>
                        <a:pt x="1024" y="880"/>
                      </a:lnTo>
                      <a:lnTo>
                        <a:pt x="1025" y="880"/>
                      </a:lnTo>
                      <a:lnTo>
                        <a:pt x="1026" y="880"/>
                      </a:lnTo>
                      <a:lnTo>
                        <a:pt x="1028" y="880"/>
                      </a:lnTo>
                      <a:lnTo>
                        <a:pt x="1029" y="880"/>
                      </a:lnTo>
                      <a:lnTo>
                        <a:pt x="1031" y="880"/>
                      </a:lnTo>
                      <a:lnTo>
                        <a:pt x="1032" y="880"/>
                      </a:lnTo>
                      <a:lnTo>
                        <a:pt x="1033" y="880"/>
                      </a:lnTo>
                      <a:lnTo>
                        <a:pt x="1035" y="880"/>
                      </a:lnTo>
                      <a:lnTo>
                        <a:pt x="1036" y="880"/>
                      </a:lnTo>
                      <a:lnTo>
                        <a:pt x="1038" y="880"/>
                      </a:lnTo>
                      <a:lnTo>
                        <a:pt x="1039" y="880"/>
                      </a:lnTo>
                      <a:lnTo>
                        <a:pt x="1040" y="880"/>
                      </a:lnTo>
                      <a:lnTo>
                        <a:pt x="1042" y="880"/>
                      </a:lnTo>
                      <a:lnTo>
                        <a:pt x="1043" y="880"/>
                      </a:lnTo>
                      <a:lnTo>
                        <a:pt x="1045" y="880"/>
                      </a:lnTo>
                      <a:lnTo>
                        <a:pt x="1046" y="880"/>
                      </a:lnTo>
                      <a:lnTo>
                        <a:pt x="1047" y="880"/>
                      </a:lnTo>
                      <a:lnTo>
                        <a:pt x="1049" y="880"/>
                      </a:lnTo>
                      <a:lnTo>
                        <a:pt x="1050" y="880"/>
                      </a:lnTo>
                      <a:lnTo>
                        <a:pt x="1052" y="880"/>
                      </a:lnTo>
                      <a:lnTo>
                        <a:pt x="1053" y="880"/>
                      </a:lnTo>
                      <a:lnTo>
                        <a:pt x="1055" y="880"/>
                      </a:lnTo>
                      <a:lnTo>
                        <a:pt x="1056" y="880"/>
                      </a:lnTo>
                      <a:lnTo>
                        <a:pt x="1057" y="880"/>
                      </a:lnTo>
                      <a:lnTo>
                        <a:pt x="1059" y="880"/>
                      </a:lnTo>
                      <a:lnTo>
                        <a:pt x="1060" y="880"/>
                      </a:lnTo>
                      <a:lnTo>
                        <a:pt x="1062" y="880"/>
                      </a:lnTo>
                      <a:lnTo>
                        <a:pt x="1063" y="880"/>
                      </a:lnTo>
                      <a:lnTo>
                        <a:pt x="1064" y="880"/>
                      </a:lnTo>
                      <a:lnTo>
                        <a:pt x="1066" y="880"/>
                      </a:lnTo>
                      <a:lnTo>
                        <a:pt x="1067" y="880"/>
                      </a:lnTo>
                      <a:lnTo>
                        <a:pt x="1069" y="880"/>
                      </a:lnTo>
                      <a:lnTo>
                        <a:pt x="1070" y="880"/>
                      </a:lnTo>
                      <a:lnTo>
                        <a:pt x="1071" y="880"/>
                      </a:lnTo>
                      <a:lnTo>
                        <a:pt x="1073" y="880"/>
                      </a:lnTo>
                      <a:lnTo>
                        <a:pt x="1074" y="880"/>
                      </a:lnTo>
                      <a:lnTo>
                        <a:pt x="1076" y="880"/>
                      </a:lnTo>
                      <a:lnTo>
                        <a:pt x="1077" y="880"/>
                      </a:lnTo>
                      <a:lnTo>
                        <a:pt x="1078" y="880"/>
                      </a:lnTo>
                      <a:lnTo>
                        <a:pt x="1080" y="880"/>
                      </a:lnTo>
                      <a:lnTo>
                        <a:pt x="1081" y="880"/>
                      </a:lnTo>
                      <a:lnTo>
                        <a:pt x="1083" y="880"/>
                      </a:lnTo>
                      <a:lnTo>
                        <a:pt x="1084" y="880"/>
                      </a:lnTo>
                      <a:lnTo>
                        <a:pt x="1085" y="880"/>
                      </a:lnTo>
                      <a:lnTo>
                        <a:pt x="1087" y="880"/>
                      </a:lnTo>
                      <a:lnTo>
                        <a:pt x="1088" y="880"/>
                      </a:lnTo>
                      <a:lnTo>
                        <a:pt x="1090" y="880"/>
                      </a:lnTo>
                      <a:lnTo>
                        <a:pt x="1091" y="880"/>
                      </a:lnTo>
                      <a:lnTo>
                        <a:pt x="1092" y="880"/>
                      </a:lnTo>
                      <a:lnTo>
                        <a:pt x="1094" y="880"/>
                      </a:lnTo>
                      <a:lnTo>
                        <a:pt x="1095" y="880"/>
                      </a:lnTo>
                      <a:lnTo>
                        <a:pt x="1097" y="880"/>
                      </a:lnTo>
                      <a:lnTo>
                        <a:pt x="1098" y="880"/>
                      </a:lnTo>
                      <a:lnTo>
                        <a:pt x="1099" y="880"/>
                      </a:lnTo>
                      <a:lnTo>
                        <a:pt x="1101" y="880"/>
                      </a:lnTo>
                      <a:lnTo>
                        <a:pt x="1102" y="880"/>
                      </a:lnTo>
                      <a:lnTo>
                        <a:pt x="1104" y="880"/>
                      </a:lnTo>
                      <a:lnTo>
                        <a:pt x="1105" y="880"/>
                      </a:lnTo>
                      <a:lnTo>
                        <a:pt x="1106" y="880"/>
                      </a:lnTo>
                      <a:lnTo>
                        <a:pt x="1108" y="880"/>
                      </a:lnTo>
                      <a:lnTo>
                        <a:pt x="1109" y="880"/>
                      </a:lnTo>
                      <a:lnTo>
                        <a:pt x="1111" y="880"/>
                      </a:lnTo>
                      <a:lnTo>
                        <a:pt x="1112" y="880"/>
                      </a:lnTo>
                      <a:lnTo>
                        <a:pt x="1113" y="880"/>
                      </a:lnTo>
                      <a:lnTo>
                        <a:pt x="1115" y="880"/>
                      </a:lnTo>
                      <a:lnTo>
                        <a:pt x="1116" y="880"/>
                      </a:lnTo>
                      <a:lnTo>
                        <a:pt x="1118" y="880"/>
                      </a:lnTo>
                      <a:lnTo>
                        <a:pt x="1119" y="880"/>
                      </a:lnTo>
                      <a:lnTo>
                        <a:pt x="1121" y="880"/>
                      </a:lnTo>
                      <a:lnTo>
                        <a:pt x="1122" y="880"/>
                      </a:lnTo>
                      <a:lnTo>
                        <a:pt x="1123" y="880"/>
                      </a:lnTo>
                      <a:lnTo>
                        <a:pt x="1125" y="880"/>
                      </a:lnTo>
                      <a:lnTo>
                        <a:pt x="1126" y="880"/>
                      </a:lnTo>
                      <a:lnTo>
                        <a:pt x="1128" y="880"/>
                      </a:lnTo>
                      <a:lnTo>
                        <a:pt x="1129" y="880"/>
                      </a:lnTo>
                      <a:lnTo>
                        <a:pt x="1130" y="880"/>
                      </a:lnTo>
                      <a:lnTo>
                        <a:pt x="1132" y="880"/>
                      </a:lnTo>
                      <a:lnTo>
                        <a:pt x="1133" y="880"/>
                      </a:lnTo>
                      <a:lnTo>
                        <a:pt x="1135" y="880"/>
                      </a:lnTo>
                      <a:lnTo>
                        <a:pt x="1136" y="880"/>
                      </a:lnTo>
                      <a:lnTo>
                        <a:pt x="1137" y="880"/>
                      </a:lnTo>
                      <a:lnTo>
                        <a:pt x="1139" y="880"/>
                      </a:lnTo>
                      <a:lnTo>
                        <a:pt x="1140" y="880"/>
                      </a:lnTo>
                      <a:lnTo>
                        <a:pt x="1142" y="880"/>
                      </a:lnTo>
                      <a:lnTo>
                        <a:pt x="1143" y="880"/>
                      </a:lnTo>
                      <a:lnTo>
                        <a:pt x="1144" y="880"/>
                      </a:lnTo>
                      <a:lnTo>
                        <a:pt x="1146" y="880"/>
                      </a:lnTo>
                      <a:lnTo>
                        <a:pt x="1147" y="880"/>
                      </a:lnTo>
                      <a:lnTo>
                        <a:pt x="1149" y="880"/>
                      </a:lnTo>
                      <a:lnTo>
                        <a:pt x="1150" y="880"/>
                      </a:lnTo>
                      <a:lnTo>
                        <a:pt x="1151" y="880"/>
                      </a:lnTo>
                      <a:lnTo>
                        <a:pt x="1153" y="880"/>
                      </a:lnTo>
                      <a:lnTo>
                        <a:pt x="1154" y="880"/>
                      </a:lnTo>
                      <a:lnTo>
                        <a:pt x="1156" y="880"/>
                      </a:lnTo>
                      <a:lnTo>
                        <a:pt x="1157" y="880"/>
                      </a:lnTo>
                      <a:lnTo>
                        <a:pt x="1158" y="880"/>
                      </a:lnTo>
                      <a:lnTo>
                        <a:pt x="1160" y="880"/>
                      </a:lnTo>
                      <a:lnTo>
                        <a:pt x="1161" y="880"/>
                      </a:lnTo>
                      <a:lnTo>
                        <a:pt x="1163" y="880"/>
                      </a:lnTo>
                      <a:lnTo>
                        <a:pt x="1164" y="880"/>
                      </a:lnTo>
                      <a:lnTo>
                        <a:pt x="1165" y="880"/>
                      </a:lnTo>
                      <a:lnTo>
                        <a:pt x="1167" y="880"/>
                      </a:lnTo>
                      <a:lnTo>
                        <a:pt x="1168" y="880"/>
                      </a:lnTo>
                      <a:lnTo>
                        <a:pt x="1170" y="880"/>
                      </a:lnTo>
                      <a:lnTo>
                        <a:pt x="1171" y="880"/>
                      </a:lnTo>
                      <a:lnTo>
                        <a:pt x="1172" y="880"/>
                      </a:lnTo>
                      <a:lnTo>
                        <a:pt x="1174" y="880"/>
                      </a:lnTo>
                      <a:lnTo>
                        <a:pt x="1175" y="880"/>
                      </a:lnTo>
                      <a:lnTo>
                        <a:pt x="1177" y="880"/>
                      </a:lnTo>
                      <a:lnTo>
                        <a:pt x="1178" y="880"/>
                      </a:lnTo>
                      <a:lnTo>
                        <a:pt x="1179" y="880"/>
                      </a:lnTo>
                      <a:lnTo>
                        <a:pt x="1181" y="880"/>
                      </a:lnTo>
                      <a:lnTo>
                        <a:pt x="1182" y="880"/>
                      </a:lnTo>
                      <a:lnTo>
                        <a:pt x="1184" y="880"/>
                      </a:lnTo>
                      <a:lnTo>
                        <a:pt x="1185" y="880"/>
                      </a:lnTo>
                      <a:lnTo>
                        <a:pt x="1187" y="880"/>
                      </a:lnTo>
                      <a:lnTo>
                        <a:pt x="1188" y="880"/>
                      </a:lnTo>
                      <a:lnTo>
                        <a:pt x="1189" y="880"/>
                      </a:lnTo>
                      <a:lnTo>
                        <a:pt x="1191" y="880"/>
                      </a:lnTo>
                      <a:lnTo>
                        <a:pt x="1192" y="880"/>
                      </a:lnTo>
                      <a:lnTo>
                        <a:pt x="1194" y="880"/>
                      </a:lnTo>
                      <a:lnTo>
                        <a:pt x="1195" y="880"/>
                      </a:lnTo>
                      <a:lnTo>
                        <a:pt x="1196" y="880"/>
                      </a:lnTo>
                      <a:lnTo>
                        <a:pt x="1198" y="880"/>
                      </a:lnTo>
                      <a:lnTo>
                        <a:pt x="1199" y="880"/>
                      </a:lnTo>
                      <a:lnTo>
                        <a:pt x="1201" y="880"/>
                      </a:lnTo>
                      <a:lnTo>
                        <a:pt x="1202" y="880"/>
                      </a:lnTo>
                      <a:lnTo>
                        <a:pt x="1203" y="880"/>
                      </a:lnTo>
                      <a:lnTo>
                        <a:pt x="1205" y="880"/>
                      </a:lnTo>
                      <a:lnTo>
                        <a:pt x="1206" y="880"/>
                      </a:lnTo>
                      <a:lnTo>
                        <a:pt x="1208" y="880"/>
                      </a:lnTo>
                      <a:lnTo>
                        <a:pt x="1209" y="880"/>
                      </a:lnTo>
                      <a:lnTo>
                        <a:pt x="1210" y="880"/>
                      </a:lnTo>
                      <a:lnTo>
                        <a:pt x="1212" y="880"/>
                      </a:lnTo>
                      <a:lnTo>
                        <a:pt x="1213" y="880"/>
                      </a:lnTo>
                      <a:lnTo>
                        <a:pt x="1215" y="880"/>
                      </a:lnTo>
                      <a:lnTo>
                        <a:pt x="1216" y="880"/>
                      </a:lnTo>
                      <a:lnTo>
                        <a:pt x="1217" y="880"/>
                      </a:lnTo>
                      <a:lnTo>
                        <a:pt x="1219" y="880"/>
                      </a:lnTo>
                      <a:lnTo>
                        <a:pt x="1220" y="881"/>
                      </a:lnTo>
                      <a:lnTo>
                        <a:pt x="1222" y="881"/>
                      </a:lnTo>
                      <a:lnTo>
                        <a:pt x="1223" y="881"/>
                      </a:lnTo>
                      <a:lnTo>
                        <a:pt x="1224" y="881"/>
                      </a:lnTo>
                      <a:lnTo>
                        <a:pt x="1226" y="881"/>
                      </a:lnTo>
                      <a:lnTo>
                        <a:pt x="1227" y="881"/>
                      </a:lnTo>
                      <a:lnTo>
                        <a:pt x="1229" y="881"/>
                      </a:lnTo>
                      <a:lnTo>
                        <a:pt x="1230" y="881"/>
                      </a:lnTo>
                      <a:lnTo>
                        <a:pt x="1231" y="881"/>
                      </a:lnTo>
                      <a:lnTo>
                        <a:pt x="1233" y="881"/>
                      </a:lnTo>
                      <a:lnTo>
                        <a:pt x="1234" y="881"/>
                      </a:lnTo>
                      <a:lnTo>
                        <a:pt x="1236" y="881"/>
                      </a:lnTo>
                      <a:lnTo>
                        <a:pt x="1237" y="881"/>
                      </a:lnTo>
                      <a:lnTo>
                        <a:pt x="1238" y="881"/>
                      </a:lnTo>
                      <a:lnTo>
                        <a:pt x="1240" y="881"/>
                      </a:lnTo>
                      <a:lnTo>
                        <a:pt x="1241" y="881"/>
                      </a:lnTo>
                      <a:lnTo>
                        <a:pt x="1243" y="881"/>
                      </a:lnTo>
                      <a:lnTo>
                        <a:pt x="1244" y="881"/>
                      </a:lnTo>
                      <a:lnTo>
                        <a:pt x="1246" y="881"/>
                      </a:lnTo>
                      <a:lnTo>
                        <a:pt x="1247" y="881"/>
                      </a:lnTo>
                      <a:lnTo>
                        <a:pt x="1248" y="881"/>
                      </a:lnTo>
                      <a:lnTo>
                        <a:pt x="1250" y="881"/>
                      </a:lnTo>
                      <a:lnTo>
                        <a:pt x="1251" y="881"/>
                      </a:lnTo>
                      <a:lnTo>
                        <a:pt x="1253" y="881"/>
                      </a:lnTo>
                      <a:lnTo>
                        <a:pt x="1254" y="881"/>
                      </a:lnTo>
                      <a:lnTo>
                        <a:pt x="1255" y="881"/>
                      </a:lnTo>
                      <a:lnTo>
                        <a:pt x="1257" y="881"/>
                      </a:lnTo>
                      <a:lnTo>
                        <a:pt x="1258" y="881"/>
                      </a:lnTo>
                      <a:lnTo>
                        <a:pt x="1260" y="881"/>
                      </a:lnTo>
                      <a:lnTo>
                        <a:pt x="1261" y="881"/>
                      </a:lnTo>
                      <a:lnTo>
                        <a:pt x="1262" y="881"/>
                      </a:lnTo>
                      <a:lnTo>
                        <a:pt x="1264" y="881"/>
                      </a:lnTo>
                      <a:lnTo>
                        <a:pt x="1265" y="881"/>
                      </a:lnTo>
                      <a:lnTo>
                        <a:pt x="1267" y="881"/>
                      </a:lnTo>
                      <a:lnTo>
                        <a:pt x="1268" y="881"/>
                      </a:lnTo>
                      <a:lnTo>
                        <a:pt x="1269" y="881"/>
                      </a:lnTo>
                      <a:lnTo>
                        <a:pt x="1271" y="881"/>
                      </a:lnTo>
                      <a:lnTo>
                        <a:pt x="1272" y="881"/>
                      </a:lnTo>
                      <a:lnTo>
                        <a:pt x="1274" y="881"/>
                      </a:lnTo>
                      <a:lnTo>
                        <a:pt x="1275" y="881"/>
                      </a:lnTo>
                      <a:lnTo>
                        <a:pt x="1276" y="881"/>
                      </a:lnTo>
                      <a:lnTo>
                        <a:pt x="1278" y="881"/>
                      </a:lnTo>
                      <a:lnTo>
                        <a:pt x="1279" y="881"/>
                      </a:lnTo>
                      <a:lnTo>
                        <a:pt x="1281" y="881"/>
                      </a:lnTo>
                      <a:lnTo>
                        <a:pt x="1282" y="881"/>
                      </a:lnTo>
                      <a:lnTo>
                        <a:pt x="1283" y="881"/>
                      </a:lnTo>
                      <a:lnTo>
                        <a:pt x="1285" y="881"/>
                      </a:lnTo>
                      <a:lnTo>
                        <a:pt x="1286" y="881"/>
                      </a:lnTo>
                      <a:lnTo>
                        <a:pt x="1288" y="881"/>
                      </a:lnTo>
                      <a:lnTo>
                        <a:pt x="1289" y="881"/>
                      </a:lnTo>
                      <a:lnTo>
                        <a:pt x="1290" y="881"/>
                      </a:lnTo>
                      <a:lnTo>
                        <a:pt x="1292" y="881"/>
                      </a:lnTo>
                      <a:lnTo>
                        <a:pt x="1293" y="881"/>
                      </a:lnTo>
                      <a:lnTo>
                        <a:pt x="1295" y="881"/>
                      </a:lnTo>
                      <a:lnTo>
                        <a:pt x="1296" y="881"/>
                      </a:lnTo>
                      <a:lnTo>
                        <a:pt x="1297" y="881"/>
                      </a:lnTo>
                      <a:lnTo>
                        <a:pt x="1299" y="881"/>
                      </a:lnTo>
                      <a:lnTo>
                        <a:pt x="1300" y="881"/>
                      </a:lnTo>
                      <a:lnTo>
                        <a:pt x="1302" y="881"/>
                      </a:lnTo>
                      <a:lnTo>
                        <a:pt x="1303" y="881"/>
                      </a:lnTo>
                      <a:lnTo>
                        <a:pt x="1304" y="881"/>
                      </a:lnTo>
                      <a:lnTo>
                        <a:pt x="1306" y="881"/>
                      </a:lnTo>
                      <a:lnTo>
                        <a:pt x="1307" y="881"/>
                      </a:lnTo>
                      <a:lnTo>
                        <a:pt x="1309" y="881"/>
                      </a:lnTo>
                      <a:lnTo>
                        <a:pt x="1310" y="881"/>
                      </a:lnTo>
                      <a:lnTo>
                        <a:pt x="1312" y="881"/>
                      </a:lnTo>
                      <a:lnTo>
                        <a:pt x="1313" y="881"/>
                      </a:lnTo>
                      <a:lnTo>
                        <a:pt x="1314" y="881"/>
                      </a:lnTo>
                      <a:lnTo>
                        <a:pt x="1316" y="881"/>
                      </a:lnTo>
                      <a:lnTo>
                        <a:pt x="1317" y="881"/>
                      </a:lnTo>
                      <a:lnTo>
                        <a:pt x="1319" y="881"/>
                      </a:lnTo>
                      <a:lnTo>
                        <a:pt x="1320" y="881"/>
                      </a:lnTo>
                      <a:lnTo>
                        <a:pt x="1321" y="882"/>
                      </a:lnTo>
                      <a:lnTo>
                        <a:pt x="1323" y="882"/>
                      </a:lnTo>
                      <a:lnTo>
                        <a:pt x="1324" y="882"/>
                      </a:lnTo>
                      <a:lnTo>
                        <a:pt x="1326" y="882"/>
                      </a:lnTo>
                      <a:lnTo>
                        <a:pt x="1327" y="882"/>
                      </a:lnTo>
                      <a:lnTo>
                        <a:pt x="1328" y="882"/>
                      </a:lnTo>
                      <a:lnTo>
                        <a:pt x="1330" y="882"/>
                      </a:lnTo>
                      <a:lnTo>
                        <a:pt x="1331" y="882"/>
                      </a:lnTo>
                      <a:lnTo>
                        <a:pt x="1333" y="882"/>
                      </a:lnTo>
                      <a:lnTo>
                        <a:pt x="1334" y="882"/>
                      </a:lnTo>
                      <a:lnTo>
                        <a:pt x="1335" y="882"/>
                      </a:lnTo>
                      <a:lnTo>
                        <a:pt x="1337" y="882"/>
                      </a:lnTo>
                      <a:lnTo>
                        <a:pt x="1338" y="882"/>
                      </a:lnTo>
                      <a:lnTo>
                        <a:pt x="1340" y="882"/>
                      </a:lnTo>
                      <a:lnTo>
                        <a:pt x="1341" y="882"/>
                      </a:lnTo>
                      <a:lnTo>
                        <a:pt x="1342" y="882"/>
                      </a:lnTo>
                      <a:lnTo>
                        <a:pt x="1344" y="882"/>
                      </a:lnTo>
                      <a:lnTo>
                        <a:pt x="1345" y="882"/>
                      </a:lnTo>
                      <a:lnTo>
                        <a:pt x="1347" y="882"/>
                      </a:lnTo>
                      <a:lnTo>
                        <a:pt x="1348" y="882"/>
                      </a:lnTo>
                      <a:lnTo>
                        <a:pt x="1349" y="882"/>
                      </a:lnTo>
                      <a:lnTo>
                        <a:pt x="1351" y="882"/>
                      </a:lnTo>
                      <a:lnTo>
                        <a:pt x="1352" y="882"/>
                      </a:lnTo>
                      <a:lnTo>
                        <a:pt x="1354" y="882"/>
                      </a:lnTo>
                      <a:lnTo>
                        <a:pt x="1355" y="882"/>
                      </a:lnTo>
                      <a:lnTo>
                        <a:pt x="1356" y="882"/>
                      </a:lnTo>
                      <a:lnTo>
                        <a:pt x="1358" y="882"/>
                      </a:lnTo>
                      <a:lnTo>
                        <a:pt x="1359" y="882"/>
                      </a:lnTo>
                      <a:lnTo>
                        <a:pt x="1361" y="882"/>
                      </a:lnTo>
                      <a:lnTo>
                        <a:pt x="1362" y="882"/>
                      </a:lnTo>
                      <a:lnTo>
                        <a:pt x="1363" y="882"/>
                      </a:lnTo>
                      <a:lnTo>
                        <a:pt x="1365" y="882"/>
                      </a:lnTo>
                      <a:lnTo>
                        <a:pt x="1366" y="882"/>
                      </a:lnTo>
                      <a:lnTo>
                        <a:pt x="1368" y="882"/>
                      </a:lnTo>
                      <a:lnTo>
                        <a:pt x="1369" y="882"/>
                      </a:lnTo>
                      <a:lnTo>
                        <a:pt x="1370" y="882"/>
                      </a:lnTo>
                      <a:lnTo>
                        <a:pt x="1372" y="882"/>
                      </a:lnTo>
                      <a:lnTo>
                        <a:pt x="1373" y="882"/>
                      </a:lnTo>
                      <a:lnTo>
                        <a:pt x="1375" y="882"/>
                      </a:lnTo>
                      <a:lnTo>
                        <a:pt x="1376" y="882"/>
                      </a:lnTo>
                      <a:lnTo>
                        <a:pt x="1378" y="882"/>
                      </a:lnTo>
                      <a:lnTo>
                        <a:pt x="1379" y="882"/>
                      </a:lnTo>
                      <a:lnTo>
                        <a:pt x="1380" y="882"/>
                      </a:lnTo>
                      <a:lnTo>
                        <a:pt x="1382" y="882"/>
                      </a:lnTo>
                      <a:lnTo>
                        <a:pt x="1383" y="882"/>
                      </a:lnTo>
                      <a:lnTo>
                        <a:pt x="1385" y="882"/>
                      </a:lnTo>
                      <a:lnTo>
                        <a:pt x="1386" y="882"/>
                      </a:lnTo>
                      <a:lnTo>
                        <a:pt x="1387" y="882"/>
                      </a:lnTo>
                      <a:lnTo>
                        <a:pt x="1389" y="882"/>
                      </a:lnTo>
                      <a:lnTo>
                        <a:pt x="1390" y="882"/>
                      </a:lnTo>
                      <a:lnTo>
                        <a:pt x="1392" y="882"/>
                      </a:lnTo>
                      <a:lnTo>
                        <a:pt x="1393" y="882"/>
                      </a:lnTo>
                      <a:lnTo>
                        <a:pt x="1394" y="882"/>
                      </a:lnTo>
                      <a:lnTo>
                        <a:pt x="1396" y="882"/>
                      </a:lnTo>
                      <a:lnTo>
                        <a:pt x="1397" y="882"/>
                      </a:lnTo>
                      <a:lnTo>
                        <a:pt x="1399" y="882"/>
                      </a:lnTo>
                      <a:lnTo>
                        <a:pt x="1400" y="882"/>
                      </a:lnTo>
                      <a:lnTo>
                        <a:pt x="1401" y="882"/>
                      </a:lnTo>
                      <a:lnTo>
                        <a:pt x="1403" y="882"/>
                      </a:lnTo>
                      <a:lnTo>
                        <a:pt x="1404" y="883"/>
                      </a:lnTo>
                      <a:lnTo>
                        <a:pt x="1406" y="883"/>
                      </a:lnTo>
                      <a:lnTo>
                        <a:pt x="1407" y="883"/>
                      </a:lnTo>
                      <a:lnTo>
                        <a:pt x="1408" y="883"/>
                      </a:lnTo>
                      <a:lnTo>
                        <a:pt x="1410" y="883"/>
                      </a:lnTo>
                      <a:lnTo>
                        <a:pt x="1411" y="883"/>
                      </a:lnTo>
                      <a:lnTo>
                        <a:pt x="1413" y="883"/>
                      </a:lnTo>
                      <a:lnTo>
                        <a:pt x="1414" y="883"/>
                      </a:lnTo>
                      <a:lnTo>
                        <a:pt x="1415" y="883"/>
                      </a:lnTo>
                      <a:lnTo>
                        <a:pt x="1417" y="883"/>
                      </a:lnTo>
                      <a:lnTo>
                        <a:pt x="1418" y="883"/>
                      </a:lnTo>
                      <a:lnTo>
                        <a:pt x="1420" y="883"/>
                      </a:lnTo>
                      <a:lnTo>
                        <a:pt x="1421" y="883"/>
                      </a:lnTo>
                      <a:lnTo>
                        <a:pt x="1422" y="883"/>
                      </a:lnTo>
                      <a:lnTo>
                        <a:pt x="1424" y="883"/>
                      </a:lnTo>
                      <a:lnTo>
                        <a:pt x="1425" y="883"/>
                      </a:lnTo>
                      <a:lnTo>
                        <a:pt x="1427" y="883"/>
                      </a:lnTo>
                      <a:lnTo>
                        <a:pt x="1428" y="883"/>
                      </a:lnTo>
                      <a:lnTo>
                        <a:pt x="1429" y="883"/>
                      </a:lnTo>
                      <a:lnTo>
                        <a:pt x="1431" y="883"/>
                      </a:lnTo>
                      <a:lnTo>
                        <a:pt x="1432" y="883"/>
                      </a:lnTo>
                      <a:lnTo>
                        <a:pt x="1434" y="883"/>
                      </a:lnTo>
                      <a:lnTo>
                        <a:pt x="1435" y="883"/>
                      </a:lnTo>
                      <a:lnTo>
                        <a:pt x="1437" y="883"/>
                      </a:lnTo>
                      <a:lnTo>
                        <a:pt x="1438" y="883"/>
                      </a:lnTo>
                      <a:lnTo>
                        <a:pt x="1439" y="883"/>
                      </a:lnTo>
                      <a:lnTo>
                        <a:pt x="1441" y="883"/>
                      </a:lnTo>
                      <a:lnTo>
                        <a:pt x="1442" y="883"/>
                      </a:lnTo>
                      <a:lnTo>
                        <a:pt x="1444" y="883"/>
                      </a:lnTo>
                      <a:lnTo>
                        <a:pt x="1445" y="883"/>
                      </a:lnTo>
                      <a:lnTo>
                        <a:pt x="1446" y="883"/>
                      </a:lnTo>
                      <a:lnTo>
                        <a:pt x="1448" y="883"/>
                      </a:lnTo>
                      <a:lnTo>
                        <a:pt x="1449" y="883"/>
                      </a:lnTo>
                      <a:lnTo>
                        <a:pt x="1451" y="883"/>
                      </a:lnTo>
                      <a:lnTo>
                        <a:pt x="1452" y="883"/>
                      </a:lnTo>
                      <a:lnTo>
                        <a:pt x="1453" y="883"/>
                      </a:lnTo>
                      <a:lnTo>
                        <a:pt x="1455" y="883"/>
                      </a:lnTo>
                      <a:lnTo>
                        <a:pt x="1456" y="883"/>
                      </a:lnTo>
                      <a:lnTo>
                        <a:pt x="1458" y="883"/>
                      </a:lnTo>
                      <a:lnTo>
                        <a:pt x="1459" y="883"/>
                      </a:lnTo>
                      <a:lnTo>
                        <a:pt x="1460" y="883"/>
                      </a:lnTo>
                      <a:lnTo>
                        <a:pt x="1462" y="883"/>
                      </a:lnTo>
                      <a:lnTo>
                        <a:pt x="1463" y="883"/>
                      </a:lnTo>
                      <a:lnTo>
                        <a:pt x="1465" y="883"/>
                      </a:lnTo>
                      <a:lnTo>
                        <a:pt x="1466" y="883"/>
                      </a:lnTo>
                      <a:lnTo>
                        <a:pt x="1467" y="883"/>
                      </a:lnTo>
                      <a:lnTo>
                        <a:pt x="1469" y="883"/>
                      </a:lnTo>
                      <a:lnTo>
                        <a:pt x="1470" y="883"/>
                      </a:lnTo>
                      <a:lnTo>
                        <a:pt x="1472" y="883"/>
                      </a:lnTo>
                      <a:lnTo>
                        <a:pt x="1473" y="883"/>
                      </a:lnTo>
                      <a:lnTo>
                        <a:pt x="1474" y="883"/>
                      </a:lnTo>
                      <a:lnTo>
                        <a:pt x="1476" y="883"/>
                      </a:lnTo>
                      <a:lnTo>
                        <a:pt x="1477" y="883"/>
                      </a:lnTo>
                      <a:lnTo>
                        <a:pt x="1479" y="883"/>
                      </a:lnTo>
                      <a:lnTo>
                        <a:pt x="1480" y="883"/>
                      </a:lnTo>
                      <a:lnTo>
                        <a:pt x="1481" y="884"/>
                      </a:lnTo>
                      <a:lnTo>
                        <a:pt x="1483" y="884"/>
                      </a:lnTo>
                      <a:lnTo>
                        <a:pt x="1484" y="884"/>
                      </a:lnTo>
                      <a:lnTo>
                        <a:pt x="1486" y="884"/>
                      </a:lnTo>
                      <a:lnTo>
                        <a:pt x="1487" y="884"/>
                      </a:lnTo>
                      <a:lnTo>
                        <a:pt x="1488" y="884"/>
                      </a:lnTo>
                      <a:lnTo>
                        <a:pt x="1490" y="884"/>
                      </a:lnTo>
                      <a:lnTo>
                        <a:pt x="1491" y="884"/>
                      </a:lnTo>
                      <a:lnTo>
                        <a:pt x="1493" y="884"/>
                      </a:lnTo>
                      <a:lnTo>
                        <a:pt x="1494" y="884"/>
                      </a:lnTo>
                      <a:lnTo>
                        <a:pt x="1495" y="884"/>
                      </a:lnTo>
                      <a:lnTo>
                        <a:pt x="1497" y="884"/>
                      </a:lnTo>
                      <a:lnTo>
                        <a:pt x="1498" y="884"/>
                      </a:lnTo>
                      <a:lnTo>
                        <a:pt x="1500" y="884"/>
                      </a:lnTo>
                      <a:lnTo>
                        <a:pt x="1501" y="884"/>
                      </a:lnTo>
                      <a:lnTo>
                        <a:pt x="1503" y="884"/>
                      </a:lnTo>
                      <a:lnTo>
                        <a:pt x="1504" y="884"/>
                      </a:lnTo>
                      <a:lnTo>
                        <a:pt x="1505" y="884"/>
                      </a:lnTo>
                      <a:lnTo>
                        <a:pt x="1507" y="884"/>
                      </a:lnTo>
                      <a:lnTo>
                        <a:pt x="1508" y="884"/>
                      </a:lnTo>
                      <a:lnTo>
                        <a:pt x="1510" y="884"/>
                      </a:lnTo>
                      <a:lnTo>
                        <a:pt x="1511" y="884"/>
                      </a:lnTo>
                      <a:lnTo>
                        <a:pt x="1512" y="884"/>
                      </a:lnTo>
                      <a:lnTo>
                        <a:pt x="1514" y="884"/>
                      </a:lnTo>
                      <a:lnTo>
                        <a:pt x="1515" y="884"/>
                      </a:lnTo>
                      <a:lnTo>
                        <a:pt x="1517" y="884"/>
                      </a:lnTo>
                      <a:lnTo>
                        <a:pt x="1518" y="884"/>
                      </a:lnTo>
                      <a:lnTo>
                        <a:pt x="1519" y="884"/>
                      </a:lnTo>
                      <a:lnTo>
                        <a:pt x="1521" y="884"/>
                      </a:lnTo>
                      <a:lnTo>
                        <a:pt x="1522" y="884"/>
                      </a:lnTo>
                      <a:lnTo>
                        <a:pt x="1524" y="884"/>
                      </a:lnTo>
                      <a:lnTo>
                        <a:pt x="1525" y="884"/>
                      </a:lnTo>
                      <a:lnTo>
                        <a:pt x="1526" y="884"/>
                      </a:lnTo>
                      <a:lnTo>
                        <a:pt x="1528" y="884"/>
                      </a:lnTo>
                      <a:lnTo>
                        <a:pt x="1529" y="884"/>
                      </a:lnTo>
                      <a:lnTo>
                        <a:pt x="1531" y="884"/>
                      </a:lnTo>
                      <a:lnTo>
                        <a:pt x="1532" y="884"/>
                      </a:lnTo>
                      <a:lnTo>
                        <a:pt x="1533" y="884"/>
                      </a:lnTo>
                      <a:lnTo>
                        <a:pt x="1535" y="884"/>
                      </a:lnTo>
                      <a:lnTo>
                        <a:pt x="1536" y="884"/>
                      </a:lnTo>
                      <a:lnTo>
                        <a:pt x="1538" y="884"/>
                      </a:lnTo>
                      <a:lnTo>
                        <a:pt x="1539" y="884"/>
                      </a:lnTo>
                      <a:lnTo>
                        <a:pt x="1540" y="884"/>
                      </a:lnTo>
                      <a:lnTo>
                        <a:pt x="1542" y="884"/>
                      </a:lnTo>
                      <a:lnTo>
                        <a:pt x="1543" y="884"/>
                      </a:lnTo>
                      <a:lnTo>
                        <a:pt x="1545" y="884"/>
                      </a:lnTo>
                      <a:lnTo>
                        <a:pt x="1546" y="884"/>
                      </a:lnTo>
                      <a:lnTo>
                        <a:pt x="1547" y="884"/>
                      </a:lnTo>
                      <a:lnTo>
                        <a:pt x="1549" y="885"/>
                      </a:lnTo>
                      <a:lnTo>
                        <a:pt x="1550" y="885"/>
                      </a:lnTo>
                      <a:lnTo>
                        <a:pt x="1552" y="885"/>
                      </a:lnTo>
                      <a:lnTo>
                        <a:pt x="1553" y="885"/>
                      </a:lnTo>
                      <a:lnTo>
                        <a:pt x="1554" y="885"/>
                      </a:lnTo>
                      <a:lnTo>
                        <a:pt x="1556" y="885"/>
                      </a:lnTo>
                      <a:lnTo>
                        <a:pt x="1557" y="885"/>
                      </a:lnTo>
                      <a:lnTo>
                        <a:pt x="1559" y="885"/>
                      </a:lnTo>
                      <a:lnTo>
                        <a:pt x="1560" y="885"/>
                      </a:lnTo>
                      <a:lnTo>
                        <a:pt x="1561" y="885"/>
                      </a:lnTo>
                      <a:lnTo>
                        <a:pt x="1563" y="885"/>
                      </a:lnTo>
                      <a:lnTo>
                        <a:pt x="1564" y="885"/>
                      </a:lnTo>
                      <a:lnTo>
                        <a:pt x="1566" y="885"/>
                      </a:lnTo>
                      <a:lnTo>
                        <a:pt x="1567" y="885"/>
                      </a:lnTo>
                      <a:lnTo>
                        <a:pt x="1569" y="885"/>
                      </a:lnTo>
                      <a:lnTo>
                        <a:pt x="1570" y="885"/>
                      </a:lnTo>
                      <a:lnTo>
                        <a:pt x="1571" y="885"/>
                      </a:lnTo>
                      <a:lnTo>
                        <a:pt x="1573" y="885"/>
                      </a:lnTo>
                      <a:lnTo>
                        <a:pt x="1574" y="885"/>
                      </a:lnTo>
                      <a:lnTo>
                        <a:pt x="1576" y="885"/>
                      </a:lnTo>
                      <a:lnTo>
                        <a:pt x="1577" y="885"/>
                      </a:lnTo>
                      <a:lnTo>
                        <a:pt x="1578" y="885"/>
                      </a:lnTo>
                      <a:lnTo>
                        <a:pt x="1580" y="885"/>
                      </a:lnTo>
                      <a:lnTo>
                        <a:pt x="1581" y="885"/>
                      </a:lnTo>
                      <a:lnTo>
                        <a:pt x="1583" y="885"/>
                      </a:lnTo>
                      <a:lnTo>
                        <a:pt x="1584" y="885"/>
                      </a:lnTo>
                      <a:lnTo>
                        <a:pt x="1585" y="885"/>
                      </a:lnTo>
                      <a:lnTo>
                        <a:pt x="1587" y="885"/>
                      </a:lnTo>
                      <a:lnTo>
                        <a:pt x="1588" y="885"/>
                      </a:lnTo>
                      <a:lnTo>
                        <a:pt x="1590" y="885"/>
                      </a:lnTo>
                      <a:lnTo>
                        <a:pt x="1591" y="885"/>
                      </a:lnTo>
                      <a:lnTo>
                        <a:pt x="1592" y="885"/>
                      </a:lnTo>
                      <a:lnTo>
                        <a:pt x="1594" y="885"/>
                      </a:lnTo>
                      <a:lnTo>
                        <a:pt x="1595" y="885"/>
                      </a:lnTo>
                      <a:lnTo>
                        <a:pt x="1597" y="885"/>
                      </a:lnTo>
                      <a:lnTo>
                        <a:pt x="1598" y="885"/>
                      </a:lnTo>
                      <a:lnTo>
                        <a:pt x="1599" y="885"/>
                      </a:lnTo>
                      <a:lnTo>
                        <a:pt x="1601" y="885"/>
                      </a:lnTo>
                      <a:lnTo>
                        <a:pt x="1602" y="885"/>
                      </a:lnTo>
                      <a:lnTo>
                        <a:pt x="1604" y="885"/>
                      </a:lnTo>
                      <a:lnTo>
                        <a:pt x="1605" y="885"/>
                      </a:lnTo>
                      <a:lnTo>
                        <a:pt x="1606" y="885"/>
                      </a:lnTo>
                      <a:lnTo>
                        <a:pt x="1608" y="885"/>
                      </a:lnTo>
                      <a:lnTo>
                        <a:pt x="1609" y="885"/>
                      </a:lnTo>
                      <a:lnTo>
                        <a:pt x="1611" y="885"/>
                      </a:lnTo>
                      <a:lnTo>
                        <a:pt x="1612" y="885"/>
                      </a:lnTo>
                      <a:lnTo>
                        <a:pt x="1613" y="885"/>
                      </a:lnTo>
                      <a:lnTo>
                        <a:pt x="1615" y="885"/>
                      </a:lnTo>
                      <a:lnTo>
                        <a:pt x="1616" y="886"/>
                      </a:lnTo>
                      <a:lnTo>
                        <a:pt x="1618" y="886"/>
                      </a:lnTo>
                      <a:lnTo>
                        <a:pt x="1619" y="886"/>
                      </a:lnTo>
                      <a:lnTo>
                        <a:pt x="1620" y="886"/>
                      </a:lnTo>
                      <a:lnTo>
                        <a:pt x="1622" y="886"/>
                      </a:lnTo>
                      <a:lnTo>
                        <a:pt x="1623" y="886"/>
                      </a:lnTo>
                      <a:lnTo>
                        <a:pt x="1625" y="886"/>
                      </a:lnTo>
                      <a:lnTo>
                        <a:pt x="1626" y="886"/>
                      </a:lnTo>
                      <a:lnTo>
                        <a:pt x="1628" y="886"/>
                      </a:lnTo>
                      <a:lnTo>
                        <a:pt x="1629" y="886"/>
                      </a:lnTo>
                      <a:lnTo>
                        <a:pt x="1630" y="886"/>
                      </a:lnTo>
                      <a:lnTo>
                        <a:pt x="1632" y="886"/>
                      </a:lnTo>
                      <a:lnTo>
                        <a:pt x="1633" y="886"/>
                      </a:lnTo>
                      <a:lnTo>
                        <a:pt x="1635" y="886"/>
                      </a:lnTo>
                      <a:lnTo>
                        <a:pt x="1636" y="886"/>
                      </a:lnTo>
                      <a:lnTo>
                        <a:pt x="1637" y="886"/>
                      </a:lnTo>
                      <a:lnTo>
                        <a:pt x="1639" y="886"/>
                      </a:lnTo>
                      <a:lnTo>
                        <a:pt x="1640" y="886"/>
                      </a:lnTo>
                      <a:lnTo>
                        <a:pt x="1642" y="886"/>
                      </a:lnTo>
                      <a:lnTo>
                        <a:pt x="1643" y="886"/>
                      </a:lnTo>
                      <a:lnTo>
                        <a:pt x="1644" y="886"/>
                      </a:lnTo>
                      <a:lnTo>
                        <a:pt x="1646" y="886"/>
                      </a:lnTo>
                      <a:lnTo>
                        <a:pt x="1647" y="886"/>
                      </a:lnTo>
                      <a:lnTo>
                        <a:pt x="1649" y="886"/>
                      </a:lnTo>
                      <a:lnTo>
                        <a:pt x="1650" y="886"/>
                      </a:lnTo>
                      <a:lnTo>
                        <a:pt x="1651" y="886"/>
                      </a:lnTo>
                      <a:lnTo>
                        <a:pt x="1653" y="886"/>
                      </a:lnTo>
                      <a:lnTo>
                        <a:pt x="1654" y="886"/>
                      </a:lnTo>
                      <a:lnTo>
                        <a:pt x="1656" y="886"/>
                      </a:lnTo>
                      <a:lnTo>
                        <a:pt x="1657" y="886"/>
                      </a:lnTo>
                      <a:lnTo>
                        <a:pt x="1658" y="886"/>
                      </a:lnTo>
                      <a:lnTo>
                        <a:pt x="1660" y="886"/>
                      </a:lnTo>
                      <a:lnTo>
                        <a:pt x="1661" y="886"/>
                      </a:lnTo>
                      <a:lnTo>
                        <a:pt x="1663" y="886"/>
                      </a:lnTo>
                      <a:lnTo>
                        <a:pt x="1664" y="886"/>
                      </a:lnTo>
                      <a:lnTo>
                        <a:pt x="1665" y="886"/>
                      </a:lnTo>
                      <a:lnTo>
                        <a:pt x="1667" y="886"/>
                      </a:lnTo>
                      <a:lnTo>
                        <a:pt x="1668" y="886"/>
                      </a:lnTo>
                      <a:lnTo>
                        <a:pt x="1670" y="886"/>
                      </a:lnTo>
                      <a:lnTo>
                        <a:pt x="1671" y="886"/>
                      </a:lnTo>
                      <a:lnTo>
                        <a:pt x="1672" y="886"/>
                      </a:lnTo>
                      <a:lnTo>
                        <a:pt x="1674" y="886"/>
                      </a:lnTo>
                      <a:lnTo>
                        <a:pt x="1675" y="886"/>
                      </a:lnTo>
                      <a:lnTo>
                        <a:pt x="1677" y="886"/>
                      </a:lnTo>
                      <a:lnTo>
                        <a:pt x="1678" y="886"/>
                      </a:lnTo>
                      <a:lnTo>
                        <a:pt x="1679" y="886"/>
                      </a:lnTo>
                      <a:lnTo>
                        <a:pt x="1681" y="886"/>
                      </a:lnTo>
                      <a:lnTo>
                        <a:pt x="1682" y="887"/>
                      </a:lnTo>
                      <a:lnTo>
                        <a:pt x="1684" y="887"/>
                      </a:lnTo>
                      <a:lnTo>
                        <a:pt x="1685" y="887"/>
                      </a:lnTo>
                      <a:lnTo>
                        <a:pt x="1686" y="887"/>
                      </a:lnTo>
                      <a:lnTo>
                        <a:pt x="1688" y="887"/>
                      </a:lnTo>
                      <a:lnTo>
                        <a:pt x="1689" y="887"/>
                      </a:lnTo>
                      <a:lnTo>
                        <a:pt x="1691" y="887"/>
                      </a:lnTo>
                      <a:lnTo>
                        <a:pt x="1692" y="887"/>
                      </a:lnTo>
                      <a:lnTo>
                        <a:pt x="1694" y="887"/>
                      </a:lnTo>
                      <a:lnTo>
                        <a:pt x="1695" y="887"/>
                      </a:lnTo>
                      <a:lnTo>
                        <a:pt x="1696" y="887"/>
                      </a:lnTo>
                      <a:lnTo>
                        <a:pt x="1698" y="887"/>
                      </a:lnTo>
                      <a:lnTo>
                        <a:pt x="1699" y="887"/>
                      </a:lnTo>
                      <a:lnTo>
                        <a:pt x="1701" y="887"/>
                      </a:lnTo>
                      <a:lnTo>
                        <a:pt x="1702" y="887"/>
                      </a:lnTo>
                      <a:lnTo>
                        <a:pt x="1703" y="887"/>
                      </a:lnTo>
                      <a:lnTo>
                        <a:pt x="1705" y="887"/>
                      </a:lnTo>
                      <a:lnTo>
                        <a:pt x="1706" y="887"/>
                      </a:lnTo>
                      <a:lnTo>
                        <a:pt x="1708" y="887"/>
                      </a:lnTo>
                      <a:lnTo>
                        <a:pt x="1709" y="887"/>
                      </a:lnTo>
                      <a:lnTo>
                        <a:pt x="1710" y="887"/>
                      </a:lnTo>
                      <a:lnTo>
                        <a:pt x="1712" y="887"/>
                      </a:lnTo>
                      <a:lnTo>
                        <a:pt x="1713" y="887"/>
                      </a:lnTo>
                      <a:lnTo>
                        <a:pt x="1715" y="887"/>
                      </a:lnTo>
                      <a:lnTo>
                        <a:pt x="1716" y="887"/>
                      </a:lnTo>
                      <a:lnTo>
                        <a:pt x="1717" y="887"/>
                      </a:lnTo>
                      <a:lnTo>
                        <a:pt x="1719" y="887"/>
                      </a:lnTo>
                      <a:lnTo>
                        <a:pt x="1720" y="887"/>
                      </a:lnTo>
                      <a:lnTo>
                        <a:pt x="1722" y="887"/>
                      </a:lnTo>
                      <a:lnTo>
                        <a:pt x="1723" y="887"/>
                      </a:lnTo>
                      <a:lnTo>
                        <a:pt x="1724" y="887"/>
                      </a:lnTo>
                      <a:lnTo>
                        <a:pt x="1726" y="887"/>
                      </a:lnTo>
                      <a:lnTo>
                        <a:pt x="1727" y="887"/>
                      </a:lnTo>
                      <a:lnTo>
                        <a:pt x="1729" y="887"/>
                      </a:lnTo>
                      <a:lnTo>
                        <a:pt x="1730" y="887"/>
                      </a:lnTo>
                      <a:lnTo>
                        <a:pt x="1731" y="887"/>
                      </a:lnTo>
                      <a:lnTo>
                        <a:pt x="1733" y="887"/>
                      </a:lnTo>
                      <a:lnTo>
                        <a:pt x="1734" y="887"/>
                      </a:lnTo>
                      <a:lnTo>
                        <a:pt x="1736" y="887"/>
                      </a:lnTo>
                      <a:lnTo>
                        <a:pt x="1737" y="887"/>
                      </a:lnTo>
                      <a:lnTo>
                        <a:pt x="1738" y="887"/>
                      </a:lnTo>
                      <a:lnTo>
                        <a:pt x="1740" y="887"/>
                      </a:lnTo>
                      <a:lnTo>
                        <a:pt x="1741" y="887"/>
                      </a:lnTo>
                      <a:lnTo>
                        <a:pt x="1743" y="887"/>
                      </a:lnTo>
                      <a:lnTo>
                        <a:pt x="1744" y="887"/>
                      </a:lnTo>
                      <a:lnTo>
                        <a:pt x="1745" y="887"/>
                      </a:lnTo>
                      <a:lnTo>
                        <a:pt x="1747" y="888"/>
                      </a:lnTo>
                      <a:lnTo>
                        <a:pt x="1748" y="888"/>
                      </a:lnTo>
                      <a:lnTo>
                        <a:pt x="1750" y="888"/>
                      </a:lnTo>
                      <a:lnTo>
                        <a:pt x="1751" y="888"/>
                      </a:lnTo>
                      <a:lnTo>
                        <a:pt x="1753" y="888"/>
                      </a:lnTo>
                      <a:lnTo>
                        <a:pt x="1754" y="888"/>
                      </a:lnTo>
                      <a:lnTo>
                        <a:pt x="1755" y="888"/>
                      </a:lnTo>
                      <a:lnTo>
                        <a:pt x="1757" y="888"/>
                      </a:lnTo>
                      <a:lnTo>
                        <a:pt x="1758" y="888"/>
                      </a:lnTo>
                      <a:lnTo>
                        <a:pt x="1760" y="888"/>
                      </a:lnTo>
                      <a:lnTo>
                        <a:pt x="1761" y="888"/>
                      </a:lnTo>
                      <a:lnTo>
                        <a:pt x="1762" y="888"/>
                      </a:lnTo>
                      <a:lnTo>
                        <a:pt x="1764" y="888"/>
                      </a:lnTo>
                      <a:lnTo>
                        <a:pt x="1765" y="888"/>
                      </a:lnTo>
                      <a:lnTo>
                        <a:pt x="1767" y="888"/>
                      </a:lnTo>
                      <a:lnTo>
                        <a:pt x="1768" y="888"/>
                      </a:lnTo>
                      <a:lnTo>
                        <a:pt x="1769" y="888"/>
                      </a:lnTo>
                      <a:lnTo>
                        <a:pt x="1771" y="888"/>
                      </a:lnTo>
                      <a:lnTo>
                        <a:pt x="1772" y="888"/>
                      </a:lnTo>
                      <a:lnTo>
                        <a:pt x="1774" y="888"/>
                      </a:lnTo>
                      <a:lnTo>
                        <a:pt x="1775" y="888"/>
                      </a:lnTo>
                      <a:lnTo>
                        <a:pt x="1776" y="888"/>
                      </a:lnTo>
                      <a:lnTo>
                        <a:pt x="1778" y="888"/>
                      </a:lnTo>
                      <a:lnTo>
                        <a:pt x="1779" y="888"/>
                      </a:lnTo>
                      <a:lnTo>
                        <a:pt x="1781" y="888"/>
                      </a:lnTo>
                      <a:lnTo>
                        <a:pt x="1782" y="888"/>
                      </a:lnTo>
                      <a:lnTo>
                        <a:pt x="1783" y="888"/>
                      </a:lnTo>
                      <a:lnTo>
                        <a:pt x="1785" y="888"/>
                      </a:lnTo>
                      <a:lnTo>
                        <a:pt x="1786" y="888"/>
                      </a:lnTo>
                      <a:lnTo>
                        <a:pt x="1788" y="888"/>
                      </a:lnTo>
                      <a:lnTo>
                        <a:pt x="1789" y="888"/>
                      </a:lnTo>
                      <a:lnTo>
                        <a:pt x="1790" y="888"/>
                      </a:lnTo>
                      <a:lnTo>
                        <a:pt x="1792" y="888"/>
                      </a:lnTo>
                      <a:lnTo>
                        <a:pt x="1793" y="888"/>
                      </a:lnTo>
                      <a:lnTo>
                        <a:pt x="1795" y="888"/>
                      </a:lnTo>
                      <a:lnTo>
                        <a:pt x="1796" y="888"/>
                      </a:lnTo>
                      <a:lnTo>
                        <a:pt x="1797" y="888"/>
                      </a:lnTo>
                      <a:lnTo>
                        <a:pt x="1799" y="888"/>
                      </a:lnTo>
                      <a:lnTo>
                        <a:pt x="1800" y="888"/>
                      </a:lnTo>
                      <a:lnTo>
                        <a:pt x="1802" y="888"/>
                      </a:lnTo>
                      <a:lnTo>
                        <a:pt x="1803" y="888"/>
                      </a:lnTo>
                      <a:lnTo>
                        <a:pt x="1804" y="888"/>
                      </a:lnTo>
                      <a:lnTo>
                        <a:pt x="1806" y="888"/>
                      </a:lnTo>
                      <a:lnTo>
                        <a:pt x="1807" y="888"/>
                      </a:lnTo>
                      <a:lnTo>
                        <a:pt x="1809" y="889"/>
                      </a:lnTo>
                      <a:lnTo>
                        <a:pt x="1810" y="889"/>
                      </a:lnTo>
                      <a:lnTo>
                        <a:pt x="1811" y="889"/>
                      </a:lnTo>
                      <a:lnTo>
                        <a:pt x="1813" y="889"/>
                      </a:lnTo>
                      <a:lnTo>
                        <a:pt x="1814" y="889"/>
                      </a:lnTo>
                      <a:lnTo>
                        <a:pt x="1816" y="889"/>
                      </a:lnTo>
                      <a:lnTo>
                        <a:pt x="1817" y="889"/>
                      </a:lnTo>
                      <a:lnTo>
                        <a:pt x="1819" y="889"/>
                      </a:lnTo>
                      <a:lnTo>
                        <a:pt x="1820" y="889"/>
                      </a:lnTo>
                      <a:lnTo>
                        <a:pt x="1821" y="889"/>
                      </a:lnTo>
                      <a:lnTo>
                        <a:pt x="1823" y="889"/>
                      </a:lnTo>
                      <a:lnTo>
                        <a:pt x="1824" y="889"/>
                      </a:lnTo>
                      <a:lnTo>
                        <a:pt x="1826" y="889"/>
                      </a:lnTo>
                      <a:lnTo>
                        <a:pt x="1827" y="889"/>
                      </a:lnTo>
                      <a:lnTo>
                        <a:pt x="1828" y="889"/>
                      </a:lnTo>
                      <a:lnTo>
                        <a:pt x="1830" y="889"/>
                      </a:lnTo>
                      <a:lnTo>
                        <a:pt x="1831" y="889"/>
                      </a:lnTo>
                      <a:lnTo>
                        <a:pt x="1833" y="889"/>
                      </a:lnTo>
                      <a:lnTo>
                        <a:pt x="1834" y="889"/>
                      </a:lnTo>
                      <a:lnTo>
                        <a:pt x="1835" y="889"/>
                      </a:lnTo>
                      <a:lnTo>
                        <a:pt x="1837" y="889"/>
                      </a:lnTo>
                      <a:lnTo>
                        <a:pt x="1838" y="889"/>
                      </a:lnTo>
                      <a:lnTo>
                        <a:pt x="1840" y="889"/>
                      </a:lnTo>
                      <a:lnTo>
                        <a:pt x="1841" y="889"/>
                      </a:lnTo>
                      <a:lnTo>
                        <a:pt x="1842" y="889"/>
                      </a:lnTo>
                      <a:lnTo>
                        <a:pt x="1844" y="889"/>
                      </a:lnTo>
                      <a:lnTo>
                        <a:pt x="1845" y="889"/>
                      </a:lnTo>
                      <a:lnTo>
                        <a:pt x="1847" y="889"/>
                      </a:lnTo>
                      <a:lnTo>
                        <a:pt x="1848" y="889"/>
                      </a:lnTo>
                      <a:lnTo>
                        <a:pt x="1849" y="889"/>
                      </a:lnTo>
                      <a:lnTo>
                        <a:pt x="1851" y="889"/>
                      </a:lnTo>
                      <a:lnTo>
                        <a:pt x="1852" y="889"/>
                      </a:lnTo>
                      <a:lnTo>
                        <a:pt x="1854" y="889"/>
                      </a:lnTo>
                      <a:lnTo>
                        <a:pt x="1855" y="889"/>
                      </a:lnTo>
                      <a:lnTo>
                        <a:pt x="1856" y="889"/>
                      </a:lnTo>
                      <a:lnTo>
                        <a:pt x="1858" y="889"/>
                      </a:lnTo>
                      <a:lnTo>
                        <a:pt x="1859" y="889"/>
                      </a:lnTo>
                      <a:lnTo>
                        <a:pt x="1861" y="889"/>
                      </a:lnTo>
                      <a:lnTo>
                        <a:pt x="1862" y="889"/>
                      </a:lnTo>
                      <a:lnTo>
                        <a:pt x="1863" y="889"/>
                      </a:lnTo>
                      <a:lnTo>
                        <a:pt x="1865" y="889"/>
                      </a:lnTo>
                      <a:lnTo>
                        <a:pt x="1866" y="889"/>
                      </a:lnTo>
                      <a:lnTo>
                        <a:pt x="1868" y="889"/>
                      </a:lnTo>
                      <a:lnTo>
                        <a:pt x="1869" y="890"/>
                      </a:lnTo>
                      <a:lnTo>
                        <a:pt x="1870" y="890"/>
                      </a:lnTo>
                      <a:lnTo>
                        <a:pt x="1872" y="890"/>
                      </a:lnTo>
                      <a:lnTo>
                        <a:pt x="1873" y="890"/>
                      </a:lnTo>
                      <a:lnTo>
                        <a:pt x="1875" y="890"/>
                      </a:lnTo>
                      <a:lnTo>
                        <a:pt x="1876" y="890"/>
                      </a:lnTo>
                      <a:lnTo>
                        <a:pt x="1877" y="890"/>
                      </a:lnTo>
                      <a:lnTo>
                        <a:pt x="1879" y="890"/>
                      </a:lnTo>
                      <a:lnTo>
                        <a:pt x="1880" y="890"/>
                      </a:lnTo>
                      <a:lnTo>
                        <a:pt x="1882" y="890"/>
                      </a:lnTo>
                      <a:lnTo>
                        <a:pt x="1883" y="890"/>
                      </a:lnTo>
                      <a:lnTo>
                        <a:pt x="1885" y="890"/>
                      </a:lnTo>
                      <a:lnTo>
                        <a:pt x="1886" y="890"/>
                      </a:lnTo>
                      <a:lnTo>
                        <a:pt x="1887" y="890"/>
                      </a:lnTo>
                      <a:lnTo>
                        <a:pt x="1889" y="890"/>
                      </a:lnTo>
                      <a:lnTo>
                        <a:pt x="1890" y="890"/>
                      </a:lnTo>
                      <a:lnTo>
                        <a:pt x="1892" y="890"/>
                      </a:lnTo>
                      <a:lnTo>
                        <a:pt x="1893" y="890"/>
                      </a:lnTo>
                      <a:lnTo>
                        <a:pt x="1894" y="890"/>
                      </a:lnTo>
                      <a:lnTo>
                        <a:pt x="1896" y="890"/>
                      </a:lnTo>
                      <a:lnTo>
                        <a:pt x="1897" y="890"/>
                      </a:lnTo>
                      <a:lnTo>
                        <a:pt x="1899" y="890"/>
                      </a:lnTo>
                      <a:lnTo>
                        <a:pt x="1900" y="890"/>
                      </a:lnTo>
                      <a:lnTo>
                        <a:pt x="1901" y="890"/>
                      </a:lnTo>
                      <a:lnTo>
                        <a:pt x="1903" y="890"/>
                      </a:lnTo>
                      <a:lnTo>
                        <a:pt x="1904" y="890"/>
                      </a:lnTo>
                      <a:lnTo>
                        <a:pt x="1906" y="890"/>
                      </a:lnTo>
                      <a:lnTo>
                        <a:pt x="1907" y="890"/>
                      </a:lnTo>
                      <a:lnTo>
                        <a:pt x="1908" y="890"/>
                      </a:lnTo>
                      <a:lnTo>
                        <a:pt x="1910" y="890"/>
                      </a:lnTo>
                      <a:lnTo>
                        <a:pt x="1911" y="890"/>
                      </a:lnTo>
                      <a:lnTo>
                        <a:pt x="1913" y="890"/>
                      </a:lnTo>
                      <a:lnTo>
                        <a:pt x="1914" y="890"/>
                      </a:lnTo>
                      <a:lnTo>
                        <a:pt x="1915" y="890"/>
                      </a:lnTo>
                      <a:lnTo>
                        <a:pt x="1917" y="890"/>
                      </a:lnTo>
                      <a:lnTo>
                        <a:pt x="1918" y="890"/>
                      </a:lnTo>
                      <a:lnTo>
                        <a:pt x="1920" y="890"/>
                      </a:lnTo>
                      <a:lnTo>
                        <a:pt x="1921" y="890"/>
                      </a:lnTo>
                      <a:lnTo>
                        <a:pt x="1922" y="890"/>
                      </a:lnTo>
                      <a:lnTo>
                        <a:pt x="1924" y="890"/>
                      </a:lnTo>
                      <a:lnTo>
                        <a:pt x="1925" y="890"/>
                      </a:lnTo>
                      <a:lnTo>
                        <a:pt x="1927" y="890"/>
                      </a:lnTo>
                      <a:lnTo>
                        <a:pt x="1928" y="890"/>
                      </a:lnTo>
                      <a:lnTo>
                        <a:pt x="1929" y="890"/>
                      </a:lnTo>
                      <a:lnTo>
                        <a:pt x="1931" y="891"/>
                      </a:lnTo>
                      <a:lnTo>
                        <a:pt x="1932" y="891"/>
                      </a:lnTo>
                      <a:lnTo>
                        <a:pt x="1934" y="891"/>
                      </a:lnTo>
                      <a:lnTo>
                        <a:pt x="1935" y="891"/>
                      </a:lnTo>
                      <a:lnTo>
                        <a:pt x="1936" y="891"/>
                      </a:lnTo>
                      <a:lnTo>
                        <a:pt x="1938" y="891"/>
                      </a:lnTo>
                      <a:lnTo>
                        <a:pt x="1939" y="891"/>
                      </a:lnTo>
                      <a:lnTo>
                        <a:pt x="1941" y="891"/>
                      </a:lnTo>
                      <a:lnTo>
                        <a:pt x="1942" y="891"/>
                      </a:lnTo>
                      <a:lnTo>
                        <a:pt x="1944" y="891"/>
                      </a:lnTo>
                      <a:lnTo>
                        <a:pt x="1945" y="891"/>
                      </a:lnTo>
                      <a:lnTo>
                        <a:pt x="1946" y="891"/>
                      </a:lnTo>
                      <a:lnTo>
                        <a:pt x="1948" y="891"/>
                      </a:lnTo>
                      <a:lnTo>
                        <a:pt x="1949" y="891"/>
                      </a:lnTo>
                      <a:lnTo>
                        <a:pt x="1951" y="891"/>
                      </a:lnTo>
                      <a:lnTo>
                        <a:pt x="1952" y="891"/>
                      </a:lnTo>
                      <a:lnTo>
                        <a:pt x="1953" y="891"/>
                      </a:lnTo>
                      <a:lnTo>
                        <a:pt x="1955" y="891"/>
                      </a:lnTo>
                      <a:lnTo>
                        <a:pt x="1956" y="891"/>
                      </a:lnTo>
                      <a:lnTo>
                        <a:pt x="1958" y="891"/>
                      </a:lnTo>
                      <a:lnTo>
                        <a:pt x="1959" y="891"/>
                      </a:lnTo>
                      <a:lnTo>
                        <a:pt x="1960" y="891"/>
                      </a:lnTo>
                      <a:lnTo>
                        <a:pt x="1962" y="891"/>
                      </a:lnTo>
                      <a:lnTo>
                        <a:pt x="1963" y="891"/>
                      </a:lnTo>
                      <a:lnTo>
                        <a:pt x="1965" y="891"/>
                      </a:lnTo>
                      <a:lnTo>
                        <a:pt x="1966" y="891"/>
                      </a:lnTo>
                      <a:lnTo>
                        <a:pt x="1967" y="891"/>
                      </a:lnTo>
                      <a:lnTo>
                        <a:pt x="1969" y="891"/>
                      </a:lnTo>
                      <a:lnTo>
                        <a:pt x="1970" y="891"/>
                      </a:lnTo>
                      <a:lnTo>
                        <a:pt x="1972" y="891"/>
                      </a:lnTo>
                      <a:lnTo>
                        <a:pt x="1973" y="891"/>
                      </a:lnTo>
                      <a:lnTo>
                        <a:pt x="1974" y="891"/>
                      </a:lnTo>
                      <a:lnTo>
                        <a:pt x="1976" y="891"/>
                      </a:lnTo>
                      <a:lnTo>
                        <a:pt x="1977" y="891"/>
                      </a:lnTo>
                      <a:lnTo>
                        <a:pt x="1979" y="891"/>
                      </a:lnTo>
                      <a:lnTo>
                        <a:pt x="1980" y="891"/>
                      </a:lnTo>
                      <a:lnTo>
                        <a:pt x="1981" y="891"/>
                      </a:lnTo>
                      <a:lnTo>
                        <a:pt x="1983" y="891"/>
                      </a:lnTo>
                      <a:lnTo>
                        <a:pt x="1984" y="891"/>
                      </a:lnTo>
                      <a:lnTo>
                        <a:pt x="1986" y="891"/>
                      </a:lnTo>
                      <a:lnTo>
                        <a:pt x="1987" y="892"/>
                      </a:lnTo>
                      <a:lnTo>
                        <a:pt x="1988" y="892"/>
                      </a:lnTo>
                      <a:lnTo>
                        <a:pt x="1990" y="892"/>
                      </a:lnTo>
                      <a:lnTo>
                        <a:pt x="1991" y="892"/>
                      </a:lnTo>
                      <a:lnTo>
                        <a:pt x="1993" y="892"/>
                      </a:lnTo>
                      <a:lnTo>
                        <a:pt x="1994" y="892"/>
                      </a:lnTo>
                      <a:lnTo>
                        <a:pt x="1995" y="892"/>
                      </a:lnTo>
                      <a:lnTo>
                        <a:pt x="1997" y="892"/>
                      </a:lnTo>
                      <a:lnTo>
                        <a:pt x="1998" y="892"/>
                      </a:lnTo>
                      <a:lnTo>
                        <a:pt x="2000" y="892"/>
                      </a:lnTo>
                      <a:lnTo>
                        <a:pt x="2001" y="893"/>
                      </a:lnTo>
                      <a:lnTo>
                        <a:pt x="2002" y="893"/>
                      </a:lnTo>
                      <a:lnTo>
                        <a:pt x="2004" y="893"/>
                      </a:lnTo>
                      <a:lnTo>
                        <a:pt x="2005" y="893"/>
                      </a:lnTo>
                      <a:lnTo>
                        <a:pt x="2007" y="893"/>
                      </a:lnTo>
                      <a:lnTo>
                        <a:pt x="2008" y="893"/>
                      </a:lnTo>
                      <a:lnTo>
                        <a:pt x="2010" y="893"/>
                      </a:lnTo>
                      <a:lnTo>
                        <a:pt x="2011" y="893"/>
                      </a:lnTo>
                      <a:lnTo>
                        <a:pt x="2012" y="893"/>
                      </a:lnTo>
                      <a:lnTo>
                        <a:pt x="2014" y="892"/>
                      </a:lnTo>
                      <a:lnTo>
                        <a:pt x="2015" y="892"/>
                      </a:lnTo>
                      <a:lnTo>
                        <a:pt x="2017" y="892"/>
                      </a:lnTo>
                      <a:lnTo>
                        <a:pt x="2018" y="892"/>
                      </a:lnTo>
                      <a:lnTo>
                        <a:pt x="2019" y="892"/>
                      </a:lnTo>
                      <a:lnTo>
                        <a:pt x="2021" y="892"/>
                      </a:lnTo>
                      <a:lnTo>
                        <a:pt x="2022" y="892"/>
                      </a:lnTo>
                      <a:lnTo>
                        <a:pt x="2024" y="892"/>
                      </a:lnTo>
                      <a:lnTo>
                        <a:pt x="2025" y="892"/>
                      </a:lnTo>
                      <a:lnTo>
                        <a:pt x="2026" y="892"/>
                      </a:lnTo>
                      <a:lnTo>
                        <a:pt x="2028" y="891"/>
                      </a:lnTo>
                      <a:lnTo>
                        <a:pt x="2029" y="893"/>
                      </a:lnTo>
                      <a:lnTo>
                        <a:pt x="2031" y="893"/>
                      </a:lnTo>
                      <a:lnTo>
                        <a:pt x="2032" y="893"/>
                      </a:lnTo>
                      <a:lnTo>
                        <a:pt x="2033" y="893"/>
                      </a:lnTo>
                      <a:lnTo>
                        <a:pt x="2035" y="893"/>
                      </a:lnTo>
                      <a:lnTo>
                        <a:pt x="2036" y="893"/>
                      </a:lnTo>
                      <a:lnTo>
                        <a:pt x="2038" y="893"/>
                      </a:lnTo>
                      <a:lnTo>
                        <a:pt x="2039" y="893"/>
                      </a:lnTo>
                      <a:lnTo>
                        <a:pt x="2040" y="893"/>
                      </a:lnTo>
                      <a:lnTo>
                        <a:pt x="2042" y="892"/>
                      </a:lnTo>
                      <a:lnTo>
                        <a:pt x="2043" y="892"/>
                      </a:lnTo>
                      <a:lnTo>
                        <a:pt x="2045" y="891"/>
                      </a:lnTo>
                      <a:lnTo>
                        <a:pt x="2046" y="891"/>
                      </a:lnTo>
                      <a:lnTo>
                        <a:pt x="2047" y="891"/>
                      </a:lnTo>
                      <a:lnTo>
                        <a:pt x="2049" y="891"/>
                      </a:lnTo>
                      <a:lnTo>
                        <a:pt x="2050" y="891"/>
                      </a:lnTo>
                      <a:lnTo>
                        <a:pt x="2052" y="891"/>
                      </a:lnTo>
                      <a:lnTo>
                        <a:pt x="2053" y="891"/>
                      </a:lnTo>
                      <a:lnTo>
                        <a:pt x="2054" y="891"/>
                      </a:lnTo>
                      <a:lnTo>
                        <a:pt x="2056" y="891"/>
                      </a:lnTo>
                      <a:lnTo>
                        <a:pt x="2057" y="890"/>
                      </a:lnTo>
                      <a:lnTo>
                        <a:pt x="2059" y="890"/>
                      </a:lnTo>
                      <a:lnTo>
                        <a:pt x="2060" y="891"/>
                      </a:lnTo>
                      <a:lnTo>
                        <a:pt x="2061" y="890"/>
                      </a:lnTo>
                      <a:lnTo>
                        <a:pt x="2063" y="890"/>
                      </a:lnTo>
                      <a:lnTo>
                        <a:pt x="2064" y="891"/>
                      </a:lnTo>
                      <a:lnTo>
                        <a:pt x="2066" y="891"/>
                      </a:lnTo>
                      <a:lnTo>
                        <a:pt x="2067" y="891"/>
                      </a:lnTo>
                      <a:lnTo>
                        <a:pt x="2068" y="891"/>
                      </a:lnTo>
                      <a:lnTo>
                        <a:pt x="2070" y="891"/>
                      </a:lnTo>
                      <a:lnTo>
                        <a:pt x="2071" y="891"/>
                      </a:lnTo>
                      <a:lnTo>
                        <a:pt x="2073" y="891"/>
                      </a:lnTo>
                      <a:lnTo>
                        <a:pt x="2074" y="891"/>
                      </a:lnTo>
                      <a:lnTo>
                        <a:pt x="2076" y="891"/>
                      </a:lnTo>
                      <a:lnTo>
                        <a:pt x="2077" y="891"/>
                      </a:lnTo>
                      <a:lnTo>
                        <a:pt x="2078" y="891"/>
                      </a:lnTo>
                      <a:lnTo>
                        <a:pt x="2080" y="891"/>
                      </a:lnTo>
                      <a:lnTo>
                        <a:pt x="2081" y="891"/>
                      </a:lnTo>
                      <a:lnTo>
                        <a:pt x="2083" y="891"/>
                      </a:lnTo>
                      <a:lnTo>
                        <a:pt x="2084" y="891"/>
                      </a:lnTo>
                      <a:lnTo>
                        <a:pt x="2085" y="891"/>
                      </a:lnTo>
                      <a:lnTo>
                        <a:pt x="2087" y="891"/>
                      </a:lnTo>
                      <a:lnTo>
                        <a:pt x="2088" y="891"/>
                      </a:lnTo>
                      <a:lnTo>
                        <a:pt x="2090" y="891"/>
                      </a:lnTo>
                      <a:lnTo>
                        <a:pt x="2091" y="891"/>
                      </a:lnTo>
                      <a:lnTo>
                        <a:pt x="2092" y="891"/>
                      </a:lnTo>
                      <a:lnTo>
                        <a:pt x="2094" y="891"/>
                      </a:lnTo>
                      <a:lnTo>
                        <a:pt x="2095" y="891"/>
                      </a:lnTo>
                      <a:lnTo>
                        <a:pt x="2097" y="891"/>
                      </a:lnTo>
                      <a:lnTo>
                        <a:pt x="2098" y="891"/>
                      </a:lnTo>
                      <a:lnTo>
                        <a:pt x="2099" y="891"/>
                      </a:lnTo>
                      <a:lnTo>
                        <a:pt x="2101" y="891"/>
                      </a:lnTo>
                      <a:lnTo>
                        <a:pt x="2102" y="891"/>
                      </a:lnTo>
                      <a:lnTo>
                        <a:pt x="2104" y="891"/>
                      </a:lnTo>
                      <a:lnTo>
                        <a:pt x="2105" y="892"/>
                      </a:lnTo>
                      <a:lnTo>
                        <a:pt x="2106" y="892"/>
                      </a:lnTo>
                      <a:lnTo>
                        <a:pt x="2108" y="892"/>
                      </a:lnTo>
                      <a:lnTo>
                        <a:pt x="2109" y="892"/>
                      </a:lnTo>
                      <a:lnTo>
                        <a:pt x="2111" y="892"/>
                      </a:lnTo>
                      <a:lnTo>
                        <a:pt x="2112" y="892"/>
                      </a:lnTo>
                      <a:lnTo>
                        <a:pt x="2113" y="892"/>
                      </a:lnTo>
                      <a:lnTo>
                        <a:pt x="2115" y="892"/>
                      </a:lnTo>
                      <a:lnTo>
                        <a:pt x="2116" y="892"/>
                      </a:lnTo>
                      <a:lnTo>
                        <a:pt x="2118" y="892"/>
                      </a:lnTo>
                      <a:lnTo>
                        <a:pt x="2119" y="892"/>
                      </a:lnTo>
                      <a:lnTo>
                        <a:pt x="2120" y="892"/>
                      </a:lnTo>
                      <a:lnTo>
                        <a:pt x="2122" y="892"/>
                      </a:lnTo>
                      <a:lnTo>
                        <a:pt x="2123" y="892"/>
                      </a:lnTo>
                      <a:lnTo>
                        <a:pt x="2125" y="892"/>
                      </a:lnTo>
                      <a:lnTo>
                        <a:pt x="2126" y="892"/>
                      </a:lnTo>
                      <a:lnTo>
                        <a:pt x="2127" y="892"/>
                      </a:lnTo>
                      <a:lnTo>
                        <a:pt x="2129" y="892"/>
                      </a:lnTo>
                      <a:lnTo>
                        <a:pt x="2130" y="892"/>
                      </a:lnTo>
                      <a:lnTo>
                        <a:pt x="2132" y="892"/>
                      </a:lnTo>
                      <a:lnTo>
                        <a:pt x="2133" y="892"/>
                      </a:lnTo>
                      <a:lnTo>
                        <a:pt x="2135" y="892"/>
                      </a:lnTo>
                      <a:lnTo>
                        <a:pt x="2136" y="892"/>
                      </a:lnTo>
                      <a:lnTo>
                        <a:pt x="2137" y="892"/>
                      </a:lnTo>
                      <a:lnTo>
                        <a:pt x="2139" y="892"/>
                      </a:lnTo>
                      <a:lnTo>
                        <a:pt x="2140" y="892"/>
                      </a:lnTo>
                      <a:lnTo>
                        <a:pt x="2142" y="892"/>
                      </a:lnTo>
                      <a:lnTo>
                        <a:pt x="2143" y="892"/>
                      </a:lnTo>
                      <a:lnTo>
                        <a:pt x="2144" y="892"/>
                      </a:lnTo>
                      <a:lnTo>
                        <a:pt x="2146" y="892"/>
                      </a:lnTo>
                      <a:lnTo>
                        <a:pt x="2147" y="892"/>
                      </a:lnTo>
                      <a:lnTo>
                        <a:pt x="2149" y="892"/>
                      </a:lnTo>
                      <a:lnTo>
                        <a:pt x="2150" y="892"/>
                      </a:lnTo>
                      <a:lnTo>
                        <a:pt x="2151" y="893"/>
                      </a:lnTo>
                      <a:lnTo>
                        <a:pt x="2153" y="893"/>
                      </a:lnTo>
                      <a:lnTo>
                        <a:pt x="2154" y="893"/>
                      </a:lnTo>
                      <a:lnTo>
                        <a:pt x="2156" y="893"/>
                      </a:lnTo>
                      <a:lnTo>
                        <a:pt x="2157" y="893"/>
                      </a:lnTo>
                      <a:lnTo>
                        <a:pt x="2158" y="893"/>
                      </a:lnTo>
                      <a:lnTo>
                        <a:pt x="2160" y="893"/>
                      </a:lnTo>
                      <a:lnTo>
                        <a:pt x="2161" y="893"/>
                      </a:lnTo>
                    </a:path>
                  </a:pathLst>
                </a:custGeom>
                <a:noFill/>
                <a:ln cap="flat" cmpd="sng" w="25400">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550" name="Google Shape;550;p17"/>
                <p:cNvSpPr/>
                <p:nvPr/>
              </p:nvSpPr>
              <p:spPr>
                <a:xfrm flipH="1" rot="10800000">
                  <a:off x="4721225" y="3924300"/>
                  <a:ext cx="355600" cy="6350"/>
                </a:xfrm>
                <a:custGeom>
                  <a:rect b="b" l="l" r="r" t="t"/>
                  <a:pathLst>
                    <a:path extrusionOk="0" h="4" w="241">
                      <a:moveTo>
                        <a:pt x="0" y="4"/>
                      </a:moveTo>
                      <a:lnTo>
                        <a:pt x="2" y="4"/>
                      </a:lnTo>
                      <a:lnTo>
                        <a:pt x="3" y="4"/>
                      </a:lnTo>
                      <a:lnTo>
                        <a:pt x="5" y="4"/>
                      </a:lnTo>
                      <a:lnTo>
                        <a:pt x="6" y="4"/>
                      </a:lnTo>
                      <a:lnTo>
                        <a:pt x="7" y="4"/>
                      </a:lnTo>
                      <a:lnTo>
                        <a:pt x="9" y="4"/>
                      </a:lnTo>
                      <a:lnTo>
                        <a:pt x="10" y="4"/>
                      </a:lnTo>
                      <a:lnTo>
                        <a:pt x="12" y="4"/>
                      </a:lnTo>
                      <a:lnTo>
                        <a:pt x="13" y="4"/>
                      </a:lnTo>
                      <a:lnTo>
                        <a:pt x="14" y="4"/>
                      </a:lnTo>
                      <a:lnTo>
                        <a:pt x="16" y="4"/>
                      </a:lnTo>
                      <a:lnTo>
                        <a:pt x="17" y="4"/>
                      </a:lnTo>
                      <a:lnTo>
                        <a:pt x="19" y="3"/>
                      </a:lnTo>
                      <a:lnTo>
                        <a:pt x="20" y="3"/>
                      </a:lnTo>
                      <a:lnTo>
                        <a:pt x="21" y="3"/>
                      </a:lnTo>
                      <a:lnTo>
                        <a:pt x="23" y="3"/>
                      </a:lnTo>
                      <a:lnTo>
                        <a:pt x="24" y="2"/>
                      </a:lnTo>
                      <a:lnTo>
                        <a:pt x="26" y="2"/>
                      </a:lnTo>
                      <a:lnTo>
                        <a:pt x="27" y="2"/>
                      </a:lnTo>
                      <a:lnTo>
                        <a:pt x="28" y="2"/>
                      </a:lnTo>
                      <a:lnTo>
                        <a:pt x="30" y="2"/>
                      </a:lnTo>
                      <a:lnTo>
                        <a:pt x="31" y="2"/>
                      </a:lnTo>
                      <a:lnTo>
                        <a:pt x="33" y="2"/>
                      </a:lnTo>
                      <a:lnTo>
                        <a:pt x="34" y="3"/>
                      </a:lnTo>
                      <a:lnTo>
                        <a:pt x="35" y="3"/>
                      </a:lnTo>
                      <a:lnTo>
                        <a:pt x="37" y="3"/>
                      </a:lnTo>
                      <a:lnTo>
                        <a:pt x="38" y="3"/>
                      </a:lnTo>
                      <a:lnTo>
                        <a:pt x="40" y="3"/>
                      </a:lnTo>
                      <a:lnTo>
                        <a:pt x="41" y="3"/>
                      </a:lnTo>
                      <a:lnTo>
                        <a:pt x="43" y="3"/>
                      </a:lnTo>
                      <a:lnTo>
                        <a:pt x="44" y="3"/>
                      </a:lnTo>
                      <a:lnTo>
                        <a:pt x="45" y="2"/>
                      </a:lnTo>
                      <a:lnTo>
                        <a:pt x="47" y="2"/>
                      </a:lnTo>
                      <a:lnTo>
                        <a:pt x="48" y="1"/>
                      </a:lnTo>
                      <a:lnTo>
                        <a:pt x="50" y="1"/>
                      </a:lnTo>
                      <a:lnTo>
                        <a:pt x="51" y="0"/>
                      </a:lnTo>
                      <a:lnTo>
                        <a:pt x="52" y="0"/>
                      </a:lnTo>
                      <a:lnTo>
                        <a:pt x="54" y="1"/>
                      </a:lnTo>
                      <a:lnTo>
                        <a:pt x="55" y="1"/>
                      </a:lnTo>
                      <a:lnTo>
                        <a:pt x="57" y="0"/>
                      </a:lnTo>
                      <a:lnTo>
                        <a:pt x="58" y="1"/>
                      </a:lnTo>
                      <a:lnTo>
                        <a:pt x="59" y="1"/>
                      </a:lnTo>
                      <a:lnTo>
                        <a:pt x="61" y="1"/>
                      </a:lnTo>
                      <a:lnTo>
                        <a:pt x="62" y="0"/>
                      </a:lnTo>
                      <a:lnTo>
                        <a:pt x="64" y="0"/>
                      </a:lnTo>
                      <a:lnTo>
                        <a:pt x="65" y="0"/>
                      </a:lnTo>
                      <a:lnTo>
                        <a:pt x="66" y="0"/>
                      </a:lnTo>
                      <a:lnTo>
                        <a:pt x="68" y="0"/>
                      </a:lnTo>
                      <a:lnTo>
                        <a:pt x="69" y="0"/>
                      </a:lnTo>
                      <a:lnTo>
                        <a:pt x="71" y="0"/>
                      </a:lnTo>
                      <a:lnTo>
                        <a:pt x="72" y="0"/>
                      </a:lnTo>
                      <a:lnTo>
                        <a:pt x="73" y="0"/>
                      </a:lnTo>
                      <a:lnTo>
                        <a:pt x="75" y="0"/>
                      </a:lnTo>
                      <a:lnTo>
                        <a:pt x="76" y="0"/>
                      </a:lnTo>
                      <a:lnTo>
                        <a:pt x="78" y="0"/>
                      </a:lnTo>
                      <a:lnTo>
                        <a:pt x="79" y="0"/>
                      </a:lnTo>
                      <a:lnTo>
                        <a:pt x="80" y="0"/>
                      </a:lnTo>
                      <a:lnTo>
                        <a:pt x="82" y="1"/>
                      </a:lnTo>
                      <a:lnTo>
                        <a:pt x="83" y="1"/>
                      </a:lnTo>
                      <a:lnTo>
                        <a:pt x="85" y="1"/>
                      </a:lnTo>
                      <a:lnTo>
                        <a:pt x="86" y="1"/>
                      </a:lnTo>
                      <a:lnTo>
                        <a:pt x="87" y="1"/>
                      </a:lnTo>
                      <a:lnTo>
                        <a:pt x="89" y="1"/>
                      </a:lnTo>
                      <a:lnTo>
                        <a:pt x="90" y="1"/>
                      </a:lnTo>
                      <a:lnTo>
                        <a:pt x="92" y="1"/>
                      </a:lnTo>
                      <a:lnTo>
                        <a:pt x="93" y="1"/>
                      </a:lnTo>
                      <a:lnTo>
                        <a:pt x="94" y="1"/>
                      </a:lnTo>
                      <a:lnTo>
                        <a:pt x="96" y="1"/>
                      </a:lnTo>
                      <a:lnTo>
                        <a:pt x="97" y="1"/>
                      </a:lnTo>
                      <a:lnTo>
                        <a:pt x="99" y="1"/>
                      </a:lnTo>
                      <a:lnTo>
                        <a:pt x="100" y="1"/>
                      </a:lnTo>
                      <a:lnTo>
                        <a:pt x="102" y="1"/>
                      </a:lnTo>
                      <a:lnTo>
                        <a:pt x="103" y="1"/>
                      </a:lnTo>
                      <a:lnTo>
                        <a:pt x="104" y="1"/>
                      </a:lnTo>
                      <a:lnTo>
                        <a:pt x="106" y="1"/>
                      </a:lnTo>
                      <a:lnTo>
                        <a:pt x="107" y="1"/>
                      </a:lnTo>
                      <a:lnTo>
                        <a:pt x="109" y="1"/>
                      </a:lnTo>
                      <a:lnTo>
                        <a:pt x="110" y="1"/>
                      </a:lnTo>
                      <a:lnTo>
                        <a:pt x="111" y="1"/>
                      </a:lnTo>
                      <a:lnTo>
                        <a:pt x="113" y="1"/>
                      </a:lnTo>
                      <a:lnTo>
                        <a:pt x="114" y="1"/>
                      </a:lnTo>
                      <a:lnTo>
                        <a:pt x="116" y="1"/>
                      </a:lnTo>
                      <a:lnTo>
                        <a:pt x="117" y="1"/>
                      </a:lnTo>
                      <a:lnTo>
                        <a:pt x="118" y="1"/>
                      </a:lnTo>
                      <a:lnTo>
                        <a:pt x="120" y="1"/>
                      </a:lnTo>
                      <a:lnTo>
                        <a:pt x="121" y="1"/>
                      </a:lnTo>
                      <a:lnTo>
                        <a:pt x="123" y="1"/>
                      </a:lnTo>
                      <a:lnTo>
                        <a:pt x="124" y="1"/>
                      </a:lnTo>
                      <a:lnTo>
                        <a:pt x="125" y="1"/>
                      </a:lnTo>
                      <a:lnTo>
                        <a:pt x="127" y="1"/>
                      </a:lnTo>
                      <a:lnTo>
                        <a:pt x="128" y="1"/>
                      </a:lnTo>
                      <a:lnTo>
                        <a:pt x="130" y="1"/>
                      </a:lnTo>
                      <a:lnTo>
                        <a:pt x="131" y="1"/>
                      </a:lnTo>
                      <a:lnTo>
                        <a:pt x="132" y="1"/>
                      </a:lnTo>
                      <a:lnTo>
                        <a:pt x="134" y="1"/>
                      </a:lnTo>
                      <a:lnTo>
                        <a:pt x="135" y="1"/>
                      </a:lnTo>
                      <a:lnTo>
                        <a:pt x="137" y="1"/>
                      </a:lnTo>
                      <a:lnTo>
                        <a:pt x="138" y="1"/>
                      </a:lnTo>
                      <a:lnTo>
                        <a:pt x="139" y="1"/>
                      </a:lnTo>
                      <a:lnTo>
                        <a:pt x="141" y="2"/>
                      </a:lnTo>
                      <a:lnTo>
                        <a:pt x="142" y="2"/>
                      </a:lnTo>
                      <a:lnTo>
                        <a:pt x="144" y="2"/>
                      </a:lnTo>
                      <a:lnTo>
                        <a:pt x="145" y="2"/>
                      </a:lnTo>
                      <a:lnTo>
                        <a:pt x="146" y="2"/>
                      </a:lnTo>
                      <a:lnTo>
                        <a:pt x="148" y="2"/>
                      </a:lnTo>
                      <a:lnTo>
                        <a:pt x="149" y="2"/>
                      </a:lnTo>
                      <a:lnTo>
                        <a:pt x="151" y="2"/>
                      </a:lnTo>
                      <a:lnTo>
                        <a:pt x="152" y="2"/>
                      </a:lnTo>
                      <a:lnTo>
                        <a:pt x="153" y="2"/>
                      </a:lnTo>
                      <a:lnTo>
                        <a:pt x="155" y="2"/>
                      </a:lnTo>
                      <a:lnTo>
                        <a:pt x="156" y="2"/>
                      </a:lnTo>
                      <a:lnTo>
                        <a:pt x="158" y="2"/>
                      </a:lnTo>
                      <a:lnTo>
                        <a:pt x="159" y="2"/>
                      </a:lnTo>
                      <a:lnTo>
                        <a:pt x="160" y="2"/>
                      </a:lnTo>
                      <a:lnTo>
                        <a:pt x="162" y="2"/>
                      </a:lnTo>
                      <a:lnTo>
                        <a:pt x="163" y="2"/>
                      </a:lnTo>
                      <a:lnTo>
                        <a:pt x="165" y="2"/>
                      </a:lnTo>
                      <a:lnTo>
                        <a:pt x="166" y="2"/>
                      </a:lnTo>
                      <a:lnTo>
                        <a:pt x="168" y="2"/>
                      </a:lnTo>
                      <a:lnTo>
                        <a:pt x="169" y="2"/>
                      </a:lnTo>
                      <a:lnTo>
                        <a:pt x="170" y="2"/>
                      </a:lnTo>
                      <a:lnTo>
                        <a:pt x="172" y="2"/>
                      </a:lnTo>
                      <a:lnTo>
                        <a:pt x="173" y="2"/>
                      </a:lnTo>
                      <a:lnTo>
                        <a:pt x="175" y="2"/>
                      </a:lnTo>
                      <a:lnTo>
                        <a:pt x="176" y="2"/>
                      </a:lnTo>
                      <a:lnTo>
                        <a:pt x="177" y="2"/>
                      </a:lnTo>
                      <a:lnTo>
                        <a:pt x="179" y="2"/>
                      </a:lnTo>
                      <a:lnTo>
                        <a:pt x="180" y="2"/>
                      </a:lnTo>
                      <a:lnTo>
                        <a:pt x="182" y="2"/>
                      </a:lnTo>
                      <a:lnTo>
                        <a:pt x="183" y="2"/>
                      </a:lnTo>
                      <a:lnTo>
                        <a:pt x="184" y="2"/>
                      </a:lnTo>
                      <a:lnTo>
                        <a:pt x="186" y="2"/>
                      </a:lnTo>
                      <a:lnTo>
                        <a:pt x="187" y="2"/>
                      </a:lnTo>
                      <a:lnTo>
                        <a:pt x="189" y="2"/>
                      </a:lnTo>
                      <a:lnTo>
                        <a:pt x="190" y="2"/>
                      </a:lnTo>
                      <a:lnTo>
                        <a:pt x="191" y="2"/>
                      </a:lnTo>
                      <a:lnTo>
                        <a:pt x="193" y="3"/>
                      </a:lnTo>
                      <a:lnTo>
                        <a:pt x="194" y="3"/>
                      </a:lnTo>
                      <a:lnTo>
                        <a:pt x="196" y="3"/>
                      </a:lnTo>
                      <a:lnTo>
                        <a:pt x="197" y="3"/>
                      </a:lnTo>
                      <a:lnTo>
                        <a:pt x="198" y="3"/>
                      </a:lnTo>
                      <a:lnTo>
                        <a:pt x="200" y="3"/>
                      </a:lnTo>
                      <a:lnTo>
                        <a:pt x="201" y="3"/>
                      </a:lnTo>
                      <a:lnTo>
                        <a:pt x="203" y="3"/>
                      </a:lnTo>
                      <a:lnTo>
                        <a:pt x="204" y="3"/>
                      </a:lnTo>
                      <a:lnTo>
                        <a:pt x="205" y="3"/>
                      </a:lnTo>
                      <a:lnTo>
                        <a:pt x="207" y="3"/>
                      </a:lnTo>
                      <a:lnTo>
                        <a:pt x="208" y="3"/>
                      </a:lnTo>
                      <a:lnTo>
                        <a:pt x="210" y="3"/>
                      </a:lnTo>
                      <a:lnTo>
                        <a:pt x="211" y="3"/>
                      </a:lnTo>
                      <a:lnTo>
                        <a:pt x="212" y="3"/>
                      </a:lnTo>
                      <a:lnTo>
                        <a:pt x="214" y="3"/>
                      </a:lnTo>
                      <a:lnTo>
                        <a:pt x="215" y="3"/>
                      </a:lnTo>
                      <a:lnTo>
                        <a:pt x="217" y="3"/>
                      </a:lnTo>
                      <a:lnTo>
                        <a:pt x="218" y="3"/>
                      </a:lnTo>
                      <a:lnTo>
                        <a:pt x="219" y="3"/>
                      </a:lnTo>
                      <a:lnTo>
                        <a:pt x="221" y="3"/>
                      </a:lnTo>
                      <a:lnTo>
                        <a:pt x="222" y="3"/>
                      </a:lnTo>
                      <a:lnTo>
                        <a:pt x="224" y="3"/>
                      </a:lnTo>
                      <a:lnTo>
                        <a:pt x="225" y="3"/>
                      </a:lnTo>
                      <a:lnTo>
                        <a:pt x="226" y="3"/>
                      </a:lnTo>
                      <a:lnTo>
                        <a:pt x="228" y="3"/>
                      </a:lnTo>
                      <a:lnTo>
                        <a:pt x="229" y="3"/>
                      </a:lnTo>
                      <a:lnTo>
                        <a:pt x="231" y="3"/>
                      </a:lnTo>
                      <a:lnTo>
                        <a:pt x="232" y="3"/>
                      </a:lnTo>
                      <a:lnTo>
                        <a:pt x="234" y="3"/>
                      </a:lnTo>
                      <a:lnTo>
                        <a:pt x="235" y="3"/>
                      </a:lnTo>
                      <a:lnTo>
                        <a:pt x="236" y="3"/>
                      </a:lnTo>
                      <a:lnTo>
                        <a:pt x="238" y="3"/>
                      </a:lnTo>
                      <a:lnTo>
                        <a:pt x="239" y="3"/>
                      </a:lnTo>
                      <a:lnTo>
                        <a:pt x="241" y="3"/>
                      </a:lnTo>
                    </a:path>
                  </a:pathLst>
                </a:custGeom>
                <a:noFill/>
                <a:ln cap="flat" cmpd="sng" w="25400">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551" name="Google Shape;551;p17"/>
                <p:cNvSpPr/>
                <p:nvPr/>
              </p:nvSpPr>
              <p:spPr>
                <a:xfrm flipH="1" rot="10800000">
                  <a:off x="1250950" y="2293938"/>
                  <a:ext cx="3192462" cy="1638300"/>
                </a:xfrm>
                <a:custGeom>
                  <a:rect b="b" l="l" r="r" t="t"/>
                  <a:pathLst>
                    <a:path extrusionOk="0" h="1107" w="2161">
                      <a:moveTo>
                        <a:pt x="0" y="0"/>
                      </a:moveTo>
                      <a:lnTo>
                        <a:pt x="1" y="0"/>
                      </a:lnTo>
                      <a:lnTo>
                        <a:pt x="3" y="0"/>
                      </a:lnTo>
                      <a:lnTo>
                        <a:pt x="4" y="0"/>
                      </a:lnTo>
                      <a:lnTo>
                        <a:pt x="5" y="0"/>
                      </a:lnTo>
                      <a:lnTo>
                        <a:pt x="7" y="0"/>
                      </a:lnTo>
                      <a:lnTo>
                        <a:pt x="8" y="0"/>
                      </a:lnTo>
                      <a:lnTo>
                        <a:pt x="10" y="0"/>
                      </a:lnTo>
                      <a:lnTo>
                        <a:pt x="11" y="0"/>
                      </a:lnTo>
                      <a:lnTo>
                        <a:pt x="12" y="0"/>
                      </a:lnTo>
                      <a:lnTo>
                        <a:pt x="14" y="0"/>
                      </a:lnTo>
                      <a:lnTo>
                        <a:pt x="15" y="0"/>
                      </a:lnTo>
                      <a:lnTo>
                        <a:pt x="17" y="0"/>
                      </a:lnTo>
                      <a:lnTo>
                        <a:pt x="18" y="0"/>
                      </a:lnTo>
                      <a:lnTo>
                        <a:pt x="19" y="0"/>
                      </a:lnTo>
                      <a:lnTo>
                        <a:pt x="21" y="0"/>
                      </a:lnTo>
                      <a:lnTo>
                        <a:pt x="22" y="0"/>
                      </a:lnTo>
                      <a:lnTo>
                        <a:pt x="24" y="0"/>
                      </a:lnTo>
                      <a:lnTo>
                        <a:pt x="25" y="0"/>
                      </a:lnTo>
                      <a:lnTo>
                        <a:pt x="26" y="0"/>
                      </a:lnTo>
                      <a:lnTo>
                        <a:pt x="28" y="0"/>
                      </a:lnTo>
                      <a:lnTo>
                        <a:pt x="29" y="0"/>
                      </a:lnTo>
                      <a:lnTo>
                        <a:pt x="31" y="1"/>
                      </a:lnTo>
                      <a:lnTo>
                        <a:pt x="32" y="1"/>
                      </a:lnTo>
                      <a:lnTo>
                        <a:pt x="33" y="1"/>
                      </a:lnTo>
                      <a:lnTo>
                        <a:pt x="35" y="1"/>
                      </a:lnTo>
                      <a:lnTo>
                        <a:pt x="36" y="1"/>
                      </a:lnTo>
                      <a:lnTo>
                        <a:pt x="38" y="1"/>
                      </a:lnTo>
                      <a:lnTo>
                        <a:pt x="39" y="1"/>
                      </a:lnTo>
                      <a:lnTo>
                        <a:pt x="41" y="1"/>
                      </a:lnTo>
                      <a:lnTo>
                        <a:pt x="42" y="1"/>
                      </a:lnTo>
                      <a:lnTo>
                        <a:pt x="43" y="1"/>
                      </a:lnTo>
                      <a:lnTo>
                        <a:pt x="45" y="1"/>
                      </a:lnTo>
                      <a:lnTo>
                        <a:pt x="46" y="1"/>
                      </a:lnTo>
                      <a:lnTo>
                        <a:pt x="48" y="1"/>
                      </a:lnTo>
                      <a:lnTo>
                        <a:pt x="49" y="1"/>
                      </a:lnTo>
                      <a:lnTo>
                        <a:pt x="50" y="1"/>
                      </a:lnTo>
                      <a:lnTo>
                        <a:pt x="52" y="1"/>
                      </a:lnTo>
                      <a:lnTo>
                        <a:pt x="53" y="1"/>
                      </a:lnTo>
                      <a:lnTo>
                        <a:pt x="55" y="1"/>
                      </a:lnTo>
                      <a:lnTo>
                        <a:pt x="56" y="1"/>
                      </a:lnTo>
                      <a:lnTo>
                        <a:pt x="57" y="1"/>
                      </a:lnTo>
                      <a:lnTo>
                        <a:pt x="59" y="1"/>
                      </a:lnTo>
                      <a:lnTo>
                        <a:pt x="60" y="1"/>
                      </a:lnTo>
                      <a:lnTo>
                        <a:pt x="62" y="1"/>
                      </a:lnTo>
                      <a:lnTo>
                        <a:pt x="63" y="1"/>
                      </a:lnTo>
                      <a:lnTo>
                        <a:pt x="64" y="1"/>
                      </a:lnTo>
                      <a:lnTo>
                        <a:pt x="66" y="1"/>
                      </a:lnTo>
                      <a:lnTo>
                        <a:pt x="67" y="1"/>
                      </a:lnTo>
                      <a:lnTo>
                        <a:pt x="69" y="1"/>
                      </a:lnTo>
                      <a:lnTo>
                        <a:pt x="70" y="1"/>
                      </a:lnTo>
                      <a:lnTo>
                        <a:pt x="71" y="1"/>
                      </a:lnTo>
                      <a:lnTo>
                        <a:pt x="73" y="1"/>
                      </a:lnTo>
                      <a:lnTo>
                        <a:pt x="74" y="1"/>
                      </a:lnTo>
                      <a:lnTo>
                        <a:pt x="76" y="1"/>
                      </a:lnTo>
                      <a:lnTo>
                        <a:pt x="77" y="1"/>
                      </a:lnTo>
                      <a:lnTo>
                        <a:pt x="78" y="1"/>
                      </a:lnTo>
                      <a:lnTo>
                        <a:pt x="80" y="1"/>
                      </a:lnTo>
                      <a:lnTo>
                        <a:pt x="81" y="1"/>
                      </a:lnTo>
                      <a:lnTo>
                        <a:pt x="83" y="1"/>
                      </a:lnTo>
                      <a:lnTo>
                        <a:pt x="84" y="1"/>
                      </a:lnTo>
                      <a:lnTo>
                        <a:pt x="85" y="1"/>
                      </a:lnTo>
                      <a:lnTo>
                        <a:pt x="87" y="1"/>
                      </a:lnTo>
                      <a:lnTo>
                        <a:pt x="88" y="1"/>
                      </a:lnTo>
                      <a:lnTo>
                        <a:pt x="90" y="1"/>
                      </a:lnTo>
                      <a:lnTo>
                        <a:pt x="91" y="1"/>
                      </a:lnTo>
                      <a:lnTo>
                        <a:pt x="92" y="1"/>
                      </a:lnTo>
                      <a:lnTo>
                        <a:pt x="94" y="1"/>
                      </a:lnTo>
                      <a:lnTo>
                        <a:pt x="95" y="1"/>
                      </a:lnTo>
                      <a:lnTo>
                        <a:pt x="97" y="1"/>
                      </a:lnTo>
                      <a:lnTo>
                        <a:pt x="98" y="1"/>
                      </a:lnTo>
                      <a:lnTo>
                        <a:pt x="99" y="1"/>
                      </a:lnTo>
                      <a:lnTo>
                        <a:pt x="101" y="1"/>
                      </a:lnTo>
                      <a:lnTo>
                        <a:pt x="102" y="1"/>
                      </a:lnTo>
                      <a:lnTo>
                        <a:pt x="104" y="1"/>
                      </a:lnTo>
                      <a:lnTo>
                        <a:pt x="105" y="1"/>
                      </a:lnTo>
                      <a:lnTo>
                        <a:pt x="107" y="1"/>
                      </a:lnTo>
                      <a:lnTo>
                        <a:pt x="108" y="1"/>
                      </a:lnTo>
                      <a:lnTo>
                        <a:pt x="109" y="1"/>
                      </a:lnTo>
                      <a:lnTo>
                        <a:pt x="111" y="1"/>
                      </a:lnTo>
                      <a:lnTo>
                        <a:pt x="112" y="1"/>
                      </a:lnTo>
                      <a:lnTo>
                        <a:pt x="114" y="1"/>
                      </a:lnTo>
                      <a:lnTo>
                        <a:pt x="115" y="1"/>
                      </a:lnTo>
                      <a:lnTo>
                        <a:pt x="116" y="1"/>
                      </a:lnTo>
                      <a:lnTo>
                        <a:pt x="118" y="1"/>
                      </a:lnTo>
                      <a:lnTo>
                        <a:pt x="119" y="1"/>
                      </a:lnTo>
                      <a:lnTo>
                        <a:pt x="121" y="1"/>
                      </a:lnTo>
                      <a:lnTo>
                        <a:pt x="122" y="1"/>
                      </a:lnTo>
                      <a:lnTo>
                        <a:pt x="123" y="1"/>
                      </a:lnTo>
                      <a:lnTo>
                        <a:pt x="125" y="1"/>
                      </a:lnTo>
                      <a:lnTo>
                        <a:pt x="126" y="1"/>
                      </a:lnTo>
                      <a:lnTo>
                        <a:pt x="128" y="1"/>
                      </a:lnTo>
                      <a:lnTo>
                        <a:pt x="129" y="1"/>
                      </a:lnTo>
                      <a:lnTo>
                        <a:pt x="130" y="1"/>
                      </a:lnTo>
                      <a:lnTo>
                        <a:pt x="132" y="1"/>
                      </a:lnTo>
                      <a:lnTo>
                        <a:pt x="133" y="1"/>
                      </a:lnTo>
                      <a:lnTo>
                        <a:pt x="135" y="1"/>
                      </a:lnTo>
                      <a:lnTo>
                        <a:pt x="136" y="1"/>
                      </a:lnTo>
                      <a:lnTo>
                        <a:pt x="137" y="1"/>
                      </a:lnTo>
                      <a:lnTo>
                        <a:pt x="139" y="1"/>
                      </a:lnTo>
                      <a:lnTo>
                        <a:pt x="140" y="1"/>
                      </a:lnTo>
                      <a:lnTo>
                        <a:pt x="142" y="1"/>
                      </a:lnTo>
                      <a:lnTo>
                        <a:pt x="143" y="1"/>
                      </a:lnTo>
                      <a:lnTo>
                        <a:pt x="144" y="1"/>
                      </a:lnTo>
                      <a:lnTo>
                        <a:pt x="146" y="1"/>
                      </a:lnTo>
                      <a:lnTo>
                        <a:pt x="147" y="1"/>
                      </a:lnTo>
                      <a:lnTo>
                        <a:pt x="149" y="1"/>
                      </a:lnTo>
                      <a:lnTo>
                        <a:pt x="150" y="1"/>
                      </a:lnTo>
                      <a:lnTo>
                        <a:pt x="151" y="1"/>
                      </a:lnTo>
                      <a:lnTo>
                        <a:pt x="153" y="1"/>
                      </a:lnTo>
                      <a:lnTo>
                        <a:pt x="154" y="1"/>
                      </a:lnTo>
                      <a:lnTo>
                        <a:pt x="156" y="1"/>
                      </a:lnTo>
                      <a:lnTo>
                        <a:pt x="157" y="1"/>
                      </a:lnTo>
                      <a:lnTo>
                        <a:pt x="158" y="1"/>
                      </a:lnTo>
                      <a:lnTo>
                        <a:pt x="160" y="1"/>
                      </a:lnTo>
                      <a:lnTo>
                        <a:pt x="161" y="1"/>
                      </a:lnTo>
                      <a:lnTo>
                        <a:pt x="163" y="1"/>
                      </a:lnTo>
                      <a:lnTo>
                        <a:pt x="164" y="13"/>
                      </a:lnTo>
                      <a:lnTo>
                        <a:pt x="165" y="40"/>
                      </a:lnTo>
                      <a:lnTo>
                        <a:pt x="167" y="52"/>
                      </a:lnTo>
                      <a:lnTo>
                        <a:pt x="168" y="60"/>
                      </a:lnTo>
                      <a:lnTo>
                        <a:pt x="170" y="67"/>
                      </a:lnTo>
                      <a:lnTo>
                        <a:pt x="171" y="74"/>
                      </a:lnTo>
                      <a:lnTo>
                        <a:pt x="173" y="81"/>
                      </a:lnTo>
                      <a:lnTo>
                        <a:pt x="174" y="88"/>
                      </a:lnTo>
                      <a:lnTo>
                        <a:pt x="175" y="94"/>
                      </a:lnTo>
                      <a:lnTo>
                        <a:pt x="177" y="101"/>
                      </a:lnTo>
                      <a:lnTo>
                        <a:pt x="178" y="108"/>
                      </a:lnTo>
                      <a:lnTo>
                        <a:pt x="180" y="115"/>
                      </a:lnTo>
                      <a:lnTo>
                        <a:pt x="181" y="122"/>
                      </a:lnTo>
                      <a:lnTo>
                        <a:pt x="182" y="129"/>
                      </a:lnTo>
                      <a:lnTo>
                        <a:pt x="184" y="135"/>
                      </a:lnTo>
                      <a:lnTo>
                        <a:pt x="185" y="142"/>
                      </a:lnTo>
                      <a:lnTo>
                        <a:pt x="187" y="149"/>
                      </a:lnTo>
                      <a:lnTo>
                        <a:pt x="188" y="157"/>
                      </a:lnTo>
                      <a:lnTo>
                        <a:pt x="189" y="164"/>
                      </a:lnTo>
                      <a:lnTo>
                        <a:pt x="191" y="171"/>
                      </a:lnTo>
                      <a:lnTo>
                        <a:pt x="192" y="178"/>
                      </a:lnTo>
                      <a:lnTo>
                        <a:pt x="194" y="185"/>
                      </a:lnTo>
                      <a:lnTo>
                        <a:pt x="195" y="193"/>
                      </a:lnTo>
                      <a:lnTo>
                        <a:pt x="196" y="200"/>
                      </a:lnTo>
                      <a:lnTo>
                        <a:pt x="198" y="208"/>
                      </a:lnTo>
                      <a:lnTo>
                        <a:pt x="199" y="215"/>
                      </a:lnTo>
                      <a:lnTo>
                        <a:pt x="201" y="223"/>
                      </a:lnTo>
                      <a:lnTo>
                        <a:pt x="202" y="230"/>
                      </a:lnTo>
                      <a:lnTo>
                        <a:pt x="203" y="238"/>
                      </a:lnTo>
                      <a:lnTo>
                        <a:pt x="205" y="246"/>
                      </a:lnTo>
                      <a:lnTo>
                        <a:pt x="206" y="253"/>
                      </a:lnTo>
                      <a:lnTo>
                        <a:pt x="208" y="261"/>
                      </a:lnTo>
                      <a:lnTo>
                        <a:pt x="209" y="269"/>
                      </a:lnTo>
                      <a:lnTo>
                        <a:pt x="210" y="277"/>
                      </a:lnTo>
                      <a:lnTo>
                        <a:pt x="212" y="284"/>
                      </a:lnTo>
                      <a:lnTo>
                        <a:pt x="213" y="292"/>
                      </a:lnTo>
                      <a:lnTo>
                        <a:pt x="215" y="300"/>
                      </a:lnTo>
                      <a:lnTo>
                        <a:pt x="216" y="308"/>
                      </a:lnTo>
                      <a:lnTo>
                        <a:pt x="217" y="316"/>
                      </a:lnTo>
                      <a:lnTo>
                        <a:pt x="219" y="324"/>
                      </a:lnTo>
                      <a:lnTo>
                        <a:pt x="220" y="332"/>
                      </a:lnTo>
                      <a:lnTo>
                        <a:pt x="222" y="340"/>
                      </a:lnTo>
                      <a:lnTo>
                        <a:pt x="223" y="347"/>
                      </a:lnTo>
                      <a:lnTo>
                        <a:pt x="224" y="355"/>
                      </a:lnTo>
                      <a:lnTo>
                        <a:pt x="226" y="363"/>
                      </a:lnTo>
                      <a:lnTo>
                        <a:pt x="227" y="371"/>
                      </a:lnTo>
                      <a:lnTo>
                        <a:pt x="229" y="379"/>
                      </a:lnTo>
                      <a:lnTo>
                        <a:pt x="230" y="386"/>
                      </a:lnTo>
                      <a:lnTo>
                        <a:pt x="232" y="394"/>
                      </a:lnTo>
                      <a:lnTo>
                        <a:pt x="233" y="402"/>
                      </a:lnTo>
                      <a:lnTo>
                        <a:pt x="234" y="409"/>
                      </a:lnTo>
                      <a:lnTo>
                        <a:pt x="236" y="417"/>
                      </a:lnTo>
                      <a:lnTo>
                        <a:pt x="237" y="424"/>
                      </a:lnTo>
                      <a:lnTo>
                        <a:pt x="239" y="432"/>
                      </a:lnTo>
                      <a:lnTo>
                        <a:pt x="240" y="439"/>
                      </a:lnTo>
                      <a:lnTo>
                        <a:pt x="241" y="447"/>
                      </a:lnTo>
                      <a:lnTo>
                        <a:pt x="243" y="454"/>
                      </a:lnTo>
                      <a:lnTo>
                        <a:pt x="244" y="461"/>
                      </a:lnTo>
                      <a:lnTo>
                        <a:pt x="246" y="468"/>
                      </a:lnTo>
                      <a:lnTo>
                        <a:pt x="247" y="475"/>
                      </a:lnTo>
                      <a:lnTo>
                        <a:pt x="248" y="481"/>
                      </a:lnTo>
                      <a:lnTo>
                        <a:pt x="250" y="488"/>
                      </a:lnTo>
                      <a:lnTo>
                        <a:pt x="251" y="495"/>
                      </a:lnTo>
                      <a:lnTo>
                        <a:pt x="253" y="501"/>
                      </a:lnTo>
                      <a:lnTo>
                        <a:pt x="254" y="507"/>
                      </a:lnTo>
                      <a:lnTo>
                        <a:pt x="255" y="514"/>
                      </a:lnTo>
                      <a:lnTo>
                        <a:pt x="257" y="520"/>
                      </a:lnTo>
                      <a:lnTo>
                        <a:pt x="258" y="525"/>
                      </a:lnTo>
                      <a:lnTo>
                        <a:pt x="260" y="531"/>
                      </a:lnTo>
                      <a:lnTo>
                        <a:pt x="261" y="537"/>
                      </a:lnTo>
                      <a:lnTo>
                        <a:pt x="262" y="542"/>
                      </a:lnTo>
                      <a:lnTo>
                        <a:pt x="264" y="548"/>
                      </a:lnTo>
                      <a:lnTo>
                        <a:pt x="265" y="553"/>
                      </a:lnTo>
                      <a:lnTo>
                        <a:pt x="267" y="558"/>
                      </a:lnTo>
                      <a:lnTo>
                        <a:pt x="268" y="563"/>
                      </a:lnTo>
                      <a:lnTo>
                        <a:pt x="269" y="568"/>
                      </a:lnTo>
                      <a:lnTo>
                        <a:pt x="271" y="573"/>
                      </a:lnTo>
                      <a:lnTo>
                        <a:pt x="272" y="578"/>
                      </a:lnTo>
                      <a:lnTo>
                        <a:pt x="274" y="582"/>
                      </a:lnTo>
                      <a:lnTo>
                        <a:pt x="275" y="587"/>
                      </a:lnTo>
                      <a:lnTo>
                        <a:pt x="276" y="591"/>
                      </a:lnTo>
                      <a:lnTo>
                        <a:pt x="278" y="595"/>
                      </a:lnTo>
                      <a:lnTo>
                        <a:pt x="279" y="600"/>
                      </a:lnTo>
                      <a:lnTo>
                        <a:pt x="281" y="604"/>
                      </a:lnTo>
                      <a:lnTo>
                        <a:pt x="282" y="608"/>
                      </a:lnTo>
                      <a:lnTo>
                        <a:pt x="283" y="612"/>
                      </a:lnTo>
                      <a:lnTo>
                        <a:pt x="285" y="616"/>
                      </a:lnTo>
                      <a:lnTo>
                        <a:pt x="286" y="620"/>
                      </a:lnTo>
                      <a:lnTo>
                        <a:pt x="288" y="624"/>
                      </a:lnTo>
                      <a:lnTo>
                        <a:pt x="289" y="628"/>
                      </a:lnTo>
                      <a:lnTo>
                        <a:pt x="290" y="632"/>
                      </a:lnTo>
                      <a:lnTo>
                        <a:pt x="292" y="635"/>
                      </a:lnTo>
                      <a:lnTo>
                        <a:pt x="293" y="639"/>
                      </a:lnTo>
                      <a:lnTo>
                        <a:pt x="295" y="643"/>
                      </a:lnTo>
                      <a:lnTo>
                        <a:pt x="296" y="647"/>
                      </a:lnTo>
                      <a:lnTo>
                        <a:pt x="298" y="650"/>
                      </a:lnTo>
                      <a:lnTo>
                        <a:pt x="299" y="654"/>
                      </a:lnTo>
                      <a:lnTo>
                        <a:pt x="300" y="658"/>
                      </a:lnTo>
                      <a:lnTo>
                        <a:pt x="302" y="661"/>
                      </a:lnTo>
                      <a:lnTo>
                        <a:pt x="303" y="665"/>
                      </a:lnTo>
                      <a:lnTo>
                        <a:pt x="305" y="668"/>
                      </a:lnTo>
                      <a:lnTo>
                        <a:pt x="306" y="672"/>
                      </a:lnTo>
                      <a:lnTo>
                        <a:pt x="307" y="675"/>
                      </a:lnTo>
                      <a:lnTo>
                        <a:pt x="309" y="679"/>
                      </a:lnTo>
                      <a:lnTo>
                        <a:pt x="310" y="682"/>
                      </a:lnTo>
                      <a:lnTo>
                        <a:pt x="312" y="686"/>
                      </a:lnTo>
                      <a:lnTo>
                        <a:pt x="313" y="689"/>
                      </a:lnTo>
                      <a:lnTo>
                        <a:pt x="314" y="693"/>
                      </a:lnTo>
                      <a:lnTo>
                        <a:pt x="316" y="696"/>
                      </a:lnTo>
                      <a:lnTo>
                        <a:pt x="317" y="700"/>
                      </a:lnTo>
                      <a:lnTo>
                        <a:pt x="319" y="703"/>
                      </a:lnTo>
                      <a:lnTo>
                        <a:pt x="320" y="706"/>
                      </a:lnTo>
                      <a:lnTo>
                        <a:pt x="321" y="710"/>
                      </a:lnTo>
                      <a:lnTo>
                        <a:pt x="323" y="713"/>
                      </a:lnTo>
                      <a:lnTo>
                        <a:pt x="324" y="717"/>
                      </a:lnTo>
                      <a:lnTo>
                        <a:pt x="326" y="720"/>
                      </a:lnTo>
                      <a:lnTo>
                        <a:pt x="327" y="723"/>
                      </a:lnTo>
                      <a:lnTo>
                        <a:pt x="328" y="727"/>
                      </a:lnTo>
                      <a:lnTo>
                        <a:pt x="330" y="730"/>
                      </a:lnTo>
                      <a:lnTo>
                        <a:pt x="331" y="733"/>
                      </a:lnTo>
                      <a:lnTo>
                        <a:pt x="333" y="736"/>
                      </a:lnTo>
                      <a:lnTo>
                        <a:pt x="334" y="740"/>
                      </a:lnTo>
                      <a:lnTo>
                        <a:pt x="335" y="743"/>
                      </a:lnTo>
                      <a:lnTo>
                        <a:pt x="337" y="746"/>
                      </a:lnTo>
                      <a:lnTo>
                        <a:pt x="338" y="749"/>
                      </a:lnTo>
                      <a:lnTo>
                        <a:pt x="340" y="753"/>
                      </a:lnTo>
                      <a:lnTo>
                        <a:pt x="341" y="756"/>
                      </a:lnTo>
                      <a:lnTo>
                        <a:pt x="342" y="759"/>
                      </a:lnTo>
                      <a:lnTo>
                        <a:pt x="344" y="763"/>
                      </a:lnTo>
                      <a:lnTo>
                        <a:pt x="345" y="766"/>
                      </a:lnTo>
                      <a:lnTo>
                        <a:pt x="347" y="769"/>
                      </a:lnTo>
                      <a:lnTo>
                        <a:pt x="348" y="772"/>
                      </a:lnTo>
                      <a:lnTo>
                        <a:pt x="349" y="776"/>
                      </a:lnTo>
                      <a:lnTo>
                        <a:pt x="351" y="779"/>
                      </a:lnTo>
                      <a:lnTo>
                        <a:pt x="352" y="782"/>
                      </a:lnTo>
                      <a:lnTo>
                        <a:pt x="354" y="785"/>
                      </a:lnTo>
                      <a:lnTo>
                        <a:pt x="355" y="789"/>
                      </a:lnTo>
                      <a:lnTo>
                        <a:pt x="356" y="792"/>
                      </a:lnTo>
                      <a:lnTo>
                        <a:pt x="358" y="795"/>
                      </a:lnTo>
                      <a:lnTo>
                        <a:pt x="359" y="798"/>
                      </a:lnTo>
                      <a:lnTo>
                        <a:pt x="361" y="802"/>
                      </a:lnTo>
                      <a:lnTo>
                        <a:pt x="362" y="805"/>
                      </a:lnTo>
                      <a:lnTo>
                        <a:pt x="364" y="808"/>
                      </a:lnTo>
                      <a:lnTo>
                        <a:pt x="365" y="811"/>
                      </a:lnTo>
                      <a:lnTo>
                        <a:pt x="366" y="814"/>
                      </a:lnTo>
                      <a:lnTo>
                        <a:pt x="368" y="818"/>
                      </a:lnTo>
                      <a:lnTo>
                        <a:pt x="369" y="821"/>
                      </a:lnTo>
                      <a:lnTo>
                        <a:pt x="371" y="824"/>
                      </a:lnTo>
                      <a:lnTo>
                        <a:pt x="372" y="827"/>
                      </a:lnTo>
                      <a:lnTo>
                        <a:pt x="373" y="830"/>
                      </a:lnTo>
                      <a:lnTo>
                        <a:pt x="375" y="834"/>
                      </a:lnTo>
                      <a:lnTo>
                        <a:pt x="376" y="837"/>
                      </a:lnTo>
                      <a:lnTo>
                        <a:pt x="378" y="840"/>
                      </a:lnTo>
                      <a:lnTo>
                        <a:pt x="379" y="843"/>
                      </a:lnTo>
                      <a:lnTo>
                        <a:pt x="380" y="846"/>
                      </a:lnTo>
                      <a:lnTo>
                        <a:pt x="382" y="849"/>
                      </a:lnTo>
                      <a:lnTo>
                        <a:pt x="383" y="852"/>
                      </a:lnTo>
                      <a:lnTo>
                        <a:pt x="385" y="855"/>
                      </a:lnTo>
                      <a:lnTo>
                        <a:pt x="386" y="858"/>
                      </a:lnTo>
                      <a:lnTo>
                        <a:pt x="387" y="861"/>
                      </a:lnTo>
                      <a:lnTo>
                        <a:pt x="389" y="864"/>
                      </a:lnTo>
                      <a:lnTo>
                        <a:pt x="390" y="867"/>
                      </a:lnTo>
                      <a:lnTo>
                        <a:pt x="392" y="869"/>
                      </a:lnTo>
                      <a:lnTo>
                        <a:pt x="393" y="872"/>
                      </a:lnTo>
                      <a:lnTo>
                        <a:pt x="394" y="875"/>
                      </a:lnTo>
                      <a:lnTo>
                        <a:pt x="396" y="878"/>
                      </a:lnTo>
                      <a:lnTo>
                        <a:pt x="397" y="881"/>
                      </a:lnTo>
                      <a:lnTo>
                        <a:pt x="399" y="884"/>
                      </a:lnTo>
                      <a:lnTo>
                        <a:pt x="400" y="887"/>
                      </a:lnTo>
                      <a:lnTo>
                        <a:pt x="401" y="889"/>
                      </a:lnTo>
                      <a:lnTo>
                        <a:pt x="403" y="892"/>
                      </a:lnTo>
                      <a:lnTo>
                        <a:pt x="404" y="895"/>
                      </a:lnTo>
                      <a:lnTo>
                        <a:pt x="406" y="897"/>
                      </a:lnTo>
                      <a:lnTo>
                        <a:pt x="407" y="900"/>
                      </a:lnTo>
                      <a:lnTo>
                        <a:pt x="408" y="903"/>
                      </a:lnTo>
                      <a:lnTo>
                        <a:pt x="410" y="906"/>
                      </a:lnTo>
                      <a:lnTo>
                        <a:pt x="411" y="908"/>
                      </a:lnTo>
                      <a:lnTo>
                        <a:pt x="413" y="911"/>
                      </a:lnTo>
                      <a:lnTo>
                        <a:pt x="414" y="913"/>
                      </a:lnTo>
                      <a:lnTo>
                        <a:pt x="415" y="916"/>
                      </a:lnTo>
                      <a:lnTo>
                        <a:pt x="417" y="919"/>
                      </a:lnTo>
                      <a:lnTo>
                        <a:pt x="418" y="921"/>
                      </a:lnTo>
                      <a:lnTo>
                        <a:pt x="420" y="924"/>
                      </a:lnTo>
                      <a:lnTo>
                        <a:pt x="421" y="926"/>
                      </a:lnTo>
                      <a:lnTo>
                        <a:pt x="423" y="929"/>
                      </a:lnTo>
                      <a:lnTo>
                        <a:pt x="424" y="931"/>
                      </a:lnTo>
                      <a:lnTo>
                        <a:pt x="425" y="933"/>
                      </a:lnTo>
                      <a:lnTo>
                        <a:pt x="427" y="936"/>
                      </a:lnTo>
                      <a:lnTo>
                        <a:pt x="428" y="938"/>
                      </a:lnTo>
                      <a:lnTo>
                        <a:pt x="430" y="941"/>
                      </a:lnTo>
                      <a:lnTo>
                        <a:pt x="431" y="943"/>
                      </a:lnTo>
                      <a:lnTo>
                        <a:pt x="432" y="945"/>
                      </a:lnTo>
                      <a:lnTo>
                        <a:pt x="434" y="948"/>
                      </a:lnTo>
                      <a:lnTo>
                        <a:pt x="435" y="950"/>
                      </a:lnTo>
                      <a:lnTo>
                        <a:pt x="437" y="952"/>
                      </a:lnTo>
                      <a:lnTo>
                        <a:pt x="438" y="954"/>
                      </a:lnTo>
                      <a:lnTo>
                        <a:pt x="439" y="957"/>
                      </a:lnTo>
                      <a:lnTo>
                        <a:pt x="441" y="959"/>
                      </a:lnTo>
                      <a:lnTo>
                        <a:pt x="442" y="961"/>
                      </a:lnTo>
                      <a:lnTo>
                        <a:pt x="444" y="963"/>
                      </a:lnTo>
                      <a:lnTo>
                        <a:pt x="445" y="965"/>
                      </a:lnTo>
                      <a:lnTo>
                        <a:pt x="446" y="967"/>
                      </a:lnTo>
                      <a:lnTo>
                        <a:pt x="448" y="970"/>
                      </a:lnTo>
                      <a:lnTo>
                        <a:pt x="449" y="972"/>
                      </a:lnTo>
                      <a:lnTo>
                        <a:pt x="451" y="974"/>
                      </a:lnTo>
                      <a:lnTo>
                        <a:pt x="452" y="976"/>
                      </a:lnTo>
                      <a:lnTo>
                        <a:pt x="453" y="978"/>
                      </a:lnTo>
                      <a:lnTo>
                        <a:pt x="455" y="980"/>
                      </a:lnTo>
                      <a:lnTo>
                        <a:pt x="456" y="982"/>
                      </a:lnTo>
                      <a:lnTo>
                        <a:pt x="458" y="984"/>
                      </a:lnTo>
                      <a:lnTo>
                        <a:pt x="459" y="986"/>
                      </a:lnTo>
                      <a:lnTo>
                        <a:pt x="460" y="988"/>
                      </a:lnTo>
                      <a:lnTo>
                        <a:pt x="462" y="990"/>
                      </a:lnTo>
                      <a:lnTo>
                        <a:pt x="463" y="992"/>
                      </a:lnTo>
                      <a:lnTo>
                        <a:pt x="465" y="994"/>
                      </a:lnTo>
                      <a:lnTo>
                        <a:pt x="466" y="996"/>
                      </a:lnTo>
                      <a:lnTo>
                        <a:pt x="467" y="997"/>
                      </a:lnTo>
                      <a:lnTo>
                        <a:pt x="469" y="999"/>
                      </a:lnTo>
                      <a:lnTo>
                        <a:pt x="470" y="1001"/>
                      </a:lnTo>
                      <a:lnTo>
                        <a:pt x="472" y="1003"/>
                      </a:lnTo>
                      <a:lnTo>
                        <a:pt x="473" y="1005"/>
                      </a:lnTo>
                      <a:lnTo>
                        <a:pt x="474" y="1006"/>
                      </a:lnTo>
                      <a:lnTo>
                        <a:pt x="476" y="1008"/>
                      </a:lnTo>
                      <a:lnTo>
                        <a:pt x="477" y="1010"/>
                      </a:lnTo>
                      <a:lnTo>
                        <a:pt x="479" y="1012"/>
                      </a:lnTo>
                      <a:lnTo>
                        <a:pt x="480" y="1013"/>
                      </a:lnTo>
                      <a:lnTo>
                        <a:pt x="481" y="1015"/>
                      </a:lnTo>
                      <a:lnTo>
                        <a:pt x="483" y="1017"/>
                      </a:lnTo>
                      <a:lnTo>
                        <a:pt x="484" y="1019"/>
                      </a:lnTo>
                      <a:lnTo>
                        <a:pt x="486" y="1020"/>
                      </a:lnTo>
                      <a:lnTo>
                        <a:pt x="487" y="1022"/>
                      </a:lnTo>
                      <a:lnTo>
                        <a:pt x="489" y="1024"/>
                      </a:lnTo>
                      <a:lnTo>
                        <a:pt x="490" y="1025"/>
                      </a:lnTo>
                      <a:lnTo>
                        <a:pt x="491" y="1027"/>
                      </a:lnTo>
                      <a:lnTo>
                        <a:pt x="493" y="1028"/>
                      </a:lnTo>
                      <a:lnTo>
                        <a:pt x="494" y="1030"/>
                      </a:lnTo>
                      <a:lnTo>
                        <a:pt x="496" y="1032"/>
                      </a:lnTo>
                      <a:lnTo>
                        <a:pt x="497" y="1033"/>
                      </a:lnTo>
                      <a:lnTo>
                        <a:pt x="498" y="1035"/>
                      </a:lnTo>
                      <a:lnTo>
                        <a:pt x="500" y="1036"/>
                      </a:lnTo>
                      <a:lnTo>
                        <a:pt x="501" y="1038"/>
                      </a:lnTo>
                      <a:lnTo>
                        <a:pt x="503" y="1039"/>
                      </a:lnTo>
                      <a:lnTo>
                        <a:pt x="504" y="1041"/>
                      </a:lnTo>
                      <a:lnTo>
                        <a:pt x="505" y="1042"/>
                      </a:lnTo>
                      <a:lnTo>
                        <a:pt x="507" y="1044"/>
                      </a:lnTo>
                      <a:lnTo>
                        <a:pt x="508" y="1045"/>
                      </a:lnTo>
                      <a:lnTo>
                        <a:pt x="510" y="1047"/>
                      </a:lnTo>
                      <a:lnTo>
                        <a:pt x="511" y="1048"/>
                      </a:lnTo>
                      <a:lnTo>
                        <a:pt x="512" y="1049"/>
                      </a:lnTo>
                      <a:lnTo>
                        <a:pt x="514" y="1051"/>
                      </a:lnTo>
                      <a:lnTo>
                        <a:pt x="515" y="1052"/>
                      </a:lnTo>
                      <a:lnTo>
                        <a:pt x="517" y="1053"/>
                      </a:lnTo>
                      <a:lnTo>
                        <a:pt x="518" y="1055"/>
                      </a:lnTo>
                      <a:lnTo>
                        <a:pt x="519" y="1056"/>
                      </a:lnTo>
                      <a:lnTo>
                        <a:pt x="521" y="1057"/>
                      </a:lnTo>
                      <a:lnTo>
                        <a:pt x="522" y="1059"/>
                      </a:lnTo>
                      <a:lnTo>
                        <a:pt x="524" y="1060"/>
                      </a:lnTo>
                      <a:lnTo>
                        <a:pt x="525" y="1061"/>
                      </a:lnTo>
                      <a:lnTo>
                        <a:pt x="526" y="1062"/>
                      </a:lnTo>
                      <a:lnTo>
                        <a:pt x="528" y="1064"/>
                      </a:lnTo>
                      <a:lnTo>
                        <a:pt x="529" y="1065"/>
                      </a:lnTo>
                      <a:lnTo>
                        <a:pt x="531" y="1066"/>
                      </a:lnTo>
                      <a:lnTo>
                        <a:pt x="532" y="1068"/>
                      </a:lnTo>
                      <a:lnTo>
                        <a:pt x="533" y="1069"/>
                      </a:lnTo>
                      <a:lnTo>
                        <a:pt x="535" y="1070"/>
                      </a:lnTo>
                      <a:lnTo>
                        <a:pt x="536" y="1071"/>
                      </a:lnTo>
                      <a:lnTo>
                        <a:pt x="538" y="1072"/>
                      </a:lnTo>
                      <a:lnTo>
                        <a:pt x="539" y="1074"/>
                      </a:lnTo>
                      <a:lnTo>
                        <a:pt x="540" y="1075"/>
                      </a:lnTo>
                      <a:lnTo>
                        <a:pt x="542" y="1076"/>
                      </a:lnTo>
                      <a:lnTo>
                        <a:pt x="543" y="1077"/>
                      </a:lnTo>
                      <a:lnTo>
                        <a:pt x="545" y="1078"/>
                      </a:lnTo>
                      <a:lnTo>
                        <a:pt x="546" y="1079"/>
                      </a:lnTo>
                      <a:lnTo>
                        <a:pt x="548" y="1081"/>
                      </a:lnTo>
                      <a:lnTo>
                        <a:pt x="549" y="1082"/>
                      </a:lnTo>
                      <a:lnTo>
                        <a:pt x="550" y="1083"/>
                      </a:lnTo>
                      <a:lnTo>
                        <a:pt x="552" y="1084"/>
                      </a:lnTo>
                      <a:lnTo>
                        <a:pt x="553" y="1085"/>
                      </a:lnTo>
                      <a:lnTo>
                        <a:pt x="555" y="1086"/>
                      </a:lnTo>
                      <a:lnTo>
                        <a:pt x="556" y="1087"/>
                      </a:lnTo>
                      <a:lnTo>
                        <a:pt x="557" y="1088"/>
                      </a:lnTo>
                      <a:lnTo>
                        <a:pt x="559" y="1090"/>
                      </a:lnTo>
                      <a:lnTo>
                        <a:pt x="560" y="1091"/>
                      </a:lnTo>
                      <a:lnTo>
                        <a:pt x="562" y="1092"/>
                      </a:lnTo>
                      <a:lnTo>
                        <a:pt x="563" y="1093"/>
                      </a:lnTo>
                      <a:lnTo>
                        <a:pt x="564" y="1094"/>
                      </a:lnTo>
                      <a:lnTo>
                        <a:pt x="566" y="1095"/>
                      </a:lnTo>
                      <a:lnTo>
                        <a:pt x="567" y="1096"/>
                      </a:lnTo>
                      <a:lnTo>
                        <a:pt x="569" y="1097"/>
                      </a:lnTo>
                      <a:lnTo>
                        <a:pt x="570" y="1098"/>
                      </a:lnTo>
                      <a:lnTo>
                        <a:pt x="571" y="1099"/>
                      </a:lnTo>
                      <a:lnTo>
                        <a:pt x="573" y="1100"/>
                      </a:lnTo>
                      <a:lnTo>
                        <a:pt x="574" y="1101"/>
                      </a:lnTo>
                      <a:lnTo>
                        <a:pt x="576" y="1102"/>
                      </a:lnTo>
                      <a:lnTo>
                        <a:pt x="577" y="1103"/>
                      </a:lnTo>
                      <a:lnTo>
                        <a:pt x="578" y="1104"/>
                      </a:lnTo>
                      <a:lnTo>
                        <a:pt x="580" y="1105"/>
                      </a:lnTo>
                      <a:lnTo>
                        <a:pt x="581" y="1106"/>
                      </a:lnTo>
                      <a:lnTo>
                        <a:pt x="583" y="1107"/>
                      </a:lnTo>
                      <a:lnTo>
                        <a:pt x="584" y="1098"/>
                      </a:lnTo>
                      <a:lnTo>
                        <a:pt x="585" y="1072"/>
                      </a:lnTo>
                      <a:lnTo>
                        <a:pt x="587" y="1068"/>
                      </a:lnTo>
                      <a:lnTo>
                        <a:pt x="588" y="1066"/>
                      </a:lnTo>
                      <a:lnTo>
                        <a:pt x="590" y="1065"/>
                      </a:lnTo>
                      <a:lnTo>
                        <a:pt x="591" y="1064"/>
                      </a:lnTo>
                      <a:lnTo>
                        <a:pt x="592" y="1063"/>
                      </a:lnTo>
                      <a:lnTo>
                        <a:pt x="594" y="1063"/>
                      </a:lnTo>
                      <a:lnTo>
                        <a:pt x="595" y="1062"/>
                      </a:lnTo>
                      <a:lnTo>
                        <a:pt x="597" y="1061"/>
                      </a:lnTo>
                      <a:lnTo>
                        <a:pt x="598" y="1060"/>
                      </a:lnTo>
                      <a:lnTo>
                        <a:pt x="599" y="1060"/>
                      </a:lnTo>
                      <a:lnTo>
                        <a:pt x="601" y="1059"/>
                      </a:lnTo>
                      <a:lnTo>
                        <a:pt x="602" y="1058"/>
                      </a:lnTo>
                      <a:lnTo>
                        <a:pt x="604" y="1058"/>
                      </a:lnTo>
                      <a:lnTo>
                        <a:pt x="605" y="1057"/>
                      </a:lnTo>
                      <a:lnTo>
                        <a:pt x="606" y="1056"/>
                      </a:lnTo>
                      <a:lnTo>
                        <a:pt x="608" y="1056"/>
                      </a:lnTo>
                      <a:lnTo>
                        <a:pt x="609" y="1055"/>
                      </a:lnTo>
                      <a:lnTo>
                        <a:pt x="611" y="1055"/>
                      </a:lnTo>
                      <a:lnTo>
                        <a:pt x="612" y="1054"/>
                      </a:lnTo>
                      <a:lnTo>
                        <a:pt x="614" y="1054"/>
                      </a:lnTo>
                      <a:lnTo>
                        <a:pt x="615" y="1053"/>
                      </a:lnTo>
                      <a:lnTo>
                        <a:pt x="616" y="1053"/>
                      </a:lnTo>
                      <a:lnTo>
                        <a:pt x="618" y="1052"/>
                      </a:lnTo>
                      <a:lnTo>
                        <a:pt x="619" y="1052"/>
                      </a:lnTo>
                      <a:lnTo>
                        <a:pt x="621" y="1051"/>
                      </a:lnTo>
                      <a:lnTo>
                        <a:pt x="622" y="1051"/>
                      </a:lnTo>
                      <a:lnTo>
                        <a:pt x="623" y="1050"/>
                      </a:lnTo>
                      <a:lnTo>
                        <a:pt x="625" y="1050"/>
                      </a:lnTo>
                      <a:lnTo>
                        <a:pt x="626" y="1049"/>
                      </a:lnTo>
                      <a:lnTo>
                        <a:pt x="628" y="1049"/>
                      </a:lnTo>
                      <a:lnTo>
                        <a:pt x="629" y="1048"/>
                      </a:lnTo>
                      <a:lnTo>
                        <a:pt x="630" y="1048"/>
                      </a:lnTo>
                      <a:lnTo>
                        <a:pt x="632" y="1048"/>
                      </a:lnTo>
                      <a:lnTo>
                        <a:pt x="633" y="1047"/>
                      </a:lnTo>
                      <a:lnTo>
                        <a:pt x="635" y="1047"/>
                      </a:lnTo>
                      <a:lnTo>
                        <a:pt x="636" y="1046"/>
                      </a:lnTo>
                      <a:lnTo>
                        <a:pt x="637" y="1046"/>
                      </a:lnTo>
                      <a:lnTo>
                        <a:pt x="639" y="1046"/>
                      </a:lnTo>
                      <a:lnTo>
                        <a:pt x="640" y="1045"/>
                      </a:lnTo>
                      <a:lnTo>
                        <a:pt x="642" y="1045"/>
                      </a:lnTo>
                      <a:lnTo>
                        <a:pt x="643" y="1044"/>
                      </a:lnTo>
                      <a:lnTo>
                        <a:pt x="644" y="1044"/>
                      </a:lnTo>
                      <a:lnTo>
                        <a:pt x="646" y="1044"/>
                      </a:lnTo>
                      <a:lnTo>
                        <a:pt x="647" y="1043"/>
                      </a:lnTo>
                      <a:lnTo>
                        <a:pt x="649" y="1043"/>
                      </a:lnTo>
                      <a:lnTo>
                        <a:pt x="650" y="1043"/>
                      </a:lnTo>
                      <a:lnTo>
                        <a:pt x="651" y="1042"/>
                      </a:lnTo>
                      <a:lnTo>
                        <a:pt x="653" y="1042"/>
                      </a:lnTo>
                      <a:lnTo>
                        <a:pt x="654" y="1042"/>
                      </a:lnTo>
                      <a:lnTo>
                        <a:pt x="656" y="1041"/>
                      </a:lnTo>
                      <a:lnTo>
                        <a:pt x="657" y="1041"/>
                      </a:lnTo>
                      <a:lnTo>
                        <a:pt x="658" y="1041"/>
                      </a:lnTo>
                      <a:lnTo>
                        <a:pt x="660" y="1040"/>
                      </a:lnTo>
                      <a:lnTo>
                        <a:pt x="661" y="1040"/>
                      </a:lnTo>
                      <a:lnTo>
                        <a:pt x="663" y="1040"/>
                      </a:lnTo>
                      <a:lnTo>
                        <a:pt x="664" y="1039"/>
                      </a:lnTo>
                      <a:lnTo>
                        <a:pt x="665" y="1039"/>
                      </a:lnTo>
                      <a:lnTo>
                        <a:pt x="667" y="1039"/>
                      </a:lnTo>
                      <a:lnTo>
                        <a:pt x="668" y="1038"/>
                      </a:lnTo>
                      <a:lnTo>
                        <a:pt x="670" y="1038"/>
                      </a:lnTo>
                      <a:lnTo>
                        <a:pt x="671" y="1038"/>
                      </a:lnTo>
                      <a:lnTo>
                        <a:pt x="672" y="1038"/>
                      </a:lnTo>
                      <a:lnTo>
                        <a:pt x="674" y="1037"/>
                      </a:lnTo>
                      <a:lnTo>
                        <a:pt x="675" y="1037"/>
                      </a:lnTo>
                      <a:lnTo>
                        <a:pt x="677" y="1037"/>
                      </a:lnTo>
                      <a:lnTo>
                        <a:pt x="678" y="1036"/>
                      </a:lnTo>
                      <a:lnTo>
                        <a:pt x="680" y="1036"/>
                      </a:lnTo>
                      <a:lnTo>
                        <a:pt x="681" y="1036"/>
                      </a:lnTo>
                      <a:lnTo>
                        <a:pt x="682" y="1036"/>
                      </a:lnTo>
                      <a:lnTo>
                        <a:pt x="684" y="1035"/>
                      </a:lnTo>
                      <a:lnTo>
                        <a:pt x="685" y="1035"/>
                      </a:lnTo>
                      <a:lnTo>
                        <a:pt x="687" y="1035"/>
                      </a:lnTo>
                      <a:lnTo>
                        <a:pt x="688" y="1035"/>
                      </a:lnTo>
                      <a:lnTo>
                        <a:pt x="689" y="1034"/>
                      </a:lnTo>
                      <a:lnTo>
                        <a:pt x="691" y="1034"/>
                      </a:lnTo>
                      <a:lnTo>
                        <a:pt x="692" y="1034"/>
                      </a:lnTo>
                      <a:lnTo>
                        <a:pt x="694" y="1034"/>
                      </a:lnTo>
                      <a:lnTo>
                        <a:pt x="695" y="1033"/>
                      </a:lnTo>
                      <a:lnTo>
                        <a:pt x="696" y="1033"/>
                      </a:lnTo>
                      <a:lnTo>
                        <a:pt x="698" y="1033"/>
                      </a:lnTo>
                      <a:lnTo>
                        <a:pt x="699" y="1033"/>
                      </a:lnTo>
                      <a:lnTo>
                        <a:pt x="701" y="1032"/>
                      </a:lnTo>
                      <a:lnTo>
                        <a:pt x="702" y="1032"/>
                      </a:lnTo>
                      <a:lnTo>
                        <a:pt x="703" y="1032"/>
                      </a:lnTo>
                      <a:lnTo>
                        <a:pt x="705" y="1032"/>
                      </a:lnTo>
                      <a:lnTo>
                        <a:pt x="706" y="1031"/>
                      </a:lnTo>
                      <a:lnTo>
                        <a:pt x="708" y="1031"/>
                      </a:lnTo>
                      <a:lnTo>
                        <a:pt x="709" y="1031"/>
                      </a:lnTo>
                      <a:lnTo>
                        <a:pt x="710" y="1031"/>
                      </a:lnTo>
                      <a:lnTo>
                        <a:pt x="712" y="1031"/>
                      </a:lnTo>
                      <a:lnTo>
                        <a:pt x="713" y="1030"/>
                      </a:lnTo>
                      <a:lnTo>
                        <a:pt x="715" y="1030"/>
                      </a:lnTo>
                      <a:lnTo>
                        <a:pt x="716" y="1030"/>
                      </a:lnTo>
                      <a:lnTo>
                        <a:pt x="717" y="1030"/>
                      </a:lnTo>
                      <a:lnTo>
                        <a:pt x="719" y="1029"/>
                      </a:lnTo>
                      <a:lnTo>
                        <a:pt x="720" y="1029"/>
                      </a:lnTo>
                      <a:lnTo>
                        <a:pt x="722" y="1029"/>
                      </a:lnTo>
                      <a:lnTo>
                        <a:pt x="723" y="1029"/>
                      </a:lnTo>
                      <a:lnTo>
                        <a:pt x="724" y="1029"/>
                      </a:lnTo>
                      <a:lnTo>
                        <a:pt x="726" y="1028"/>
                      </a:lnTo>
                      <a:lnTo>
                        <a:pt x="727" y="1028"/>
                      </a:lnTo>
                      <a:lnTo>
                        <a:pt x="729" y="1028"/>
                      </a:lnTo>
                      <a:lnTo>
                        <a:pt x="730" y="1028"/>
                      </a:lnTo>
                      <a:lnTo>
                        <a:pt x="731" y="1028"/>
                      </a:lnTo>
                      <a:lnTo>
                        <a:pt x="733" y="1027"/>
                      </a:lnTo>
                      <a:lnTo>
                        <a:pt x="734" y="1027"/>
                      </a:lnTo>
                      <a:lnTo>
                        <a:pt x="736" y="1027"/>
                      </a:lnTo>
                      <a:lnTo>
                        <a:pt x="737" y="1027"/>
                      </a:lnTo>
                      <a:lnTo>
                        <a:pt x="739" y="1027"/>
                      </a:lnTo>
                      <a:lnTo>
                        <a:pt x="740" y="1026"/>
                      </a:lnTo>
                      <a:lnTo>
                        <a:pt x="741" y="1026"/>
                      </a:lnTo>
                      <a:lnTo>
                        <a:pt x="743" y="1026"/>
                      </a:lnTo>
                      <a:lnTo>
                        <a:pt x="744" y="1026"/>
                      </a:lnTo>
                      <a:lnTo>
                        <a:pt x="746" y="1026"/>
                      </a:lnTo>
                      <a:lnTo>
                        <a:pt x="747" y="1026"/>
                      </a:lnTo>
                      <a:lnTo>
                        <a:pt x="748" y="1025"/>
                      </a:lnTo>
                      <a:lnTo>
                        <a:pt x="750" y="1025"/>
                      </a:lnTo>
                      <a:lnTo>
                        <a:pt x="751" y="1025"/>
                      </a:lnTo>
                      <a:lnTo>
                        <a:pt x="753" y="1025"/>
                      </a:lnTo>
                      <a:lnTo>
                        <a:pt x="754" y="1025"/>
                      </a:lnTo>
                      <a:lnTo>
                        <a:pt x="755" y="1025"/>
                      </a:lnTo>
                      <a:lnTo>
                        <a:pt x="757" y="1024"/>
                      </a:lnTo>
                      <a:lnTo>
                        <a:pt x="758" y="1024"/>
                      </a:lnTo>
                      <a:lnTo>
                        <a:pt x="760" y="1024"/>
                      </a:lnTo>
                      <a:lnTo>
                        <a:pt x="761" y="1024"/>
                      </a:lnTo>
                      <a:lnTo>
                        <a:pt x="762" y="1024"/>
                      </a:lnTo>
                      <a:lnTo>
                        <a:pt x="764" y="1024"/>
                      </a:lnTo>
                      <a:lnTo>
                        <a:pt x="765" y="1023"/>
                      </a:lnTo>
                      <a:lnTo>
                        <a:pt x="767" y="1023"/>
                      </a:lnTo>
                      <a:lnTo>
                        <a:pt x="768" y="1023"/>
                      </a:lnTo>
                      <a:lnTo>
                        <a:pt x="769" y="1023"/>
                      </a:lnTo>
                      <a:lnTo>
                        <a:pt x="771" y="1023"/>
                      </a:lnTo>
                      <a:lnTo>
                        <a:pt x="772" y="1023"/>
                      </a:lnTo>
                      <a:lnTo>
                        <a:pt x="774" y="1022"/>
                      </a:lnTo>
                      <a:lnTo>
                        <a:pt x="775" y="1022"/>
                      </a:lnTo>
                      <a:lnTo>
                        <a:pt x="776" y="1022"/>
                      </a:lnTo>
                      <a:lnTo>
                        <a:pt x="778" y="1022"/>
                      </a:lnTo>
                      <a:lnTo>
                        <a:pt x="779" y="1022"/>
                      </a:lnTo>
                      <a:lnTo>
                        <a:pt x="781" y="1022"/>
                      </a:lnTo>
                      <a:lnTo>
                        <a:pt x="782" y="1021"/>
                      </a:lnTo>
                      <a:lnTo>
                        <a:pt x="783" y="1021"/>
                      </a:lnTo>
                      <a:lnTo>
                        <a:pt x="785" y="1021"/>
                      </a:lnTo>
                      <a:lnTo>
                        <a:pt x="786" y="1021"/>
                      </a:lnTo>
                      <a:lnTo>
                        <a:pt x="788" y="1021"/>
                      </a:lnTo>
                      <a:lnTo>
                        <a:pt x="789" y="1021"/>
                      </a:lnTo>
                      <a:lnTo>
                        <a:pt x="790" y="1021"/>
                      </a:lnTo>
                      <a:lnTo>
                        <a:pt x="792" y="1020"/>
                      </a:lnTo>
                      <a:lnTo>
                        <a:pt x="793" y="1020"/>
                      </a:lnTo>
                      <a:lnTo>
                        <a:pt x="795" y="1020"/>
                      </a:lnTo>
                      <a:lnTo>
                        <a:pt x="796" y="1020"/>
                      </a:lnTo>
                      <a:lnTo>
                        <a:pt x="797" y="1020"/>
                      </a:lnTo>
                      <a:lnTo>
                        <a:pt x="799" y="1020"/>
                      </a:lnTo>
                      <a:lnTo>
                        <a:pt x="800" y="1020"/>
                      </a:lnTo>
                      <a:lnTo>
                        <a:pt x="802" y="1019"/>
                      </a:lnTo>
                      <a:lnTo>
                        <a:pt x="803" y="1019"/>
                      </a:lnTo>
                      <a:lnTo>
                        <a:pt x="805" y="1019"/>
                      </a:lnTo>
                      <a:lnTo>
                        <a:pt x="806" y="1019"/>
                      </a:lnTo>
                      <a:lnTo>
                        <a:pt x="807" y="1019"/>
                      </a:lnTo>
                      <a:lnTo>
                        <a:pt x="809" y="1019"/>
                      </a:lnTo>
                      <a:lnTo>
                        <a:pt x="810" y="1019"/>
                      </a:lnTo>
                      <a:lnTo>
                        <a:pt x="812" y="1018"/>
                      </a:lnTo>
                      <a:lnTo>
                        <a:pt x="813" y="1018"/>
                      </a:lnTo>
                      <a:lnTo>
                        <a:pt x="814" y="1018"/>
                      </a:lnTo>
                      <a:lnTo>
                        <a:pt x="816" y="1018"/>
                      </a:lnTo>
                      <a:lnTo>
                        <a:pt x="817" y="1018"/>
                      </a:lnTo>
                      <a:lnTo>
                        <a:pt x="819" y="1018"/>
                      </a:lnTo>
                      <a:lnTo>
                        <a:pt x="820" y="1018"/>
                      </a:lnTo>
                      <a:lnTo>
                        <a:pt x="821" y="1018"/>
                      </a:lnTo>
                      <a:lnTo>
                        <a:pt x="823" y="1017"/>
                      </a:lnTo>
                      <a:lnTo>
                        <a:pt x="824" y="1017"/>
                      </a:lnTo>
                      <a:lnTo>
                        <a:pt x="826" y="1017"/>
                      </a:lnTo>
                      <a:lnTo>
                        <a:pt x="827" y="1017"/>
                      </a:lnTo>
                      <a:lnTo>
                        <a:pt x="828" y="1017"/>
                      </a:lnTo>
                      <a:lnTo>
                        <a:pt x="830" y="1017"/>
                      </a:lnTo>
                      <a:lnTo>
                        <a:pt x="831" y="1017"/>
                      </a:lnTo>
                      <a:lnTo>
                        <a:pt x="833" y="1017"/>
                      </a:lnTo>
                      <a:lnTo>
                        <a:pt x="834" y="1017"/>
                      </a:lnTo>
                      <a:lnTo>
                        <a:pt x="835" y="1016"/>
                      </a:lnTo>
                      <a:lnTo>
                        <a:pt x="837" y="1016"/>
                      </a:lnTo>
                      <a:lnTo>
                        <a:pt x="838" y="1016"/>
                      </a:lnTo>
                      <a:lnTo>
                        <a:pt x="840" y="1016"/>
                      </a:lnTo>
                      <a:lnTo>
                        <a:pt x="841" y="1016"/>
                      </a:lnTo>
                      <a:lnTo>
                        <a:pt x="842" y="1016"/>
                      </a:lnTo>
                      <a:lnTo>
                        <a:pt x="844" y="1016"/>
                      </a:lnTo>
                      <a:lnTo>
                        <a:pt x="845" y="1016"/>
                      </a:lnTo>
                      <a:lnTo>
                        <a:pt x="847" y="1015"/>
                      </a:lnTo>
                      <a:lnTo>
                        <a:pt x="848" y="1015"/>
                      </a:lnTo>
                      <a:lnTo>
                        <a:pt x="849" y="1015"/>
                      </a:lnTo>
                      <a:lnTo>
                        <a:pt x="851" y="1015"/>
                      </a:lnTo>
                      <a:lnTo>
                        <a:pt x="852" y="1015"/>
                      </a:lnTo>
                      <a:lnTo>
                        <a:pt x="854" y="1015"/>
                      </a:lnTo>
                      <a:lnTo>
                        <a:pt x="855" y="1015"/>
                      </a:lnTo>
                      <a:lnTo>
                        <a:pt x="856" y="1015"/>
                      </a:lnTo>
                      <a:lnTo>
                        <a:pt x="858" y="1015"/>
                      </a:lnTo>
                      <a:lnTo>
                        <a:pt x="859" y="1014"/>
                      </a:lnTo>
                      <a:lnTo>
                        <a:pt x="861" y="1014"/>
                      </a:lnTo>
                      <a:lnTo>
                        <a:pt x="862" y="1014"/>
                      </a:lnTo>
                      <a:lnTo>
                        <a:pt x="863" y="1014"/>
                      </a:lnTo>
                      <a:lnTo>
                        <a:pt x="865" y="1014"/>
                      </a:lnTo>
                      <a:lnTo>
                        <a:pt x="866" y="1014"/>
                      </a:lnTo>
                      <a:lnTo>
                        <a:pt x="868" y="1014"/>
                      </a:lnTo>
                      <a:lnTo>
                        <a:pt x="869" y="1014"/>
                      </a:lnTo>
                      <a:lnTo>
                        <a:pt x="871" y="1014"/>
                      </a:lnTo>
                      <a:lnTo>
                        <a:pt x="872" y="1013"/>
                      </a:lnTo>
                      <a:lnTo>
                        <a:pt x="873" y="1013"/>
                      </a:lnTo>
                      <a:lnTo>
                        <a:pt x="875" y="1013"/>
                      </a:lnTo>
                      <a:lnTo>
                        <a:pt x="876" y="1013"/>
                      </a:lnTo>
                      <a:lnTo>
                        <a:pt x="878" y="1013"/>
                      </a:lnTo>
                      <a:lnTo>
                        <a:pt x="879" y="1013"/>
                      </a:lnTo>
                      <a:lnTo>
                        <a:pt x="880" y="1013"/>
                      </a:lnTo>
                      <a:lnTo>
                        <a:pt x="882" y="1013"/>
                      </a:lnTo>
                      <a:lnTo>
                        <a:pt x="883" y="1013"/>
                      </a:lnTo>
                      <a:lnTo>
                        <a:pt x="885" y="1013"/>
                      </a:lnTo>
                      <a:lnTo>
                        <a:pt x="886" y="1012"/>
                      </a:lnTo>
                      <a:lnTo>
                        <a:pt x="887" y="1012"/>
                      </a:lnTo>
                      <a:lnTo>
                        <a:pt x="889" y="1012"/>
                      </a:lnTo>
                      <a:lnTo>
                        <a:pt x="890" y="1012"/>
                      </a:lnTo>
                      <a:lnTo>
                        <a:pt x="892" y="1012"/>
                      </a:lnTo>
                      <a:lnTo>
                        <a:pt x="893" y="1012"/>
                      </a:lnTo>
                      <a:lnTo>
                        <a:pt x="894" y="1012"/>
                      </a:lnTo>
                      <a:lnTo>
                        <a:pt x="896" y="1012"/>
                      </a:lnTo>
                      <a:lnTo>
                        <a:pt x="897" y="1012"/>
                      </a:lnTo>
                      <a:lnTo>
                        <a:pt x="899" y="1012"/>
                      </a:lnTo>
                      <a:lnTo>
                        <a:pt x="900" y="1012"/>
                      </a:lnTo>
                      <a:lnTo>
                        <a:pt x="901" y="1011"/>
                      </a:lnTo>
                      <a:lnTo>
                        <a:pt x="903" y="1011"/>
                      </a:lnTo>
                      <a:lnTo>
                        <a:pt x="904" y="1011"/>
                      </a:lnTo>
                      <a:lnTo>
                        <a:pt x="906" y="1011"/>
                      </a:lnTo>
                      <a:lnTo>
                        <a:pt x="907" y="1011"/>
                      </a:lnTo>
                      <a:lnTo>
                        <a:pt x="908" y="1011"/>
                      </a:lnTo>
                      <a:lnTo>
                        <a:pt x="910" y="1011"/>
                      </a:lnTo>
                      <a:lnTo>
                        <a:pt x="911" y="1011"/>
                      </a:lnTo>
                      <a:lnTo>
                        <a:pt x="913" y="1011"/>
                      </a:lnTo>
                      <a:lnTo>
                        <a:pt x="914" y="1011"/>
                      </a:lnTo>
                      <a:lnTo>
                        <a:pt x="915" y="1011"/>
                      </a:lnTo>
                      <a:lnTo>
                        <a:pt x="917" y="1011"/>
                      </a:lnTo>
                      <a:lnTo>
                        <a:pt x="918" y="1010"/>
                      </a:lnTo>
                      <a:lnTo>
                        <a:pt x="920" y="1010"/>
                      </a:lnTo>
                      <a:lnTo>
                        <a:pt x="921" y="1010"/>
                      </a:lnTo>
                      <a:lnTo>
                        <a:pt x="922" y="1010"/>
                      </a:lnTo>
                      <a:lnTo>
                        <a:pt x="924" y="1010"/>
                      </a:lnTo>
                      <a:lnTo>
                        <a:pt x="925" y="1010"/>
                      </a:lnTo>
                      <a:lnTo>
                        <a:pt x="927" y="1010"/>
                      </a:lnTo>
                      <a:lnTo>
                        <a:pt x="928" y="1010"/>
                      </a:lnTo>
                      <a:lnTo>
                        <a:pt x="930" y="1010"/>
                      </a:lnTo>
                      <a:lnTo>
                        <a:pt x="931" y="1010"/>
                      </a:lnTo>
                      <a:lnTo>
                        <a:pt x="932" y="1010"/>
                      </a:lnTo>
                      <a:lnTo>
                        <a:pt x="934" y="1009"/>
                      </a:lnTo>
                      <a:lnTo>
                        <a:pt x="935" y="1009"/>
                      </a:lnTo>
                      <a:lnTo>
                        <a:pt x="937" y="1009"/>
                      </a:lnTo>
                      <a:lnTo>
                        <a:pt x="938" y="1009"/>
                      </a:lnTo>
                      <a:lnTo>
                        <a:pt x="939" y="1009"/>
                      </a:lnTo>
                      <a:lnTo>
                        <a:pt x="941" y="1009"/>
                      </a:lnTo>
                      <a:lnTo>
                        <a:pt x="942" y="1009"/>
                      </a:lnTo>
                      <a:lnTo>
                        <a:pt x="944" y="1009"/>
                      </a:lnTo>
                      <a:lnTo>
                        <a:pt x="945" y="1009"/>
                      </a:lnTo>
                      <a:lnTo>
                        <a:pt x="946" y="1009"/>
                      </a:lnTo>
                      <a:lnTo>
                        <a:pt x="948" y="1009"/>
                      </a:lnTo>
                      <a:lnTo>
                        <a:pt x="949" y="1009"/>
                      </a:lnTo>
                      <a:lnTo>
                        <a:pt x="951" y="1009"/>
                      </a:lnTo>
                      <a:lnTo>
                        <a:pt x="952" y="1008"/>
                      </a:lnTo>
                      <a:lnTo>
                        <a:pt x="953" y="1008"/>
                      </a:lnTo>
                      <a:lnTo>
                        <a:pt x="955" y="1008"/>
                      </a:lnTo>
                      <a:lnTo>
                        <a:pt x="956" y="1008"/>
                      </a:lnTo>
                      <a:lnTo>
                        <a:pt x="958" y="1008"/>
                      </a:lnTo>
                      <a:lnTo>
                        <a:pt x="959" y="1008"/>
                      </a:lnTo>
                      <a:lnTo>
                        <a:pt x="960" y="1008"/>
                      </a:lnTo>
                      <a:lnTo>
                        <a:pt x="962" y="1008"/>
                      </a:lnTo>
                      <a:lnTo>
                        <a:pt x="963" y="1008"/>
                      </a:lnTo>
                      <a:lnTo>
                        <a:pt x="965" y="1008"/>
                      </a:lnTo>
                      <a:lnTo>
                        <a:pt x="966" y="1008"/>
                      </a:lnTo>
                      <a:lnTo>
                        <a:pt x="967" y="1008"/>
                      </a:lnTo>
                      <a:lnTo>
                        <a:pt x="969" y="1008"/>
                      </a:lnTo>
                      <a:lnTo>
                        <a:pt x="970" y="1007"/>
                      </a:lnTo>
                      <a:lnTo>
                        <a:pt x="972" y="1007"/>
                      </a:lnTo>
                      <a:lnTo>
                        <a:pt x="973" y="1007"/>
                      </a:lnTo>
                      <a:lnTo>
                        <a:pt x="974" y="1007"/>
                      </a:lnTo>
                      <a:lnTo>
                        <a:pt x="976" y="1007"/>
                      </a:lnTo>
                      <a:lnTo>
                        <a:pt x="977" y="1007"/>
                      </a:lnTo>
                      <a:lnTo>
                        <a:pt x="979" y="1007"/>
                      </a:lnTo>
                      <a:lnTo>
                        <a:pt x="980" y="1007"/>
                      </a:lnTo>
                      <a:lnTo>
                        <a:pt x="981" y="1007"/>
                      </a:lnTo>
                      <a:lnTo>
                        <a:pt x="983" y="1007"/>
                      </a:lnTo>
                      <a:lnTo>
                        <a:pt x="984" y="1007"/>
                      </a:lnTo>
                      <a:lnTo>
                        <a:pt x="986" y="1007"/>
                      </a:lnTo>
                      <a:lnTo>
                        <a:pt x="987" y="1007"/>
                      </a:lnTo>
                      <a:lnTo>
                        <a:pt x="988" y="1007"/>
                      </a:lnTo>
                      <a:lnTo>
                        <a:pt x="990" y="1006"/>
                      </a:lnTo>
                      <a:lnTo>
                        <a:pt x="991" y="1006"/>
                      </a:lnTo>
                      <a:lnTo>
                        <a:pt x="993" y="1006"/>
                      </a:lnTo>
                      <a:lnTo>
                        <a:pt x="994" y="1006"/>
                      </a:lnTo>
                      <a:lnTo>
                        <a:pt x="996" y="1006"/>
                      </a:lnTo>
                      <a:lnTo>
                        <a:pt x="997" y="1006"/>
                      </a:lnTo>
                      <a:lnTo>
                        <a:pt x="998" y="1006"/>
                      </a:lnTo>
                      <a:lnTo>
                        <a:pt x="1000" y="1006"/>
                      </a:lnTo>
                      <a:lnTo>
                        <a:pt x="1001" y="1006"/>
                      </a:lnTo>
                      <a:lnTo>
                        <a:pt x="1003" y="1006"/>
                      </a:lnTo>
                      <a:lnTo>
                        <a:pt x="1004" y="1006"/>
                      </a:lnTo>
                      <a:lnTo>
                        <a:pt x="1005" y="1006"/>
                      </a:lnTo>
                      <a:lnTo>
                        <a:pt x="1007" y="1006"/>
                      </a:lnTo>
                      <a:lnTo>
                        <a:pt x="1008" y="1006"/>
                      </a:lnTo>
                      <a:lnTo>
                        <a:pt x="1010" y="1006"/>
                      </a:lnTo>
                      <a:lnTo>
                        <a:pt x="1011" y="1006"/>
                      </a:lnTo>
                      <a:lnTo>
                        <a:pt x="1012" y="1005"/>
                      </a:lnTo>
                      <a:lnTo>
                        <a:pt x="1014" y="1005"/>
                      </a:lnTo>
                      <a:lnTo>
                        <a:pt x="1015" y="1005"/>
                      </a:lnTo>
                      <a:lnTo>
                        <a:pt x="1017" y="1005"/>
                      </a:lnTo>
                      <a:lnTo>
                        <a:pt x="1018" y="1005"/>
                      </a:lnTo>
                      <a:lnTo>
                        <a:pt x="1019" y="1005"/>
                      </a:lnTo>
                      <a:lnTo>
                        <a:pt x="1021" y="1005"/>
                      </a:lnTo>
                      <a:lnTo>
                        <a:pt x="1022" y="1005"/>
                      </a:lnTo>
                      <a:lnTo>
                        <a:pt x="1024" y="1005"/>
                      </a:lnTo>
                      <a:lnTo>
                        <a:pt x="1025" y="1005"/>
                      </a:lnTo>
                      <a:lnTo>
                        <a:pt x="1026" y="1005"/>
                      </a:lnTo>
                      <a:lnTo>
                        <a:pt x="1028" y="1005"/>
                      </a:lnTo>
                      <a:lnTo>
                        <a:pt x="1029" y="1005"/>
                      </a:lnTo>
                      <a:lnTo>
                        <a:pt x="1031" y="1005"/>
                      </a:lnTo>
                      <a:lnTo>
                        <a:pt x="1032" y="1005"/>
                      </a:lnTo>
                      <a:lnTo>
                        <a:pt x="1033" y="1005"/>
                      </a:lnTo>
                      <a:lnTo>
                        <a:pt x="1035" y="1005"/>
                      </a:lnTo>
                      <a:lnTo>
                        <a:pt x="1036" y="1004"/>
                      </a:lnTo>
                      <a:lnTo>
                        <a:pt x="1038" y="1004"/>
                      </a:lnTo>
                      <a:lnTo>
                        <a:pt x="1039" y="1004"/>
                      </a:lnTo>
                      <a:lnTo>
                        <a:pt x="1040" y="1004"/>
                      </a:lnTo>
                      <a:lnTo>
                        <a:pt x="1042" y="1004"/>
                      </a:lnTo>
                      <a:lnTo>
                        <a:pt x="1043" y="1004"/>
                      </a:lnTo>
                      <a:lnTo>
                        <a:pt x="1045" y="1004"/>
                      </a:lnTo>
                      <a:lnTo>
                        <a:pt x="1046" y="1004"/>
                      </a:lnTo>
                      <a:lnTo>
                        <a:pt x="1047" y="1004"/>
                      </a:lnTo>
                      <a:lnTo>
                        <a:pt x="1049" y="1004"/>
                      </a:lnTo>
                      <a:lnTo>
                        <a:pt x="1050" y="1004"/>
                      </a:lnTo>
                      <a:lnTo>
                        <a:pt x="1052" y="1004"/>
                      </a:lnTo>
                      <a:lnTo>
                        <a:pt x="1053" y="1004"/>
                      </a:lnTo>
                      <a:lnTo>
                        <a:pt x="1055" y="1004"/>
                      </a:lnTo>
                      <a:lnTo>
                        <a:pt x="1056" y="1004"/>
                      </a:lnTo>
                      <a:lnTo>
                        <a:pt x="1057" y="1004"/>
                      </a:lnTo>
                      <a:lnTo>
                        <a:pt x="1059" y="1004"/>
                      </a:lnTo>
                      <a:lnTo>
                        <a:pt x="1060" y="1004"/>
                      </a:lnTo>
                      <a:lnTo>
                        <a:pt x="1062" y="1004"/>
                      </a:lnTo>
                      <a:lnTo>
                        <a:pt x="1063" y="1003"/>
                      </a:lnTo>
                      <a:lnTo>
                        <a:pt x="1064" y="1003"/>
                      </a:lnTo>
                      <a:lnTo>
                        <a:pt x="1066" y="1003"/>
                      </a:lnTo>
                      <a:lnTo>
                        <a:pt x="1067" y="1003"/>
                      </a:lnTo>
                      <a:lnTo>
                        <a:pt x="1069" y="1003"/>
                      </a:lnTo>
                      <a:lnTo>
                        <a:pt x="1070" y="1003"/>
                      </a:lnTo>
                      <a:lnTo>
                        <a:pt x="1071" y="1003"/>
                      </a:lnTo>
                      <a:lnTo>
                        <a:pt x="1073" y="1003"/>
                      </a:lnTo>
                      <a:lnTo>
                        <a:pt x="1074" y="1003"/>
                      </a:lnTo>
                      <a:lnTo>
                        <a:pt x="1076" y="1003"/>
                      </a:lnTo>
                      <a:lnTo>
                        <a:pt x="1077" y="1003"/>
                      </a:lnTo>
                      <a:lnTo>
                        <a:pt x="1078" y="1003"/>
                      </a:lnTo>
                      <a:lnTo>
                        <a:pt x="1080" y="1003"/>
                      </a:lnTo>
                      <a:lnTo>
                        <a:pt x="1081" y="1003"/>
                      </a:lnTo>
                      <a:lnTo>
                        <a:pt x="1083" y="1003"/>
                      </a:lnTo>
                      <a:lnTo>
                        <a:pt x="1084" y="1003"/>
                      </a:lnTo>
                      <a:lnTo>
                        <a:pt x="1085" y="1003"/>
                      </a:lnTo>
                      <a:lnTo>
                        <a:pt x="1087" y="1003"/>
                      </a:lnTo>
                      <a:lnTo>
                        <a:pt x="1088" y="1003"/>
                      </a:lnTo>
                      <a:lnTo>
                        <a:pt x="1090" y="1003"/>
                      </a:lnTo>
                      <a:lnTo>
                        <a:pt x="1091" y="1002"/>
                      </a:lnTo>
                      <a:lnTo>
                        <a:pt x="1092" y="1002"/>
                      </a:lnTo>
                      <a:lnTo>
                        <a:pt x="1094" y="1002"/>
                      </a:lnTo>
                      <a:lnTo>
                        <a:pt x="1095" y="1002"/>
                      </a:lnTo>
                      <a:lnTo>
                        <a:pt x="1097" y="1002"/>
                      </a:lnTo>
                      <a:lnTo>
                        <a:pt x="1098" y="1002"/>
                      </a:lnTo>
                      <a:lnTo>
                        <a:pt x="1099" y="1002"/>
                      </a:lnTo>
                      <a:lnTo>
                        <a:pt x="1101" y="1002"/>
                      </a:lnTo>
                      <a:lnTo>
                        <a:pt x="1102" y="1002"/>
                      </a:lnTo>
                      <a:lnTo>
                        <a:pt x="1104" y="1002"/>
                      </a:lnTo>
                      <a:lnTo>
                        <a:pt x="1105" y="1002"/>
                      </a:lnTo>
                      <a:lnTo>
                        <a:pt x="1106" y="1002"/>
                      </a:lnTo>
                      <a:lnTo>
                        <a:pt x="1108" y="1002"/>
                      </a:lnTo>
                      <a:lnTo>
                        <a:pt x="1109" y="1002"/>
                      </a:lnTo>
                      <a:lnTo>
                        <a:pt x="1111" y="1002"/>
                      </a:lnTo>
                      <a:lnTo>
                        <a:pt x="1112" y="1002"/>
                      </a:lnTo>
                      <a:lnTo>
                        <a:pt x="1113" y="1002"/>
                      </a:lnTo>
                      <a:lnTo>
                        <a:pt x="1115" y="1002"/>
                      </a:lnTo>
                      <a:lnTo>
                        <a:pt x="1116" y="1002"/>
                      </a:lnTo>
                      <a:lnTo>
                        <a:pt x="1118" y="1002"/>
                      </a:lnTo>
                      <a:lnTo>
                        <a:pt x="1119" y="1002"/>
                      </a:lnTo>
                      <a:lnTo>
                        <a:pt x="1121" y="1002"/>
                      </a:lnTo>
                      <a:lnTo>
                        <a:pt x="1122" y="1001"/>
                      </a:lnTo>
                      <a:lnTo>
                        <a:pt x="1123" y="1001"/>
                      </a:lnTo>
                      <a:lnTo>
                        <a:pt x="1125" y="1001"/>
                      </a:lnTo>
                      <a:lnTo>
                        <a:pt x="1126" y="1001"/>
                      </a:lnTo>
                      <a:lnTo>
                        <a:pt x="1128" y="1001"/>
                      </a:lnTo>
                      <a:lnTo>
                        <a:pt x="1129" y="1001"/>
                      </a:lnTo>
                      <a:lnTo>
                        <a:pt x="1130" y="1001"/>
                      </a:lnTo>
                      <a:lnTo>
                        <a:pt x="1132" y="1001"/>
                      </a:lnTo>
                      <a:lnTo>
                        <a:pt x="1133" y="1001"/>
                      </a:lnTo>
                      <a:lnTo>
                        <a:pt x="1135" y="1001"/>
                      </a:lnTo>
                      <a:lnTo>
                        <a:pt x="1136" y="1001"/>
                      </a:lnTo>
                      <a:lnTo>
                        <a:pt x="1137" y="1001"/>
                      </a:lnTo>
                      <a:lnTo>
                        <a:pt x="1139" y="1001"/>
                      </a:lnTo>
                      <a:lnTo>
                        <a:pt x="1140" y="1001"/>
                      </a:lnTo>
                      <a:lnTo>
                        <a:pt x="1142" y="1001"/>
                      </a:lnTo>
                      <a:lnTo>
                        <a:pt x="1143" y="1001"/>
                      </a:lnTo>
                      <a:lnTo>
                        <a:pt x="1144" y="1001"/>
                      </a:lnTo>
                      <a:lnTo>
                        <a:pt x="1146" y="1001"/>
                      </a:lnTo>
                      <a:lnTo>
                        <a:pt x="1147" y="1001"/>
                      </a:lnTo>
                      <a:lnTo>
                        <a:pt x="1149" y="1001"/>
                      </a:lnTo>
                      <a:lnTo>
                        <a:pt x="1150" y="1001"/>
                      </a:lnTo>
                      <a:lnTo>
                        <a:pt x="1151" y="1001"/>
                      </a:lnTo>
                      <a:lnTo>
                        <a:pt x="1153" y="1001"/>
                      </a:lnTo>
                      <a:lnTo>
                        <a:pt x="1154" y="1001"/>
                      </a:lnTo>
                      <a:lnTo>
                        <a:pt x="1156" y="1000"/>
                      </a:lnTo>
                      <a:lnTo>
                        <a:pt x="1157" y="1000"/>
                      </a:lnTo>
                      <a:lnTo>
                        <a:pt x="1158" y="1000"/>
                      </a:lnTo>
                      <a:lnTo>
                        <a:pt x="1160" y="1000"/>
                      </a:lnTo>
                      <a:lnTo>
                        <a:pt x="1161" y="1000"/>
                      </a:lnTo>
                      <a:lnTo>
                        <a:pt x="1163" y="1000"/>
                      </a:lnTo>
                      <a:lnTo>
                        <a:pt x="1164" y="1000"/>
                      </a:lnTo>
                      <a:lnTo>
                        <a:pt x="1165" y="1000"/>
                      </a:lnTo>
                      <a:lnTo>
                        <a:pt x="1167" y="1000"/>
                      </a:lnTo>
                      <a:lnTo>
                        <a:pt x="1168" y="1000"/>
                      </a:lnTo>
                      <a:lnTo>
                        <a:pt x="1170" y="1000"/>
                      </a:lnTo>
                      <a:lnTo>
                        <a:pt x="1171" y="1000"/>
                      </a:lnTo>
                      <a:lnTo>
                        <a:pt x="1172" y="1000"/>
                      </a:lnTo>
                      <a:lnTo>
                        <a:pt x="1174" y="1000"/>
                      </a:lnTo>
                      <a:lnTo>
                        <a:pt x="1175" y="1000"/>
                      </a:lnTo>
                      <a:lnTo>
                        <a:pt x="1177" y="1000"/>
                      </a:lnTo>
                      <a:lnTo>
                        <a:pt x="1178" y="1000"/>
                      </a:lnTo>
                      <a:lnTo>
                        <a:pt x="1179" y="1000"/>
                      </a:lnTo>
                      <a:lnTo>
                        <a:pt x="1181" y="1000"/>
                      </a:lnTo>
                      <a:lnTo>
                        <a:pt x="1182" y="1000"/>
                      </a:lnTo>
                      <a:lnTo>
                        <a:pt x="1184" y="1000"/>
                      </a:lnTo>
                      <a:lnTo>
                        <a:pt x="1185" y="1000"/>
                      </a:lnTo>
                      <a:lnTo>
                        <a:pt x="1187" y="1000"/>
                      </a:lnTo>
                      <a:lnTo>
                        <a:pt x="1188" y="1000"/>
                      </a:lnTo>
                      <a:lnTo>
                        <a:pt x="1189" y="1000"/>
                      </a:lnTo>
                      <a:lnTo>
                        <a:pt x="1191" y="1000"/>
                      </a:lnTo>
                      <a:lnTo>
                        <a:pt x="1192" y="1000"/>
                      </a:lnTo>
                      <a:lnTo>
                        <a:pt x="1194" y="1000"/>
                      </a:lnTo>
                      <a:lnTo>
                        <a:pt x="1195" y="999"/>
                      </a:lnTo>
                      <a:lnTo>
                        <a:pt x="1196" y="999"/>
                      </a:lnTo>
                      <a:lnTo>
                        <a:pt x="1198" y="999"/>
                      </a:lnTo>
                      <a:lnTo>
                        <a:pt x="1199" y="999"/>
                      </a:lnTo>
                      <a:lnTo>
                        <a:pt x="1201" y="999"/>
                      </a:lnTo>
                      <a:lnTo>
                        <a:pt x="1202" y="999"/>
                      </a:lnTo>
                      <a:lnTo>
                        <a:pt x="1203" y="999"/>
                      </a:lnTo>
                      <a:lnTo>
                        <a:pt x="1205" y="999"/>
                      </a:lnTo>
                      <a:lnTo>
                        <a:pt x="1206" y="999"/>
                      </a:lnTo>
                      <a:lnTo>
                        <a:pt x="1208" y="999"/>
                      </a:lnTo>
                      <a:lnTo>
                        <a:pt x="1209" y="999"/>
                      </a:lnTo>
                      <a:lnTo>
                        <a:pt x="1210" y="999"/>
                      </a:lnTo>
                      <a:lnTo>
                        <a:pt x="1212" y="999"/>
                      </a:lnTo>
                      <a:lnTo>
                        <a:pt x="1213" y="999"/>
                      </a:lnTo>
                      <a:lnTo>
                        <a:pt x="1215" y="999"/>
                      </a:lnTo>
                      <a:lnTo>
                        <a:pt x="1216" y="999"/>
                      </a:lnTo>
                      <a:lnTo>
                        <a:pt x="1217" y="999"/>
                      </a:lnTo>
                      <a:lnTo>
                        <a:pt x="1219" y="999"/>
                      </a:lnTo>
                      <a:lnTo>
                        <a:pt x="1220" y="999"/>
                      </a:lnTo>
                      <a:lnTo>
                        <a:pt x="1222" y="999"/>
                      </a:lnTo>
                      <a:lnTo>
                        <a:pt x="1223" y="999"/>
                      </a:lnTo>
                      <a:lnTo>
                        <a:pt x="1224" y="999"/>
                      </a:lnTo>
                      <a:lnTo>
                        <a:pt x="1226" y="999"/>
                      </a:lnTo>
                      <a:lnTo>
                        <a:pt x="1227" y="999"/>
                      </a:lnTo>
                      <a:lnTo>
                        <a:pt x="1229" y="999"/>
                      </a:lnTo>
                      <a:lnTo>
                        <a:pt x="1230" y="999"/>
                      </a:lnTo>
                      <a:lnTo>
                        <a:pt x="1231" y="999"/>
                      </a:lnTo>
                      <a:lnTo>
                        <a:pt x="1233" y="999"/>
                      </a:lnTo>
                      <a:lnTo>
                        <a:pt x="1234" y="999"/>
                      </a:lnTo>
                      <a:lnTo>
                        <a:pt x="1236" y="999"/>
                      </a:lnTo>
                      <a:lnTo>
                        <a:pt x="1237" y="999"/>
                      </a:lnTo>
                      <a:lnTo>
                        <a:pt x="1238" y="999"/>
                      </a:lnTo>
                      <a:lnTo>
                        <a:pt x="1240" y="999"/>
                      </a:lnTo>
                      <a:lnTo>
                        <a:pt x="1241" y="999"/>
                      </a:lnTo>
                      <a:lnTo>
                        <a:pt x="1243" y="998"/>
                      </a:lnTo>
                      <a:lnTo>
                        <a:pt x="1244" y="998"/>
                      </a:lnTo>
                      <a:lnTo>
                        <a:pt x="1246" y="998"/>
                      </a:lnTo>
                      <a:lnTo>
                        <a:pt x="1247" y="998"/>
                      </a:lnTo>
                      <a:lnTo>
                        <a:pt x="1248" y="998"/>
                      </a:lnTo>
                      <a:lnTo>
                        <a:pt x="1250" y="998"/>
                      </a:lnTo>
                      <a:lnTo>
                        <a:pt x="1251" y="998"/>
                      </a:lnTo>
                      <a:lnTo>
                        <a:pt x="1253" y="998"/>
                      </a:lnTo>
                      <a:lnTo>
                        <a:pt x="1254" y="998"/>
                      </a:lnTo>
                      <a:lnTo>
                        <a:pt x="1255" y="998"/>
                      </a:lnTo>
                      <a:lnTo>
                        <a:pt x="1257" y="998"/>
                      </a:lnTo>
                      <a:lnTo>
                        <a:pt x="1258" y="998"/>
                      </a:lnTo>
                      <a:lnTo>
                        <a:pt x="1260" y="998"/>
                      </a:lnTo>
                      <a:lnTo>
                        <a:pt x="1261" y="998"/>
                      </a:lnTo>
                      <a:lnTo>
                        <a:pt x="1262" y="998"/>
                      </a:lnTo>
                      <a:lnTo>
                        <a:pt x="1264" y="998"/>
                      </a:lnTo>
                      <a:lnTo>
                        <a:pt x="1265" y="998"/>
                      </a:lnTo>
                      <a:lnTo>
                        <a:pt x="1267" y="998"/>
                      </a:lnTo>
                      <a:lnTo>
                        <a:pt x="1268" y="998"/>
                      </a:lnTo>
                      <a:lnTo>
                        <a:pt x="1269" y="998"/>
                      </a:lnTo>
                      <a:lnTo>
                        <a:pt x="1271" y="998"/>
                      </a:lnTo>
                      <a:lnTo>
                        <a:pt x="1272" y="998"/>
                      </a:lnTo>
                      <a:lnTo>
                        <a:pt x="1274" y="998"/>
                      </a:lnTo>
                      <a:lnTo>
                        <a:pt x="1275" y="998"/>
                      </a:lnTo>
                      <a:lnTo>
                        <a:pt x="1276" y="998"/>
                      </a:lnTo>
                      <a:lnTo>
                        <a:pt x="1278" y="998"/>
                      </a:lnTo>
                      <a:lnTo>
                        <a:pt x="1279" y="998"/>
                      </a:lnTo>
                      <a:lnTo>
                        <a:pt x="1281" y="998"/>
                      </a:lnTo>
                      <a:lnTo>
                        <a:pt x="1282" y="998"/>
                      </a:lnTo>
                      <a:lnTo>
                        <a:pt x="1283" y="998"/>
                      </a:lnTo>
                      <a:lnTo>
                        <a:pt x="1285" y="998"/>
                      </a:lnTo>
                      <a:lnTo>
                        <a:pt x="1286" y="998"/>
                      </a:lnTo>
                      <a:lnTo>
                        <a:pt x="1288" y="998"/>
                      </a:lnTo>
                      <a:lnTo>
                        <a:pt x="1289" y="998"/>
                      </a:lnTo>
                      <a:lnTo>
                        <a:pt x="1290" y="998"/>
                      </a:lnTo>
                      <a:lnTo>
                        <a:pt x="1292" y="998"/>
                      </a:lnTo>
                      <a:lnTo>
                        <a:pt x="1293" y="998"/>
                      </a:lnTo>
                      <a:lnTo>
                        <a:pt x="1295" y="998"/>
                      </a:lnTo>
                      <a:lnTo>
                        <a:pt x="1296" y="998"/>
                      </a:lnTo>
                      <a:lnTo>
                        <a:pt x="1297" y="997"/>
                      </a:lnTo>
                      <a:lnTo>
                        <a:pt x="1299" y="997"/>
                      </a:lnTo>
                      <a:lnTo>
                        <a:pt x="1300" y="997"/>
                      </a:lnTo>
                      <a:lnTo>
                        <a:pt x="1302" y="997"/>
                      </a:lnTo>
                      <a:lnTo>
                        <a:pt x="1303" y="997"/>
                      </a:lnTo>
                      <a:lnTo>
                        <a:pt x="1304" y="997"/>
                      </a:lnTo>
                      <a:lnTo>
                        <a:pt x="1306" y="997"/>
                      </a:lnTo>
                      <a:lnTo>
                        <a:pt x="1307" y="997"/>
                      </a:lnTo>
                      <a:lnTo>
                        <a:pt x="1309" y="997"/>
                      </a:lnTo>
                      <a:lnTo>
                        <a:pt x="1310" y="997"/>
                      </a:lnTo>
                      <a:lnTo>
                        <a:pt x="1312" y="997"/>
                      </a:lnTo>
                      <a:lnTo>
                        <a:pt x="1313" y="997"/>
                      </a:lnTo>
                      <a:lnTo>
                        <a:pt x="1314" y="997"/>
                      </a:lnTo>
                      <a:lnTo>
                        <a:pt x="1316" y="997"/>
                      </a:lnTo>
                      <a:lnTo>
                        <a:pt x="1317" y="997"/>
                      </a:lnTo>
                      <a:lnTo>
                        <a:pt x="1319" y="997"/>
                      </a:lnTo>
                      <a:lnTo>
                        <a:pt x="1320" y="997"/>
                      </a:lnTo>
                      <a:lnTo>
                        <a:pt x="1321" y="997"/>
                      </a:lnTo>
                      <a:lnTo>
                        <a:pt x="1323" y="997"/>
                      </a:lnTo>
                      <a:lnTo>
                        <a:pt x="1324" y="997"/>
                      </a:lnTo>
                      <a:lnTo>
                        <a:pt x="1326" y="997"/>
                      </a:lnTo>
                      <a:lnTo>
                        <a:pt x="1327" y="997"/>
                      </a:lnTo>
                      <a:lnTo>
                        <a:pt x="1328" y="997"/>
                      </a:lnTo>
                      <a:lnTo>
                        <a:pt x="1330" y="997"/>
                      </a:lnTo>
                      <a:lnTo>
                        <a:pt x="1331" y="997"/>
                      </a:lnTo>
                      <a:lnTo>
                        <a:pt x="1333" y="997"/>
                      </a:lnTo>
                      <a:lnTo>
                        <a:pt x="1334" y="997"/>
                      </a:lnTo>
                      <a:lnTo>
                        <a:pt x="1335" y="997"/>
                      </a:lnTo>
                      <a:lnTo>
                        <a:pt x="1337" y="997"/>
                      </a:lnTo>
                      <a:lnTo>
                        <a:pt x="1338" y="997"/>
                      </a:lnTo>
                      <a:lnTo>
                        <a:pt x="1340" y="997"/>
                      </a:lnTo>
                      <a:lnTo>
                        <a:pt x="1341" y="997"/>
                      </a:lnTo>
                      <a:lnTo>
                        <a:pt x="1342" y="997"/>
                      </a:lnTo>
                      <a:lnTo>
                        <a:pt x="1344" y="997"/>
                      </a:lnTo>
                      <a:lnTo>
                        <a:pt x="1345" y="997"/>
                      </a:lnTo>
                      <a:lnTo>
                        <a:pt x="1347" y="997"/>
                      </a:lnTo>
                      <a:lnTo>
                        <a:pt x="1348" y="997"/>
                      </a:lnTo>
                      <a:lnTo>
                        <a:pt x="1349" y="997"/>
                      </a:lnTo>
                      <a:lnTo>
                        <a:pt x="1351" y="997"/>
                      </a:lnTo>
                      <a:lnTo>
                        <a:pt x="1352" y="997"/>
                      </a:lnTo>
                      <a:lnTo>
                        <a:pt x="1354" y="997"/>
                      </a:lnTo>
                      <a:lnTo>
                        <a:pt x="1355" y="997"/>
                      </a:lnTo>
                      <a:lnTo>
                        <a:pt x="1356" y="997"/>
                      </a:lnTo>
                      <a:lnTo>
                        <a:pt x="1358" y="997"/>
                      </a:lnTo>
                      <a:lnTo>
                        <a:pt x="1359" y="997"/>
                      </a:lnTo>
                      <a:lnTo>
                        <a:pt x="1361" y="997"/>
                      </a:lnTo>
                      <a:lnTo>
                        <a:pt x="1362" y="997"/>
                      </a:lnTo>
                      <a:lnTo>
                        <a:pt x="1363" y="997"/>
                      </a:lnTo>
                      <a:lnTo>
                        <a:pt x="1365" y="997"/>
                      </a:lnTo>
                      <a:lnTo>
                        <a:pt x="1366" y="996"/>
                      </a:lnTo>
                      <a:lnTo>
                        <a:pt x="1368" y="996"/>
                      </a:lnTo>
                      <a:lnTo>
                        <a:pt x="1369" y="996"/>
                      </a:lnTo>
                      <a:lnTo>
                        <a:pt x="1370" y="996"/>
                      </a:lnTo>
                      <a:lnTo>
                        <a:pt x="1372" y="996"/>
                      </a:lnTo>
                      <a:lnTo>
                        <a:pt x="1373" y="996"/>
                      </a:lnTo>
                      <a:lnTo>
                        <a:pt x="1375" y="996"/>
                      </a:lnTo>
                      <a:lnTo>
                        <a:pt x="1376" y="996"/>
                      </a:lnTo>
                      <a:lnTo>
                        <a:pt x="1378" y="996"/>
                      </a:lnTo>
                      <a:lnTo>
                        <a:pt x="1379" y="996"/>
                      </a:lnTo>
                      <a:lnTo>
                        <a:pt x="1380" y="996"/>
                      </a:lnTo>
                      <a:lnTo>
                        <a:pt x="1382" y="996"/>
                      </a:lnTo>
                      <a:lnTo>
                        <a:pt x="1383" y="996"/>
                      </a:lnTo>
                      <a:lnTo>
                        <a:pt x="1385" y="996"/>
                      </a:lnTo>
                      <a:lnTo>
                        <a:pt x="1386" y="996"/>
                      </a:lnTo>
                      <a:lnTo>
                        <a:pt x="1387" y="996"/>
                      </a:lnTo>
                      <a:lnTo>
                        <a:pt x="1389" y="996"/>
                      </a:lnTo>
                      <a:lnTo>
                        <a:pt x="1390" y="996"/>
                      </a:lnTo>
                      <a:lnTo>
                        <a:pt x="1392" y="996"/>
                      </a:lnTo>
                      <a:lnTo>
                        <a:pt x="1393" y="996"/>
                      </a:lnTo>
                      <a:lnTo>
                        <a:pt x="1394" y="996"/>
                      </a:lnTo>
                      <a:lnTo>
                        <a:pt x="1396" y="996"/>
                      </a:lnTo>
                      <a:lnTo>
                        <a:pt x="1397" y="996"/>
                      </a:lnTo>
                      <a:lnTo>
                        <a:pt x="1399" y="996"/>
                      </a:lnTo>
                      <a:lnTo>
                        <a:pt x="1400" y="996"/>
                      </a:lnTo>
                      <a:lnTo>
                        <a:pt x="1401" y="996"/>
                      </a:lnTo>
                      <a:lnTo>
                        <a:pt x="1403" y="996"/>
                      </a:lnTo>
                      <a:lnTo>
                        <a:pt x="1404" y="996"/>
                      </a:lnTo>
                      <a:lnTo>
                        <a:pt x="1406" y="996"/>
                      </a:lnTo>
                      <a:lnTo>
                        <a:pt x="1407" y="996"/>
                      </a:lnTo>
                      <a:lnTo>
                        <a:pt x="1408" y="996"/>
                      </a:lnTo>
                      <a:lnTo>
                        <a:pt x="1410" y="996"/>
                      </a:lnTo>
                      <a:lnTo>
                        <a:pt x="1411" y="996"/>
                      </a:lnTo>
                      <a:lnTo>
                        <a:pt x="1413" y="996"/>
                      </a:lnTo>
                      <a:lnTo>
                        <a:pt x="1414" y="996"/>
                      </a:lnTo>
                      <a:lnTo>
                        <a:pt x="1415" y="996"/>
                      </a:lnTo>
                      <a:lnTo>
                        <a:pt x="1417" y="996"/>
                      </a:lnTo>
                      <a:lnTo>
                        <a:pt x="1418" y="996"/>
                      </a:lnTo>
                      <a:lnTo>
                        <a:pt x="1420" y="996"/>
                      </a:lnTo>
                      <a:lnTo>
                        <a:pt x="1421" y="996"/>
                      </a:lnTo>
                      <a:lnTo>
                        <a:pt x="1422" y="996"/>
                      </a:lnTo>
                      <a:lnTo>
                        <a:pt x="1424" y="996"/>
                      </a:lnTo>
                      <a:lnTo>
                        <a:pt x="1425" y="996"/>
                      </a:lnTo>
                      <a:lnTo>
                        <a:pt x="1427" y="996"/>
                      </a:lnTo>
                      <a:lnTo>
                        <a:pt x="1428" y="996"/>
                      </a:lnTo>
                      <a:lnTo>
                        <a:pt x="1429" y="996"/>
                      </a:lnTo>
                      <a:lnTo>
                        <a:pt x="1431" y="996"/>
                      </a:lnTo>
                      <a:lnTo>
                        <a:pt x="1432" y="996"/>
                      </a:lnTo>
                      <a:lnTo>
                        <a:pt x="1434" y="996"/>
                      </a:lnTo>
                      <a:lnTo>
                        <a:pt x="1435" y="996"/>
                      </a:lnTo>
                      <a:lnTo>
                        <a:pt x="1437" y="996"/>
                      </a:lnTo>
                      <a:lnTo>
                        <a:pt x="1438" y="996"/>
                      </a:lnTo>
                      <a:lnTo>
                        <a:pt x="1439" y="996"/>
                      </a:lnTo>
                      <a:lnTo>
                        <a:pt x="1441" y="996"/>
                      </a:lnTo>
                      <a:lnTo>
                        <a:pt x="1442" y="996"/>
                      </a:lnTo>
                      <a:lnTo>
                        <a:pt x="1444" y="996"/>
                      </a:lnTo>
                      <a:lnTo>
                        <a:pt x="1445" y="996"/>
                      </a:lnTo>
                      <a:lnTo>
                        <a:pt x="1446" y="996"/>
                      </a:lnTo>
                      <a:lnTo>
                        <a:pt x="1448" y="996"/>
                      </a:lnTo>
                      <a:lnTo>
                        <a:pt x="1449" y="996"/>
                      </a:lnTo>
                      <a:lnTo>
                        <a:pt x="1451" y="996"/>
                      </a:lnTo>
                      <a:lnTo>
                        <a:pt x="1452" y="996"/>
                      </a:lnTo>
                      <a:lnTo>
                        <a:pt x="1453" y="996"/>
                      </a:lnTo>
                      <a:lnTo>
                        <a:pt x="1455" y="996"/>
                      </a:lnTo>
                      <a:lnTo>
                        <a:pt x="1456" y="996"/>
                      </a:lnTo>
                      <a:lnTo>
                        <a:pt x="1458" y="996"/>
                      </a:lnTo>
                      <a:lnTo>
                        <a:pt x="1459" y="996"/>
                      </a:lnTo>
                      <a:lnTo>
                        <a:pt x="1460" y="996"/>
                      </a:lnTo>
                      <a:lnTo>
                        <a:pt x="1462" y="996"/>
                      </a:lnTo>
                      <a:lnTo>
                        <a:pt x="1463" y="996"/>
                      </a:lnTo>
                      <a:lnTo>
                        <a:pt x="1465" y="996"/>
                      </a:lnTo>
                      <a:lnTo>
                        <a:pt x="1466" y="996"/>
                      </a:lnTo>
                      <a:lnTo>
                        <a:pt x="1467" y="996"/>
                      </a:lnTo>
                      <a:lnTo>
                        <a:pt x="1469" y="996"/>
                      </a:lnTo>
                      <a:lnTo>
                        <a:pt x="1470" y="995"/>
                      </a:lnTo>
                      <a:lnTo>
                        <a:pt x="1472" y="995"/>
                      </a:lnTo>
                      <a:lnTo>
                        <a:pt x="1473" y="995"/>
                      </a:lnTo>
                      <a:lnTo>
                        <a:pt x="1474" y="995"/>
                      </a:lnTo>
                      <a:lnTo>
                        <a:pt x="1476" y="995"/>
                      </a:lnTo>
                      <a:lnTo>
                        <a:pt x="1477" y="995"/>
                      </a:lnTo>
                      <a:lnTo>
                        <a:pt x="1479" y="995"/>
                      </a:lnTo>
                      <a:lnTo>
                        <a:pt x="1480" y="995"/>
                      </a:lnTo>
                      <a:lnTo>
                        <a:pt x="1481" y="995"/>
                      </a:lnTo>
                      <a:lnTo>
                        <a:pt x="1483" y="995"/>
                      </a:lnTo>
                      <a:lnTo>
                        <a:pt x="1484" y="995"/>
                      </a:lnTo>
                      <a:lnTo>
                        <a:pt x="1486" y="995"/>
                      </a:lnTo>
                      <a:lnTo>
                        <a:pt x="1487" y="995"/>
                      </a:lnTo>
                      <a:lnTo>
                        <a:pt x="1488" y="995"/>
                      </a:lnTo>
                      <a:lnTo>
                        <a:pt x="1490" y="995"/>
                      </a:lnTo>
                      <a:lnTo>
                        <a:pt x="1491" y="995"/>
                      </a:lnTo>
                      <a:lnTo>
                        <a:pt x="1493" y="995"/>
                      </a:lnTo>
                      <a:lnTo>
                        <a:pt x="1494" y="995"/>
                      </a:lnTo>
                      <a:lnTo>
                        <a:pt x="1495" y="995"/>
                      </a:lnTo>
                      <a:lnTo>
                        <a:pt x="1497" y="995"/>
                      </a:lnTo>
                      <a:lnTo>
                        <a:pt x="1498" y="995"/>
                      </a:lnTo>
                      <a:lnTo>
                        <a:pt x="1500" y="995"/>
                      </a:lnTo>
                      <a:lnTo>
                        <a:pt x="1501" y="995"/>
                      </a:lnTo>
                      <a:lnTo>
                        <a:pt x="1503" y="995"/>
                      </a:lnTo>
                      <a:lnTo>
                        <a:pt x="1504" y="995"/>
                      </a:lnTo>
                      <a:lnTo>
                        <a:pt x="1505" y="995"/>
                      </a:lnTo>
                      <a:lnTo>
                        <a:pt x="1507" y="995"/>
                      </a:lnTo>
                      <a:lnTo>
                        <a:pt x="1508" y="995"/>
                      </a:lnTo>
                      <a:lnTo>
                        <a:pt x="1510" y="995"/>
                      </a:lnTo>
                      <a:lnTo>
                        <a:pt x="1511" y="995"/>
                      </a:lnTo>
                      <a:lnTo>
                        <a:pt x="1512" y="995"/>
                      </a:lnTo>
                      <a:lnTo>
                        <a:pt x="1514" y="995"/>
                      </a:lnTo>
                      <a:lnTo>
                        <a:pt x="1515" y="995"/>
                      </a:lnTo>
                      <a:lnTo>
                        <a:pt x="1517" y="995"/>
                      </a:lnTo>
                      <a:lnTo>
                        <a:pt x="1518" y="995"/>
                      </a:lnTo>
                      <a:lnTo>
                        <a:pt x="1519" y="995"/>
                      </a:lnTo>
                      <a:lnTo>
                        <a:pt x="1521" y="995"/>
                      </a:lnTo>
                      <a:lnTo>
                        <a:pt x="1522" y="995"/>
                      </a:lnTo>
                      <a:lnTo>
                        <a:pt x="1524" y="995"/>
                      </a:lnTo>
                      <a:lnTo>
                        <a:pt x="1525" y="995"/>
                      </a:lnTo>
                      <a:lnTo>
                        <a:pt x="1526" y="995"/>
                      </a:lnTo>
                      <a:lnTo>
                        <a:pt x="1528" y="995"/>
                      </a:lnTo>
                      <a:lnTo>
                        <a:pt x="1529" y="995"/>
                      </a:lnTo>
                      <a:lnTo>
                        <a:pt x="1531" y="995"/>
                      </a:lnTo>
                      <a:lnTo>
                        <a:pt x="1532" y="995"/>
                      </a:lnTo>
                      <a:lnTo>
                        <a:pt x="1533" y="995"/>
                      </a:lnTo>
                      <a:lnTo>
                        <a:pt x="1535" y="995"/>
                      </a:lnTo>
                      <a:lnTo>
                        <a:pt x="1536" y="995"/>
                      </a:lnTo>
                      <a:lnTo>
                        <a:pt x="1538" y="995"/>
                      </a:lnTo>
                      <a:lnTo>
                        <a:pt x="1539" y="995"/>
                      </a:lnTo>
                      <a:lnTo>
                        <a:pt x="1540" y="995"/>
                      </a:lnTo>
                      <a:lnTo>
                        <a:pt x="1542" y="995"/>
                      </a:lnTo>
                      <a:lnTo>
                        <a:pt x="1543" y="995"/>
                      </a:lnTo>
                      <a:lnTo>
                        <a:pt x="1545" y="995"/>
                      </a:lnTo>
                      <a:lnTo>
                        <a:pt x="1546" y="995"/>
                      </a:lnTo>
                      <a:lnTo>
                        <a:pt x="1547" y="995"/>
                      </a:lnTo>
                      <a:lnTo>
                        <a:pt x="1549" y="995"/>
                      </a:lnTo>
                      <a:lnTo>
                        <a:pt x="1550" y="995"/>
                      </a:lnTo>
                      <a:lnTo>
                        <a:pt x="1552" y="995"/>
                      </a:lnTo>
                      <a:lnTo>
                        <a:pt x="1553" y="995"/>
                      </a:lnTo>
                      <a:lnTo>
                        <a:pt x="1554" y="995"/>
                      </a:lnTo>
                      <a:lnTo>
                        <a:pt x="1556" y="995"/>
                      </a:lnTo>
                      <a:lnTo>
                        <a:pt x="1557" y="995"/>
                      </a:lnTo>
                      <a:lnTo>
                        <a:pt x="1559" y="995"/>
                      </a:lnTo>
                      <a:lnTo>
                        <a:pt x="1560" y="995"/>
                      </a:lnTo>
                      <a:lnTo>
                        <a:pt x="1561" y="995"/>
                      </a:lnTo>
                      <a:lnTo>
                        <a:pt x="1563" y="995"/>
                      </a:lnTo>
                      <a:lnTo>
                        <a:pt x="1564" y="995"/>
                      </a:lnTo>
                      <a:lnTo>
                        <a:pt x="1566" y="995"/>
                      </a:lnTo>
                      <a:lnTo>
                        <a:pt x="1567" y="995"/>
                      </a:lnTo>
                      <a:lnTo>
                        <a:pt x="1569" y="995"/>
                      </a:lnTo>
                      <a:lnTo>
                        <a:pt x="1570" y="995"/>
                      </a:lnTo>
                      <a:lnTo>
                        <a:pt x="1571" y="995"/>
                      </a:lnTo>
                      <a:lnTo>
                        <a:pt x="1573" y="995"/>
                      </a:lnTo>
                      <a:lnTo>
                        <a:pt x="1574" y="995"/>
                      </a:lnTo>
                      <a:lnTo>
                        <a:pt x="1576" y="995"/>
                      </a:lnTo>
                      <a:lnTo>
                        <a:pt x="1577" y="995"/>
                      </a:lnTo>
                      <a:lnTo>
                        <a:pt x="1578" y="995"/>
                      </a:lnTo>
                      <a:lnTo>
                        <a:pt x="1580" y="995"/>
                      </a:lnTo>
                      <a:lnTo>
                        <a:pt x="1581" y="995"/>
                      </a:lnTo>
                      <a:lnTo>
                        <a:pt x="1583" y="995"/>
                      </a:lnTo>
                      <a:lnTo>
                        <a:pt x="1584" y="995"/>
                      </a:lnTo>
                      <a:lnTo>
                        <a:pt x="1585" y="995"/>
                      </a:lnTo>
                      <a:lnTo>
                        <a:pt x="1587" y="995"/>
                      </a:lnTo>
                      <a:lnTo>
                        <a:pt x="1588" y="995"/>
                      </a:lnTo>
                      <a:lnTo>
                        <a:pt x="1590" y="995"/>
                      </a:lnTo>
                      <a:lnTo>
                        <a:pt x="1591" y="995"/>
                      </a:lnTo>
                      <a:lnTo>
                        <a:pt x="1592" y="995"/>
                      </a:lnTo>
                      <a:lnTo>
                        <a:pt x="1594" y="995"/>
                      </a:lnTo>
                      <a:lnTo>
                        <a:pt x="1595" y="995"/>
                      </a:lnTo>
                      <a:lnTo>
                        <a:pt x="1597" y="995"/>
                      </a:lnTo>
                      <a:lnTo>
                        <a:pt x="1598" y="995"/>
                      </a:lnTo>
                      <a:lnTo>
                        <a:pt x="1599" y="995"/>
                      </a:lnTo>
                      <a:lnTo>
                        <a:pt x="1601" y="995"/>
                      </a:lnTo>
                      <a:lnTo>
                        <a:pt x="1602" y="995"/>
                      </a:lnTo>
                      <a:lnTo>
                        <a:pt x="1604" y="995"/>
                      </a:lnTo>
                      <a:lnTo>
                        <a:pt x="1605" y="995"/>
                      </a:lnTo>
                      <a:lnTo>
                        <a:pt x="1606" y="995"/>
                      </a:lnTo>
                      <a:lnTo>
                        <a:pt x="1608" y="995"/>
                      </a:lnTo>
                      <a:lnTo>
                        <a:pt x="1609" y="995"/>
                      </a:lnTo>
                      <a:lnTo>
                        <a:pt x="1611" y="995"/>
                      </a:lnTo>
                      <a:lnTo>
                        <a:pt x="1612" y="995"/>
                      </a:lnTo>
                      <a:lnTo>
                        <a:pt x="1613" y="995"/>
                      </a:lnTo>
                      <a:lnTo>
                        <a:pt x="1615" y="995"/>
                      </a:lnTo>
                      <a:lnTo>
                        <a:pt x="1616" y="995"/>
                      </a:lnTo>
                      <a:lnTo>
                        <a:pt x="1618" y="995"/>
                      </a:lnTo>
                      <a:lnTo>
                        <a:pt x="1619" y="995"/>
                      </a:lnTo>
                      <a:lnTo>
                        <a:pt x="1620" y="995"/>
                      </a:lnTo>
                      <a:lnTo>
                        <a:pt x="1622" y="995"/>
                      </a:lnTo>
                      <a:lnTo>
                        <a:pt x="1623" y="995"/>
                      </a:lnTo>
                      <a:lnTo>
                        <a:pt x="1625" y="995"/>
                      </a:lnTo>
                      <a:lnTo>
                        <a:pt x="1626" y="995"/>
                      </a:lnTo>
                      <a:lnTo>
                        <a:pt x="1628" y="995"/>
                      </a:lnTo>
                      <a:lnTo>
                        <a:pt x="1629" y="995"/>
                      </a:lnTo>
                      <a:lnTo>
                        <a:pt x="1630" y="995"/>
                      </a:lnTo>
                      <a:lnTo>
                        <a:pt x="1632" y="995"/>
                      </a:lnTo>
                      <a:lnTo>
                        <a:pt x="1633" y="995"/>
                      </a:lnTo>
                      <a:lnTo>
                        <a:pt x="1635" y="995"/>
                      </a:lnTo>
                      <a:lnTo>
                        <a:pt x="1636" y="995"/>
                      </a:lnTo>
                      <a:lnTo>
                        <a:pt x="1637" y="995"/>
                      </a:lnTo>
                      <a:lnTo>
                        <a:pt x="1639" y="995"/>
                      </a:lnTo>
                      <a:lnTo>
                        <a:pt x="1640" y="995"/>
                      </a:lnTo>
                      <a:lnTo>
                        <a:pt x="1642" y="995"/>
                      </a:lnTo>
                      <a:lnTo>
                        <a:pt x="1643" y="995"/>
                      </a:lnTo>
                      <a:lnTo>
                        <a:pt x="1644" y="995"/>
                      </a:lnTo>
                      <a:lnTo>
                        <a:pt x="1646" y="995"/>
                      </a:lnTo>
                      <a:lnTo>
                        <a:pt x="1647" y="995"/>
                      </a:lnTo>
                      <a:lnTo>
                        <a:pt x="1649" y="995"/>
                      </a:lnTo>
                      <a:lnTo>
                        <a:pt x="1650" y="995"/>
                      </a:lnTo>
                      <a:lnTo>
                        <a:pt x="1651" y="995"/>
                      </a:lnTo>
                      <a:lnTo>
                        <a:pt x="1653" y="995"/>
                      </a:lnTo>
                      <a:lnTo>
                        <a:pt x="1654" y="995"/>
                      </a:lnTo>
                      <a:lnTo>
                        <a:pt x="1656" y="995"/>
                      </a:lnTo>
                      <a:lnTo>
                        <a:pt x="1657" y="995"/>
                      </a:lnTo>
                      <a:lnTo>
                        <a:pt x="1658" y="995"/>
                      </a:lnTo>
                      <a:lnTo>
                        <a:pt x="1660" y="995"/>
                      </a:lnTo>
                      <a:lnTo>
                        <a:pt x="1661" y="995"/>
                      </a:lnTo>
                      <a:lnTo>
                        <a:pt x="1663" y="995"/>
                      </a:lnTo>
                      <a:lnTo>
                        <a:pt x="1664" y="995"/>
                      </a:lnTo>
                      <a:lnTo>
                        <a:pt x="1665" y="995"/>
                      </a:lnTo>
                      <a:lnTo>
                        <a:pt x="1667" y="995"/>
                      </a:lnTo>
                      <a:lnTo>
                        <a:pt x="1668" y="995"/>
                      </a:lnTo>
                      <a:lnTo>
                        <a:pt x="1670" y="995"/>
                      </a:lnTo>
                      <a:lnTo>
                        <a:pt x="1671" y="995"/>
                      </a:lnTo>
                      <a:lnTo>
                        <a:pt x="1672" y="995"/>
                      </a:lnTo>
                      <a:lnTo>
                        <a:pt x="1674" y="995"/>
                      </a:lnTo>
                      <a:lnTo>
                        <a:pt x="1675" y="995"/>
                      </a:lnTo>
                      <a:lnTo>
                        <a:pt x="1677" y="995"/>
                      </a:lnTo>
                      <a:lnTo>
                        <a:pt x="1678" y="995"/>
                      </a:lnTo>
                      <a:lnTo>
                        <a:pt x="1679" y="995"/>
                      </a:lnTo>
                      <a:lnTo>
                        <a:pt x="1681" y="995"/>
                      </a:lnTo>
                      <a:lnTo>
                        <a:pt x="1682" y="995"/>
                      </a:lnTo>
                      <a:lnTo>
                        <a:pt x="1684" y="995"/>
                      </a:lnTo>
                      <a:lnTo>
                        <a:pt x="1685" y="995"/>
                      </a:lnTo>
                      <a:lnTo>
                        <a:pt x="1686" y="995"/>
                      </a:lnTo>
                      <a:lnTo>
                        <a:pt x="1688" y="995"/>
                      </a:lnTo>
                      <a:lnTo>
                        <a:pt x="1689" y="995"/>
                      </a:lnTo>
                      <a:lnTo>
                        <a:pt x="1691" y="995"/>
                      </a:lnTo>
                      <a:lnTo>
                        <a:pt x="1692" y="995"/>
                      </a:lnTo>
                      <a:lnTo>
                        <a:pt x="1694" y="995"/>
                      </a:lnTo>
                      <a:lnTo>
                        <a:pt x="1695" y="995"/>
                      </a:lnTo>
                      <a:lnTo>
                        <a:pt x="1696" y="995"/>
                      </a:lnTo>
                      <a:lnTo>
                        <a:pt x="1698" y="995"/>
                      </a:lnTo>
                      <a:lnTo>
                        <a:pt x="1699" y="995"/>
                      </a:lnTo>
                      <a:lnTo>
                        <a:pt x="1701" y="995"/>
                      </a:lnTo>
                      <a:lnTo>
                        <a:pt x="1702" y="995"/>
                      </a:lnTo>
                      <a:lnTo>
                        <a:pt x="1703" y="995"/>
                      </a:lnTo>
                      <a:lnTo>
                        <a:pt x="1705" y="995"/>
                      </a:lnTo>
                      <a:lnTo>
                        <a:pt x="1706" y="995"/>
                      </a:lnTo>
                      <a:lnTo>
                        <a:pt x="1708" y="995"/>
                      </a:lnTo>
                      <a:lnTo>
                        <a:pt x="1709" y="995"/>
                      </a:lnTo>
                      <a:lnTo>
                        <a:pt x="1710" y="995"/>
                      </a:lnTo>
                      <a:lnTo>
                        <a:pt x="1712" y="995"/>
                      </a:lnTo>
                      <a:lnTo>
                        <a:pt x="1713" y="995"/>
                      </a:lnTo>
                      <a:lnTo>
                        <a:pt x="1715" y="995"/>
                      </a:lnTo>
                      <a:lnTo>
                        <a:pt x="1716" y="995"/>
                      </a:lnTo>
                      <a:lnTo>
                        <a:pt x="1717" y="995"/>
                      </a:lnTo>
                      <a:lnTo>
                        <a:pt x="1719" y="995"/>
                      </a:lnTo>
                      <a:lnTo>
                        <a:pt x="1720" y="995"/>
                      </a:lnTo>
                      <a:lnTo>
                        <a:pt x="1722" y="995"/>
                      </a:lnTo>
                      <a:lnTo>
                        <a:pt x="1723" y="995"/>
                      </a:lnTo>
                      <a:lnTo>
                        <a:pt x="1724" y="995"/>
                      </a:lnTo>
                      <a:lnTo>
                        <a:pt x="1726" y="995"/>
                      </a:lnTo>
                      <a:lnTo>
                        <a:pt x="1727" y="995"/>
                      </a:lnTo>
                      <a:lnTo>
                        <a:pt x="1729" y="995"/>
                      </a:lnTo>
                      <a:lnTo>
                        <a:pt x="1730" y="995"/>
                      </a:lnTo>
                      <a:lnTo>
                        <a:pt x="1731" y="995"/>
                      </a:lnTo>
                      <a:lnTo>
                        <a:pt x="1733" y="995"/>
                      </a:lnTo>
                      <a:lnTo>
                        <a:pt x="1734" y="995"/>
                      </a:lnTo>
                      <a:lnTo>
                        <a:pt x="1736" y="995"/>
                      </a:lnTo>
                      <a:lnTo>
                        <a:pt x="1737" y="995"/>
                      </a:lnTo>
                      <a:lnTo>
                        <a:pt x="1738" y="995"/>
                      </a:lnTo>
                      <a:lnTo>
                        <a:pt x="1740" y="995"/>
                      </a:lnTo>
                      <a:lnTo>
                        <a:pt x="1741" y="995"/>
                      </a:lnTo>
                      <a:lnTo>
                        <a:pt x="1743" y="995"/>
                      </a:lnTo>
                      <a:lnTo>
                        <a:pt x="1744" y="995"/>
                      </a:lnTo>
                      <a:lnTo>
                        <a:pt x="1745" y="995"/>
                      </a:lnTo>
                      <a:lnTo>
                        <a:pt x="1747" y="995"/>
                      </a:lnTo>
                      <a:lnTo>
                        <a:pt x="1748" y="995"/>
                      </a:lnTo>
                      <a:lnTo>
                        <a:pt x="1750" y="995"/>
                      </a:lnTo>
                      <a:lnTo>
                        <a:pt x="1751" y="995"/>
                      </a:lnTo>
                      <a:lnTo>
                        <a:pt x="1753" y="995"/>
                      </a:lnTo>
                      <a:lnTo>
                        <a:pt x="1754" y="995"/>
                      </a:lnTo>
                      <a:lnTo>
                        <a:pt x="1755" y="995"/>
                      </a:lnTo>
                      <a:lnTo>
                        <a:pt x="1757" y="995"/>
                      </a:lnTo>
                      <a:lnTo>
                        <a:pt x="1758" y="995"/>
                      </a:lnTo>
                      <a:lnTo>
                        <a:pt x="1760" y="995"/>
                      </a:lnTo>
                      <a:lnTo>
                        <a:pt x="1761" y="995"/>
                      </a:lnTo>
                      <a:lnTo>
                        <a:pt x="1762" y="995"/>
                      </a:lnTo>
                      <a:lnTo>
                        <a:pt x="1764" y="995"/>
                      </a:lnTo>
                      <a:lnTo>
                        <a:pt x="1765" y="995"/>
                      </a:lnTo>
                      <a:lnTo>
                        <a:pt x="1767" y="995"/>
                      </a:lnTo>
                      <a:lnTo>
                        <a:pt x="1768" y="995"/>
                      </a:lnTo>
                      <a:lnTo>
                        <a:pt x="1769" y="995"/>
                      </a:lnTo>
                      <a:lnTo>
                        <a:pt x="1771" y="995"/>
                      </a:lnTo>
                      <a:lnTo>
                        <a:pt x="1772" y="995"/>
                      </a:lnTo>
                      <a:lnTo>
                        <a:pt x="1774" y="995"/>
                      </a:lnTo>
                      <a:lnTo>
                        <a:pt x="1775" y="995"/>
                      </a:lnTo>
                      <a:lnTo>
                        <a:pt x="1776" y="995"/>
                      </a:lnTo>
                      <a:lnTo>
                        <a:pt x="1778" y="995"/>
                      </a:lnTo>
                      <a:lnTo>
                        <a:pt x="1779" y="995"/>
                      </a:lnTo>
                      <a:lnTo>
                        <a:pt x="1781" y="995"/>
                      </a:lnTo>
                      <a:lnTo>
                        <a:pt x="1782" y="995"/>
                      </a:lnTo>
                      <a:lnTo>
                        <a:pt x="1783" y="995"/>
                      </a:lnTo>
                      <a:lnTo>
                        <a:pt x="1785" y="995"/>
                      </a:lnTo>
                      <a:lnTo>
                        <a:pt x="1786" y="995"/>
                      </a:lnTo>
                      <a:lnTo>
                        <a:pt x="1788" y="995"/>
                      </a:lnTo>
                      <a:lnTo>
                        <a:pt x="1789" y="995"/>
                      </a:lnTo>
                      <a:lnTo>
                        <a:pt x="1790" y="995"/>
                      </a:lnTo>
                      <a:lnTo>
                        <a:pt x="1792" y="995"/>
                      </a:lnTo>
                      <a:lnTo>
                        <a:pt x="1793" y="995"/>
                      </a:lnTo>
                      <a:lnTo>
                        <a:pt x="1795" y="995"/>
                      </a:lnTo>
                      <a:lnTo>
                        <a:pt x="1796" y="995"/>
                      </a:lnTo>
                      <a:lnTo>
                        <a:pt x="1797" y="995"/>
                      </a:lnTo>
                      <a:lnTo>
                        <a:pt x="1799" y="995"/>
                      </a:lnTo>
                      <a:lnTo>
                        <a:pt x="1800" y="995"/>
                      </a:lnTo>
                      <a:lnTo>
                        <a:pt x="1802" y="995"/>
                      </a:lnTo>
                      <a:lnTo>
                        <a:pt x="1803" y="995"/>
                      </a:lnTo>
                      <a:lnTo>
                        <a:pt x="1804" y="995"/>
                      </a:lnTo>
                      <a:lnTo>
                        <a:pt x="1806" y="995"/>
                      </a:lnTo>
                      <a:lnTo>
                        <a:pt x="1807" y="995"/>
                      </a:lnTo>
                      <a:lnTo>
                        <a:pt x="1809" y="995"/>
                      </a:lnTo>
                      <a:lnTo>
                        <a:pt x="1810" y="995"/>
                      </a:lnTo>
                      <a:lnTo>
                        <a:pt x="1811" y="995"/>
                      </a:lnTo>
                      <a:lnTo>
                        <a:pt x="1813" y="995"/>
                      </a:lnTo>
                      <a:lnTo>
                        <a:pt x="1814" y="995"/>
                      </a:lnTo>
                      <a:lnTo>
                        <a:pt x="1816" y="995"/>
                      </a:lnTo>
                      <a:lnTo>
                        <a:pt x="1817" y="995"/>
                      </a:lnTo>
                      <a:lnTo>
                        <a:pt x="1819" y="995"/>
                      </a:lnTo>
                      <a:lnTo>
                        <a:pt x="1820" y="995"/>
                      </a:lnTo>
                      <a:lnTo>
                        <a:pt x="1821" y="995"/>
                      </a:lnTo>
                      <a:lnTo>
                        <a:pt x="1823" y="995"/>
                      </a:lnTo>
                      <a:lnTo>
                        <a:pt x="1824" y="995"/>
                      </a:lnTo>
                      <a:lnTo>
                        <a:pt x="1826" y="995"/>
                      </a:lnTo>
                      <a:lnTo>
                        <a:pt x="1827" y="995"/>
                      </a:lnTo>
                      <a:lnTo>
                        <a:pt x="1828" y="995"/>
                      </a:lnTo>
                      <a:lnTo>
                        <a:pt x="1830" y="995"/>
                      </a:lnTo>
                      <a:lnTo>
                        <a:pt x="1831" y="995"/>
                      </a:lnTo>
                      <a:lnTo>
                        <a:pt x="1833" y="995"/>
                      </a:lnTo>
                      <a:lnTo>
                        <a:pt x="1834" y="995"/>
                      </a:lnTo>
                      <a:lnTo>
                        <a:pt x="1835" y="995"/>
                      </a:lnTo>
                      <a:lnTo>
                        <a:pt x="1837" y="995"/>
                      </a:lnTo>
                      <a:lnTo>
                        <a:pt x="1838" y="995"/>
                      </a:lnTo>
                      <a:lnTo>
                        <a:pt x="1840" y="995"/>
                      </a:lnTo>
                      <a:lnTo>
                        <a:pt x="1841" y="995"/>
                      </a:lnTo>
                      <a:lnTo>
                        <a:pt x="1842" y="995"/>
                      </a:lnTo>
                      <a:lnTo>
                        <a:pt x="1844" y="995"/>
                      </a:lnTo>
                      <a:lnTo>
                        <a:pt x="1845" y="995"/>
                      </a:lnTo>
                      <a:lnTo>
                        <a:pt x="1847" y="995"/>
                      </a:lnTo>
                      <a:lnTo>
                        <a:pt x="1848" y="995"/>
                      </a:lnTo>
                      <a:lnTo>
                        <a:pt x="1849" y="995"/>
                      </a:lnTo>
                      <a:lnTo>
                        <a:pt x="1851" y="995"/>
                      </a:lnTo>
                      <a:lnTo>
                        <a:pt x="1852" y="995"/>
                      </a:lnTo>
                      <a:lnTo>
                        <a:pt x="1854" y="995"/>
                      </a:lnTo>
                      <a:lnTo>
                        <a:pt x="1855" y="995"/>
                      </a:lnTo>
                      <a:lnTo>
                        <a:pt x="1856" y="995"/>
                      </a:lnTo>
                      <a:lnTo>
                        <a:pt x="1858" y="995"/>
                      </a:lnTo>
                      <a:lnTo>
                        <a:pt x="1859" y="995"/>
                      </a:lnTo>
                      <a:lnTo>
                        <a:pt x="1861" y="995"/>
                      </a:lnTo>
                      <a:lnTo>
                        <a:pt x="1862" y="995"/>
                      </a:lnTo>
                      <a:lnTo>
                        <a:pt x="1863" y="995"/>
                      </a:lnTo>
                      <a:lnTo>
                        <a:pt x="1865" y="995"/>
                      </a:lnTo>
                      <a:lnTo>
                        <a:pt x="1866" y="995"/>
                      </a:lnTo>
                      <a:lnTo>
                        <a:pt x="1868" y="995"/>
                      </a:lnTo>
                      <a:lnTo>
                        <a:pt x="1869" y="995"/>
                      </a:lnTo>
                      <a:lnTo>
                        <a:pt x="1870" y="995"/>
                      </a:lnTo>
                      <a:lnTo>
                        <a:pt x="1872" y="995"/>
                      </a:lnTo>
                      <a:lnTo>
                        <a:pt x="1873" y="995"/>
                      </a:lnTo>
                      <a:lnTo>
                        <a:pt x="1875" y="995"/>
                      </a:lnTo>
                      <a:lnTo>
                        <a:pt x="1876" y="995"/>
                      </a:lnTo>
                      <a:lnTo>
                        <a:pt x="1877" y="995"/>
                      </a:lnTo>
                      <a:lnTo>
                        <a:pt x="1879" y="995"/>
                      </a:lnTo>
                      <a:lnTo>
                        <a:pt x="1880" y="995"/>
                      </a:lnTo>
                      <a:lnTo>
                        <a:pt x="1882" y="995"/>
                      </a:lnTo>
                      <a:lnTo>
                        <a:pt x="1883" y="995"/>
                      </a:lnTo>
                      <a:lnTo>
                        <a:pt x="1885" y="995"/>
                      </a:lnTo>
                      <a:lnTo>
                        <a:pt x="1886" y="995"/>
                      </a:lnTo>
                      <a:lnTo>
                        <a:pt x="1887" y="995"/>
                      </a:lnTo>
                      <a:lnTo>
                        <a:pt x="1889" y="995"/>
                      </a:lnTo>
                      <a:lnTo>
                        <a:pt x="1890" y="995"/>
                      </a:lnTo>
                      <a:lnTo>
                        <a:pt x="1892" y="995"/>
                      </a:lnTo>
                      <a:lnTo>
                        <a:pt x="1893" y="995"/>
                      </a:lnTo>
                      <a:lnTo>
                        <a:pt x="1894" y="995"/>
                      </a:lnTo>
                      <a:lnTo>
                        <a:pt x="1896" y="995"/>
                      </a:lnTo>
                      <a:lnTo>
                        <a:pt x="1897" y="995"/>
                      </a:lnTo>
                      <a:lnTo>
                        <a:pt x="1899" y="995"/>
                      </a:lnTo>
                      <a:lnTo>
                        <a:pt x="1900" y="995"/>
                      </a:lnTo>
                      <a:lnTo>
                        <a:pt x="1901" y="995"/>
                      </a:lnTo>
                      <a:lnTo>
                        <a:pt x="1903" y="995"/>
                      </a:lnTo>
                      <a:lnTo>
                        <a:pt x="1904" y="995"/>
                      </a:lnTo>
                      <a:lnTo>
                        <a:pt x="1906" y="995"/>
                      </a:lnTo>
                      <a:lnTo>
                        <a:pt x="1907" y="995"/>
                      </a:lnTo>
                      <a:lnTo>
                        <a:pt x="1908" y="995"/>
                      </a:lnTo>
                      <a:lnTo>
                        <a:pt x="1910" y="995"/>
                      </a:lnTo>
                      <a:lnTo>
                        <a:pt x="1911" y="995"/>
                      </a:lnTo>
                      <a:lnTo>
                        <a:pt x="1913" y="995"/>
                      </a:lnTo>
                      <a:lnTo>
                        <a:pt x="1914" y="995"/>
                      </a:lnTo>
                      <a:lnTo>
                        <a:pt x="1915" y="995"/>
                      </a:lnTo>
                      <a:lnTo>
                        <a:pt x="1917" y="995"/>
                      </a:lnTo>
                      <a:lnTo>
                        <a:pt x="1918" y="995"/>
                      </a:lnTo>
                      <a:lnTo>
                        <a:pt x="1920" y="995"/>
                      </a:lnTo>
                      <a:lnTo>
                        <a:pt x="1921" y="995"/>
                      </a:lnTo>
                      <a:lnTo>
                        <a:pt x="1922" y="995"/>
                      </a:lnTo>
                      <a:lnTo>
                        <a:pt x="1924" y="995"/>
                      </a:lnTo>
                      <a:lnTo>
                        <a:pt x="1925" y="995"/>
                      </a:lnTo>
                      <a:lnTo>
                        <a:pt x="1927" y="995"/>
                      </a:lnTo>
                      <a:lnTo>
                        <a:pt x="1928" y="995"/>
                      </a:lnTo>
                      <a:lnTo>
                        <a:pt x="1929" y="995"/>
                      </a:lnTo>
                      <a:lnTo>
                        <a:pt x="1931" y="995"/>
                      </a:lnTo>
                      <a:lnTo>
                        <a:pt x="1932" y="995"/>
                      </a:lnTo>
                      <a:lnTo>
                        <a:pt x="1934" y="995"/>
                      </a:lnTo>
                      <a:lnTo>
                        <a:pt x="1935" y="995"/>
                      </a:lnTo>
                      <a:lnTo>
                        <a:pt x="1936" y="995"/>
                      </a:lnTo>
                      <a:lnTo>
                        <a:pt x="1938" y="995"/>
                      </a:lnTo>
                      <a:lnTo>
                        <a:pt x="1939" y="995"/>
                      </a:lnTo>
                      <a:lnTo>
                        <a:pt x="1941" y="995"/>
                      </a:lnTo>
                      <a:lnTo>
                        <a:pt x="1942" y="995"/>
                      </a:lnTo>
                      <a:lnTo>
                        <a:pt x="1944" y="995"/>
                      </a:lnTo>
                      <a:lnTo>
                        <a:pt x="1945" y="995"/>
                      </a:lnTo>
                      <a:lnTo>
                        <a:pt x="1946" y="995"/>
                      </a:lnTo>
                      <a:lnTo>
                        <a:pt x="1948" y="995"/>
                      </a:lnTo>
                      <a:lnTo>
                        <a:pt x="1949" y="995"/>
                      </a:lnTo>
                      <a:lnTo>
                        <a:pt x="1951" y="995"/>
                      </a:lnTo>
                      <a:lnTo>
                        <a:pt x="1952" y="995"/>
                      </a:lnTo>
                      <a:lnTo>
                        <a:pt x="1953" y="995"/>
                      </a:lnTo>
                      <a:lnTo>
                        <a:pt x="1955" y="995"/>
                      </a:lnTo>
                      <a:lnTo>
                        <a:pt x="1956" y="995"/>
                      </a:lnTo>
                      <a:lnTo>
                        <a:pt x="1958" y="995"/>
                      </a:lnTo>
                      <a:lnTo>
                        <a:pt x="1959" y="995"/>
                      </a:lnTo>
                      <a:lnTo>
                        <a:pt x="1960" y="995"/>
                      </a:lnTo>
                      <a:lnTo>
                        <a:pt x="1962" y="995"/>
                      </a:lnTo>
                      <a:lnTo>
                        <a:pt x="1963" y="995"/>
                      </a:lnTo>
                      <a:lnTo>
                        <a:pt x="1965" y="995"/>
                      </a:lnTo>
                      <a:lnTo>
                        <a:pt x="1966" y="995"/>
                      </a:lnTo>
                      <a:lnTo>
                        <a:pt x="1967" y="995"/>
                      </a:lnTo>
                      <a:lnTo>
                        <a:pt x="1969" y="995"/>
                      </a:lnTo>
                      <a:lnTo>
                        <a:pt x="1970" y="995"/>
                      </a:lnTo>
                      <a:lnTo>
                        <a:pt x="1972" y="995"/>
                      </a:lnTo>
                      <a:lnTo>
                        <a:pt x="1973" y="995"/>
                      </a:lnTo>
                      <a:lnTo>
                        <a:pt x="1974" y="995"/>
                      </a:lnTo>
                      <a:lnTo>
                        <a:pt x="1976" y="995"/>
                      </a:lnTo>
                      <a:lnTo>
                        <a:pt x="1977" y="995"/>
                      </a:lnTo>
                      <a:lnTo>
                        <a:pt x="1979" y="995"/>
                      </a:lnTo>
                      <a:lnTo>
                        <a:pt x="1980" y="995"/>
                      </a:lnTo>
                      <a:lnTo>
                        <a:pt x="1981" y="995"/>
                      </a:lnTo>
                      <a:lnTo>
                        <a:pt x="1983" y="995"/>
                      </a:lnTo>
                      <a:lnTo>
                        <a:pt x="1984" y="995"/>
                      </a:lnTo>
                      <a:lnTo>
                        <a:pt x="1986" y="995"/>
                      </a:lnTo>
                      <a:lnTo>
                        <a:pt x="1987" y="995"/>
                      </a:lnTo>
                      <a:lnTo>
                        <a:pt x="1988" y="995"/>
                      </a:lnTo>
                      <a:lnTo>
                        <a:pt x="1990" y="995"/>
                      </a:lnTo>
                      <a:lnTo>
                        <a:pt x="1991" y="995"/>
                      </a:lnTo>
                      <a:lnTo>
                        <a:pt x="1993" y="995"/>
                      </a:lnTo>
                      <a:lnTo>
                        <a:pt x="1994" y="995"/>
                      </a:lnTo>
                      <a:lnTo>
                        <a:pt x="1995" y="995"/>
                      </a:lnTo>
                      <a:lnTo>
                        <a:pt x="1997" y="996"/>
                      </a:lnTo>
                      <a:lnTo>
                        <a:pt x="1998" y="996"/>
                      </a:lnTo>
                      <a:lnTo>
                        <a:pt x="2000" y="996"/>
                      </a:lnTo>
                      <a:lnTo>
                        <a:pt x="2001" y="996"/>
                      </a:lnTo>
                      <a:lnTo>
                        <a:pt x="2002" y="996"/>
                      </a:lnTo>
                      <a:lnTo>
                        <a:pt x="2004" y="996"/>
                      </a:lnTo>
                      <a:lnTo>
                        <a:pt x="2005" y="996"/>
                      </a:lnTo>
                      <a:lnTo>
                        <a:pt x="2007" y="995"/>
                      </a:lnTo>
                      <a:lnTo>
                        <a:pt x="2008" y="995"/>
                      </a:lnTo>
                      <a:lnTo>
                        <a:pt x="2010" y="995"/>
                      </a:lnTo>
                      <a:lnTo>
                        <a:pt x="2011" y="995"/>
                      </a:lnTo>
                      <a:lnTo>
                        <a:pt x="2012" y="995"/>
                      </a:lnTo>
                      <a:lnTo>
                        <a:pt x="2014" y="995"/>
                      </a:lnTo>
                      <a:lnTo>
                        <a:pt x="2015" y="995"/>
                      </a:lnTo>
                      <a:lnTo>
                        <a:pt x="2017" y="995"/>
                      </a:lnTo>
                      <a:lnTo>
                        <a:pt x="2018" y="995"/>
                      </a:lnTo>
                      <a:lnTo>
                        <a:pt x="2019" y="995"/>
                      </a:lnTo>
                      <a:lnTo>
                        <a:pt x="2021" y="995"/>
                      </a:lnTo>
                      <a:lnTo>
                        <a:pt x="2022" y="995"/>
                      </a:lnTo>
                      <a:lnTo>
                        <a:pt x="2024" y="995"/>
                      </a:lnTo>
                      <a:lnTo>
                        <a:pt x="2025" y="995"/>
                      </a:lnTo>
                      <a:lnTo>
                        <a:pt x="2026" y="995"/>
                      </a:lnTo>
                      <a:lnTo>
                        <a:pt x="2028" y="995"/>
                      </a:lnTo>
                      <a:lnTo>
                        <a:pt x="2029" y="996"/>
                      </a:lnTo>
                      <a:lnTo>
                        <a:pt x="2031" y="996"/>
                      </a:lnTo>
                      <a:lnTo>
                        <a:pt x="2032" y="996"/>
                      </a:lnTo>
                      <a:lnTo>
                        <a:pt x="2033" y="996"/>
                      </a:lnTo>
                      <a:lnTo>
                        <a:pt x="2035" y="996"/>
                      </a:lnTo>
                      <a:lnTo>
                        <a:pt x="2036" y="996"/>
                      </a:lnTo>
                      <a:lnTo>
                        <a:pt x="2038" y="996"/>
                      </a:lnTo>
                      <a:lnTo>
                        <a:pt x="2039" y="996"/>
                      </a:lnTo>
                      <a:lnTo>
                        <a:pt x="2040" y="996"/>
                      </a:lnTo>
                      <a:lnTo>
                        <a:pt x="2042" y="995"/>
                      </a:lnTo>
                      <a:lnTo>
                        <a:pt x="2043" y="995"/>
                      </a:lnTo>
                      <a:lnTo>
                        <a:pt x="2045" y="995"/>
                      </a:lnTo>
                      <a:lnTo>
                        <a:pt x="2046" y="995"/>
                      </a:lnTo>
                      <a:lnTo>
                        <a:pt x="2047" y="995"/>
                      </a:lnTo>
                      <a:lnTo>
                        <a:pt x="2049" y="995"/>
                      </a:lnTo>
                      <a:lnTo>
                        <a:pt x="2050" y="995"/>
                      </a:lnTo>
                      <a:lnTo>
                        <a:pt x="2052" y="995"/>
                      </a:lnTo>
                      <a:lnTo>
                        <a:pt x="2053" y="995"/>
                      </a:lnTo>
                      <a:lnTo>
                        <a:pt x="2054" y="995"/>
                      </a:lnTo>
                      <a:lnTo>
                        <a:pt x="2056" y="995"/>
                      </a:lnTo>
                      <a:lnTo>
                        <a:pt x="2057" y="995"/>
                      </a:lnTo>
                      <a:lnTo>
                        <a:pt x="2059" y="994"/>
                      </a:lnTo>
                      <a:lnTo>
                        <a:pt x="2060" y="994"/>
                      </a:lnTo>
                      <a:lnTo>
                        <a:pt x="2061" y="994"/>
                      </a:lnTo>
                      <a:lnTo>
                        <a:pt x="2063" y="994"/>
                      </a:lnTo>
                      <a:lnTo>
                        <a:pt x="2064" y="994"/>
                      </a:lnTo>
                      <a:lnTo>
                        <a:pt x="2066" y="994"/>
                      </a:lnTo>
                      <a:lnTo>
                        <a:pt x="2067" y="994"/>
                      </a:lnTo>
                      <a:lnTo>
                        <a:pt x="2068" y="994"/>
                      </a:lnTo>
                      <a:lnTo>
                        <a:pt x="2070" y="994"/>
                      </a:lnTo>
                      <a:lnTo>
                        <a:pt x="2071" y="994"/>
                      </a:lnTo>
                      <a:lnTo>
                        <a:pt x="2073" y="994"/>
                      </a:lnTo>
                      <a:lnTo>
                        <a:pt x="2074" y="994"/>
                      </a:lnTo>
                      <a:lnTo>
                        <a:pt x="2076" y="994"/>
                      </a:lnTo>
                      <a:lnTo>
                        <a:pt x="2077" y="994"/>
                      </a:lnTo>
                      <a:lnTo>
                        <a:pt x="2078" y="994"/>
                      </a:lnTo>
                      <a:lnTo>
                        <a:pt x="2080" y="994"/>
                      </a:lnTo>
                      <a:lnTo>
                        <a:pt x="2081" y="994"/>
                      </a:lnTo>
                      <a:lnTo>
                        <a:pt x="2083" y="994"/>
                      </a:lnTo>
                      <a:lnTo>
                        <a:pt x="2084" y="994"/>
                      </a:lnTo>
                      <a:lnTo>
                        <a:pt x="2085" y="994"/>
                      </a:lnTo>
                      <a:lnTo>
                        <a:pt x="2087" y="994"/>
                      </a:lnTo>
                      <a:lnTo>
                        <a:pt x="2088" y="994"/>
                      </a:lnTo>
                      <a:lnTo>
                        <a:pt x="2090" y="994"/>
                      </a:lnTo>
                      <a:lnTo>
                        <a:pt x="2091" y="994"/>
                      </a:lnTo>
                      <a:lnTo>
                        <a:pt x="2092" y="994"/>
                      </a:lnTo>
                      <a:lnTo>
                        <a:pt x="2094" y="995"/>
                      </a:lnTo>
                      <a:lnTo>
                        <a:pt x="2095" y="995"/>
                      </a:lnTo>
                      <a:lnTo>
                        <a:pt x="2097" y="995"/>
                      </a:lnTo>
                      <a:lnTo>
                        <a:pt x="2098" y="995"/>
                      </a:lnTo>
                      <a:lnTo>
                        <a:pt x="2099" y="995"/>
                      </a:lnTo>
                      <a:lnTo>
                        <a:pt x="2101" y="995"/>
                      </a:lnTo>
                      <a:lnTo>
                        <a:pt x="2102" y="995"/>
                      </a:lnTo>
                      <a:lnTo>
                        <a:pt x="2104" y="995"/>
                      </a:lnTo>
                      <a:lnTo>
                        <a:pt x="2105" y="995"/>
                      </a:lnTo>
                      <a:lnTo>
                        <a:pt x="2106" y="995"/>
                      </a:lnTo>
                      <a:lnTo>
                        <a:pt x="2108" y="995"/>
                      </a:lnTo>
                      <a:lnTo>
                        <a:pt x="2109" y="995"/>
                      </a:lnTo>
                      <a:lnTo>
                        <a:pt x="2111" y="995"/>
                      </a:lnTo>
                      <a:lnTo>
                        <a:pt x="2112" y="995"/>
                      </a:lnTo>
                      <a:lnTo>
                        <a:pt x="2113" y="995"/>
                      </a:lnTo>
                      <a:lnTo>
                        <a:pt x="2115" y="995"/>
                      </a:lnTo>
                      <a:lnTo>
                        <a:pt x="2116" y="995"/>
                      </a:lnTo>
                      <a:lnTo>
                        <a:pt x="2118" y="995"/>
                      </a:lnTo>
                      <a:lnTo>
                        <a:pt x="2119" y="995"/>
                      </a:lnTo>
                      <a:lnTo>
                        <a:pt x="2120" y="995"/>
                      </a:lnTo>
                      <a:lnTo>
                        <a:pt x="2122" y="995"/>
                      </a:lnTo>
                      <a:lnTo>
                        <a:pt x="2123" y="995"/>
                      </a:lnTo>
                      <a:lnTo>
                        <a:pt x="2125" y="995"/>
                      </a:lnTo>
                      <a:lnTo>
                        <a:pt x="2126" y="995"/>
                      </a:lnTo>
                      <a:lnTo>
                        <a:pt x="2127" y="995"/>
                      </a:lnTo>
                      <a:lnTo>
                        <a:pt x="2129" y="995"/>
                      </a:lnTo>
                      <a:lnTo>
                        <a:pt x="2130" y="995"/>
                      </a:lnTo>
                      <a:lnTo>
                        <a:pt x="2132" y="995"/>
                      </a:lnTo>
                      <a:lnTo>
                        <a:pt x="2133" y="995"/>
                      </a:lnTo>
                      <a:lnTo>
                        <a:pt x="2135" y="995"/>
                      </a:lnTo>
                      <a:lnTo>
                        <a:pt x="2136" y="995"/>
                      </a:lnTo>
                      <a:lnTo>
                        <a:pt x="2137" y="995"/>
                      </a:lnTo>
                      <a:lnTo>
                        <a:pt x="2139" y="995"/>
                      </a:lnTo>
                      <a:lnTo>
                        <a:pt x="2140" y="995"/>
                      </a:lnTo>
                      <a:lnTo>
                        <a:pt x="2142" y="995"/>
                      </a:lnTo>
                      <a:lnTo>
                        <a:pt x="2143" y="995"/>
                      </a:lnTo>
                      <a:lnTo>
                        <a:pt x="2144" y="995"/>
                      </a:lnTo>
                      <a:lnTo>
                        <a:pt x="2146" y="995"/>
                      </a:lnTo>
                      <a:lnTo>
                        <a:pt x="2147" y="995"/>
                      </a:lnTo>
                      <a:lnTo>
                        <a:pt x="2149" y="995"/>
                      </a:lnTo>
                      <a:lnTo>
                        <a:pt x="2150" y="995"/>
                      </a:lnTo>
                      <a:lnTo>
                        <a:pt x="2151" y="995"/>
                      </a:lnTo>
                      <a:lnTo>
                        <a:pt x="2153" y="995"/>
                      </a:lnTo>
                      <a:lnTo>
                        <a:pt x="2154" y="995"/>
                      </a:lnTo>
                      <a:lnTo>
                        <a:pt x="2156" y="995"/>
                      </a:lnTo>
                      <a:lnTo>
                        <a:pt x="2157" y="995"/>
                      </a:lnTo>
                      <a:lnTo>
                        <a:pt x="2158" y="995"/>
                      </a:lnTo>
                      <a:lnTo>
                        <a:pt x="2160" y="995"/>
                      </a:lnTo>
                      <a:lnTo>
                        <a:pt x="2161" y="995"/>
                      </a:lnTo>
                    </a:path>
                  </a:pathLst>
                </a:custGeom>
                <a:noFill/>
                <a:ln cap="flat" cmpd="sng" w="25400">
                  <a:solidFill>
                    <a:srgbClr val="228B2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552" name="Google Shape;552;p17"/>
                <p:cNvSpPr/>
                <p:nvPr/>
              </p:nvSpPr>
              <p:spPr>
                <a:xfrm flipH="1" rot="10800000">
                  <a:off x="4721225" y="3875088"/>
                  <a:ext cx="355600" cy="6350"/>
                </a:xfrm>
                <a:custGeom>
                  <a:rect b="b" l="l" r="r" t="t"/>
                  <a:pathLst>
                    <a:path extrusionOk="0" h="5" w="241">
                      <a:moveTo>
                        <a:pt x="0" y="5"/>
                      </a:moveTo>
                      <a:lnTo>
                        <a:pt x="2" y="5"/>
                      </a:lnTo>
                      <a:lnTo>
                        <a:pt x="3" y="5"/>
                      </a:lnTo>
                      <a:lnTo>
                        <a:pt x="5" y="5"/>
                      </a:lnTo>
                      <a:lnTo>
                        <a:pt x="6" y="5"/>
                      </a:lnTo>
                      <a:lnTo>
                        <a:pt x="7" y="5"/>
                      </a:lnTo>
                      <a:lnTo>
                        <a:pt x="9" y="5"/>
                      </a:lnTo>
                      <a:lnTo>
                        <a:pt x="10" y="4"/>
                      </a:lnTo>
                      <a:lnTo>
                        <a:pt x="12" y="2"/>
                      </a:lnTo>
                      <a:lnTo>
                        <a:pt x="13" y="1"/>
                      </a:lnTo>
                      <a:lnTo>
                        <a:pt x="14" y="1"/>
                      </a:lnTo>
                      <a:lnTo>
                        <a:pt x="16" y="1"/>
                      </a:lnTo>
                      <a:lnTo>
                        <a:pt x="17" y="1"/>
                      </a:lnTo>
                      <a:lnTo>
                        <a:pt x="19" y="1"/>
                      </a:lnTo>
                      <a:lnTo>
                        <a:pt x="20" y="1"/>
                      </a:lnTo>
                      <a:lnTo>
                        <a:pt x="21" y="1"/>
                      </a:lnTo>
                      <a:lnTo>
                        <a:pt x="23" y="1"/>
                      </a:lnTo>
                      <a:lnTo>
                        <a:pt x="24" y="1"/>
                      </a:lnTo>
                      <a:lnTo>
                        <a:pt x="26" y="1"/>
                      </a:lnTo>
                      <a:lnTo>
                        <a:pt x="27" y="1"/>
                      </a:lnTo>
                      <a:lnTo>
                        <a:pt x="28" y="1"/>
                      </a:lnTo>
                      <a:lnTo>
                        <a:pt x="30" y="0"/>
                      </a:lnTo>
                      <a:lnTo>
                        <a:pt x="31" y="0"/>
                      </a:lnTo>
                      <a:lnTo>
                        <a:pt x="33" y="1"/>
                      </a:lnTo>
                      <a:lnTo>
                        <a:pt x="34" y="3"/>
                      </a:lnTo>
                      <a:lnTo>
                        <a:pt x="35" y="3"/>
                      </a:lnTo>
                      <a:lnTo>
                        <a:pt x="37" y="3"/>
                      </a:lnTo>
                      <a:lnTo>
                        <a:pt x="38" y="3"/>
                      </a:lnTo>
                      <a:lnTo>
                        <a:pt x="40" y="3"/>
                      </a:lnTo>
                      <a:lnTo>
                        <a:pt x="41" y="3"/>
                      </a:lnTo>
                      <a:lnTo>
                        <a:pt x="43" y="3"/>
                      </a:lnTo>
                      <a:lnTo>
                        <a:pt x="44" y="2"/>
                      </a:lnTo>
                      <a:lnTo>
                        <a:pt x="45" y="2"/>
                      </a:lnTo>
                      <a:lnTo>
                        <a:pt x="47" y="2"/>
                      </a:lnTo>
                      <a:lnTo>
                        <a:pt x="48" y="2"/>
                      </a:lnTo>
                      <a:lnTo>
                        <a:pt x="50" y="2"/>
                      </a:lnTo>
                      <a:lnTo>
                        <a:pt x="51" y="2"/>
                      </a:lnTo>
                      <a:lnTo>
                        <a:pt x="52" y="2"/>
                      </a:lnTo>
                      <a:lnTo>
                        <a:pt x="54" y="2"/>
                      </a:lnTo>
                      <a:lnTo>
                        <a:pt x="55" y="1"/>
                      </a:lnTo>
                      <a:lnTo>
                        <a:pt x="57" y="2"/>
                      </a:lnTo>
                      <a:lnTo>
                        <a:pt x="58" y="2"/>
                      </a:lnTo>
                      <a:lnTo>
                        <a:pt x="59" y="1"/>
                      </a:lnTo>
                      <a:lnTo>
                        <a:pt x="61" y="1"/>
                      </a:lnTo>
                      <a:lnTo>
                        <a:pt x="62" y="1"/>
                      </a:lnTo>
                      <a:lnTo>
                        <a:pt x="64" y="1"/>
                      </a:lnTo>
                      <a:lnTo>
                        <a:pt x="65" y="1"/>
                      </a:lnTo>
                      <a:lnTo>
                        <a:pt x="66" y="1"/>
                      </a:lnTo>
                      <a:lnTo>
                        <a:pt x="68" y="1"/>
                      </a:lnTo>
                      <a:lnTo>
                        <a:pt x="69" y="1"/>
                      </a:lnTo>
                      <a:lnTo>
                        <a:pt x="71" y="1"/>
                      </a:lnTo>
                      <a:lnTo>
                        <a:pt x="72" y="1"/>
                      </a:lnTo>
                      <a:lnTo>
                        <a:pt x="73" y="1"/>
                      </a:lnTo>
                      <a:lnTo>
                        <a:pt x="75" y="1"/>
                      </a:lnTo>
                      <a:lnTo>
                        <a:pt x="76" y="1"/>
                      </a:lnTo>
                      <a:lnTo>
                        <a:pt x="78" y="1"/>
                      </a:lnTo>
                      <a:lnTo>
                        <a:pt x="79" y="1"/>
                      </a:lnTo>
                      <a:lnTo>
                        <a:pt x="80" y="1"/>
                      </a:lnTo>
                      <a:lnTo>
                        <a:pt x="82" y="1"/>
                      </a:lnTo>
                      <a:lnTo>
                        <a:pt x="83" y="1"/>
                      </a:lnTo>
                      <a:lnTo>
                        <a:pt x="85" y="1"/>
                      </a:lnTo>
                      <a:lnTo>
                        <a:pt x="86" y="1"/>
                      </a:lnTo>
                      <a:lnTo>
                        <a:pt x="87" y="1"/>
                      </a:lnTo>
                      <a:lnTo>
                        <a:pt x="89" y="1"/>
                      </a:lnTo>
                      <a:lnTo>
                        <a:pt x="90" y="1"/>
                      </a:lnTo>
                      <a:lnTo>
                        <a:pt x="92" y="1"/>
                      </a:lnTo>
                      <a:lnTo>
                        <a:pt x="93" y="1"/>
                      </a:lnTo>
                      <a:lnTo>
                        <a:pt x="94" y="1"/>
                      </a:lnTo>
                      <a:lnTo>
                        <a:pt x="96" y="1"/>
                      </a:lnTo>
                      <a:lnTo>
                        <a:pt x="97" y="1"/>
                      </a:lnTo>
                      <a:lnTo>
                        <a:pt x="99" y="1"/>
                      </a:lnTo>
                      <a:lnTo>
                        <a:pt x="100" y="1"/>
                      </a:lnTo>
                      <a:lnTo>
                        <a:pt x="102" y="1"/>
                      </a:lnTo>
                      <a:lnTo>
                        <a:pt x="103" y="1"/>
                      </a:lnTo>
                      <a:lnTo>
                        <a:pt x="104" y="1"/>
                      </a:lnTo>
                      <a:lnTo>
                        <a:pt x="106" y="1"/>
                      </a:lnTo>
                      <a:lnTo>
                        <a:pt x="107" y="1"/>
                      </a:lnTo>
                      <a:lnTo>
                        <a:pt x="109" y="1"/>
                      </a:lnTo>
                      <a:lnTo>
                        <a:pt x="110" y="1"/>
                      </a:lnTo>
                      <a:lnTo>
                        <a:pt x="111" y="1"/>
                      </a:lnTo>
                      <a:lnTo>
                        <a:pt x="113" y="1"/>
                      </a:lnTo>
                      <a:lnTo>
                        <a:pt x="114" y="1"/>
                      </a:lnTo>
                      <a:lnTo>
                        <a:pt x="116" y="1"/>
                      </a:lnTo>
                      <a:lnTo>
                        <a:pt x="117" y="1"/>
                      </a:lnTo>
                      <a:lnTo>
                        <a:pt x="118" y="1"/>
                      </a:lnTo>
                      <a:lnTo>
                        <a:pt x="120" y="1"/>
                      </a:lnTo>
                      <a:lnTo>
                        <a:pt x="121" y="1"/>
                      </a:lnTo>
                      <a:lnTo>
                        <a:pt x="123" y="1"/>
                      </a:lnTo>
                      <a:lnTo>
                        <a:pt x="124" y="1"/>
                      </a:lnTo>
                      <a:lnTo>
                        <a:pt x="125" y="1"/>
                      </a:lnTo>
                      <a:lnTo>
                        <a:pt x="127" y="1"/>
                      </a:lnTo>
                      <a:lnTo>
                        <a:pt x="128" y="1"/>
                      </a:lnTo>
                      <a:lnTo>
                        <a:pt x="130" y="1"/>
                      </a:lnTo>
                      <a:lnTo>
                        <a:pt x="131" y="1"/>
                      </a:lnTo>
                      <a:lnTo>
                        <a:pt x="132" y="1"/>
                      </a:lnTo>
                      <a:lnTo>
                        <a:pt x="134" y="1"/>
                      </a:lnTo>
                      <a:lnTo>
                        <a:pt x="135" y="1"/>
                      </a:lnTo>
                      <a:lnTo>
                        <a:pt x="137" y="1"/>
                      </a:lnTo>
                      <a:lnTo>
                        <a:pt x="138" y="1"/>
                      </a:lnTo>
                      <a:lnTo>
                        <a:pt x="139" y="1"/>
                      </a:lnTo>
                      <a:lnTo>
                        <a:pt x="141" y="1"/>
                      </a:lnTo>
                      <a:lnTo>
                        <a:pt x="142" y="1"/>
                      </a:lnTo>
                      <a:lnTo>
                        <a:pt x="144" y="1"/>
                      </a:lnTo>
                      <a:lnTo>
                        <a:pt x="145" y="1"/>
                      </a:lnTo>
                      <a:lnTo>
                        <a:pt x="146" y="1"/>
                      </a:lnTo>
                      <a:lnTo>
                        <a:pt x="148" y="1"/>
                      </a:lnTo>
                      <a:lnTo>
                        <a:pt x="149" y="1"/>
                      </a:lnTo>
                      <a:lnTo>
                        <a:pt x="151" y="1"/>
                      </a:lnTo>
                      <a:lnTo>
                        <a:pt x="152" y="1"/>
                      </a:lnTo>
                      <a:lnTo>
                        <a:pt x="153" y="1"/>
                      </a:lnTo>
                      <a:lnTo>
                        <a:pt x="155" y="1"/>
                      </a:lnTo>
                      <a:lnTo>
                        <a:pt x="156" y="1"/>
                      </a:lnTo>
                      <a:lnTo>
                        <a:pt x="158" y="1"/>
                      </a:lnTo>
                      <a:lnTo>
                        <a:pt x="159" y="1"/>
                      </a:lnTo>
                      <a:lnTo>
                        <a:pt x="160" y="1"/>
                      </a:lnTo>
                      <a:lnTo>
                        <a:pt x="162" y="1"/>
                      </a:lnTo>
                      <a:lnTo>
                        <a:pt x="163" y="1"/>
                      </a:lnTo>
                      <a:lnTo>
                        <a:pt x="165" y="1"/>
                      </a:lnTo>
                      <a:lnTo>
                        <a:pt x="166" y="1"/>
                      </a:lnTo>
                      <a:lnTo>
                        <a:pt x="168" y="1"/>
                      </a:lnTo>
                      <a:lnTo>
                        <a:pt x="169" y="1"/>
                      </a:lnTo>
                      <a:lnTo>
                        <a:pt x="170" y="1"/>
                      </a:lnTo>
                      <a:lnTo>
                        <a:pt x="172" y="1"/>
                      </a:lnTo>
                      <a:lnTo>
                        <a:pt x="173" y="1"/>
                      </a:lnTo>
                      <a:lnTo>
                        <a:pt x="175" y="1"/>
                      </a:lnTo>
                      <a:lnTo>
                        <a:pt x="176" y="1"/>
                      </a:lnTo>
                      <a:lnTo>
                        <a:pt x="177" y="1"/>
                      </a:lnTo>
                      <a:lnTo>
                        <a:pt x="179" y="1"/>
                      </a:lnTo>
                      <a:lnTo>
                        <a:pt x="180" y="1"/>
                      </a:lnTo>
                      <a:lnTo>
                        <a:pt x="182" y="1"/>
                      </a:lnTo>
                      <a:lnTo>
                        <a:pt x="183" y="1"/>
                      </a:lnTo>
                      <a:lnTo>
                        <a:pt x="184" y="1"/>
                      </a:lnTo>
                      <a:lnTo>
                        <a:pt x="186" y="1"/>
                      </a:lnTo>
                      <a:lnTo>
                        <a:pt x="187" y="1"/>
                      </a:lnTo>
                      <a:lnTo>
                        <a:pt x="189" y="1"/>
                      </a:lnTo>
                      <a:lnTo>
                        <a:pt x="190" y="1"/>
                      </a:lnTo>
                      <a:lnTo>
                        <a:pt x="191" y="1"/>
                      </a:lnTo>
                      <a:lnTo>
                        <a:pt x="193" y="1"/>
                      </a:lnTo>
                      <a:lnTo>
                        <a:pt x="194" y="1"/>
                      </a:lnTo>
                      <a:lnTo>
                        <a:pt x="196" y="1"/>
                      </a:lnTo>
                      <a:lnTo>
                        <a:pt x="197" y="1"/>
                      </a:lnTo>
                      <a:lnTo>
                        <a:pt x="198" y="1"/>
                      </a:lnTo>
                      <a:lnTo>
                        <a:pt x="200" y="1"/>
                      </a:lnTo>
                      <a:lnTo>
                        <a:pt x="201" y="1"/>
                      </a:lnTo>
                      <a:lnTo>
                        <a:pt x="203" y="1"/>
                      </a:lnTo>
                      <a:lnTo>
                        <a:pt x="204" y="1"/>
                      </a:lnTo>
                      <a:lnTo>
                        <a:pt x="205" y="1"/>
                      </a:lnTo>
                      <a:lnTo>
                        <a:pt x="207" y="1"/>
                      </a:lnTo>
                      <a:lnTo>
                        <a:pt x="208" y="1"/>
                      </a:lnTo>
                      <a:lnTo>
                        <a:pt x="210" y="1"/>
                      </a:lnTo>
                      <a:lnTo>
                        <a:pt x="211" y="1"/>
                      </a:lnTo>
                      <a:lnTo>
                        <a:pt x="212" y="1"/>
                      </a:lnTo>
                      <a:lnTo>
                        <a:pt x="214" y="1"/>
                      </a:lnTo>
                      <a:lnTo>
                        <a:pt x="215" y="1"/>
                      </a:lnTo>
                      <a:lnTo>
                        <a:pt x="217" y="1"/>
                      </a:lnTo>
                      <a:lnTo>
                        <a:pt x="218" y="1"/>
                      </a:lnTo>
                      <a:lnTo>
                        <a:pt x="219" y="1"/>
                      </a:lnTo>
                      <a:lnTo>
                        <a:pt x="221" y="1"/>
                      </a:lnTo>
                      <a:lnTo>
                        <a:pt x="222" y="1"/>
                      </a:lnTo>
                      <a:lnTo>
                        <a:pt x="224" y="1"/>
                      </a:lnTo>
                      <a:lnTo>
                        <a:pt x="225" y="1"/>
                      </a:lnTo>
                      <a:lnTo>
                        <a:pt x="226" y="1"/>
                      </a:lnTo>
                      <a:lnTo>
                        <a:pt x="228" y="1"/>
                      </a:lnTo>
                      <a:lnTo>
                        <a:pt x="229" y="1"/>
                      </a:lnTo>
                      <a:lnTo>
                        <a:pt x="231" y="1"/>
                      </a:lnTo>
                      <a:lnTo>
                        <a:pt x="232" y="1"/>
                      </a:lnTo>
                      <a:lnTo>
                        <a:pt x="234" y="1"/>
                      </a:lnTo>
                      <a:lnTo>
                        <a:pt x="235" y="1"/>
                      </a:lnTo>
                      <a:lnTo>
                        <a:pt x="236" y="1"/>
                      </a:lnTo>
                      <a:lnTo>
                        <a:pt x="238" y="1"/>
                      </a:lnTo>
                      <a:lnTo>
                        <a:pt x="239" y="1"/>
                      </a:lnTo>
                      <a:lnTo>
                        <a:pt x="241" y="1"/>
                      </a:lnTo>
                    </a:path>
                  </a:pathLst>
                </a:custGeom>
                <a:noFill/>
                <a:ln cap="flat" cmpd="sng" w="25400">
                  <a:solidFill>
                    <a:srgbClr val="228B2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553" name="Google Shape;553;p17"/>
                <p:cNvSpPr/>
                <p:nvPr/>
              </p:nvSpPr>
              <p:spPr>
                <a:xfrm flipH="1" rot="10800000">
                  <a:off x="1250950" y="3614738"/>
                  <a:ext cx="3192462" cy="327025"/>
                </a:xfrm>
                <a:custGeom>
                  <a:rect b="b" l="l" r="r" t="t"/>
                  <a:pathLst>
                    <a:path extrusionOk="0" h="221" w="2161">
                      <a:moveTo>
                        <a:pt x="0" y="9"/>
                      </a:moveTo>
                      <a:lnTo>
                        <a:pt x="1" y="9"/>
                      </a:lnTo>
                      <a:lnTo>
                        <a:pt x="3" y="9"/>
                      </a:lnTo>
                      <a:lnTo>
                        <a:pt x="4" y="9"/>
                      </a:lnTo>
                      <a:lnTo>
                        <a:pt x="5" y="9"/>
                      </a:lnTo>
                      <a:lnTo>
                        <a:pt x="7" y="9"/>
                      </a:lnTo>
                      <a:lnTo>
                        <a:pt x="8" y="9"/>
                      </a:lnTo>
                      <a:lnTo>
                        <a:pt x="10" y="9"/>
                      </a:lnTo>
                      <a:lnTo>
                        <a:pt x="11" y="9"/>
                      </a:lnTo>
                      <a:lnTo>
                        <a:pt x="12" y="9"/>
                      </a:lnTo>
                      <a:lnTo>
                        <a:pt x="14" y="9"/>
                      </a:lnTo>
                      <a:lnTo>
                        <a:pt x="15" y="8"/>
                      </a:lnTo>
                      <a:lnTo>
                        <a:pt x="17" y="8"/>
                      </a:lnTo>
                      <a:lnTo>
                        <a:pt x="18" y="8"/>
                      </a:lnTo>
                      <a:lnTo>
                        <a:pt x="19" y="8"/>
                      </a:lnTo>
                      <a:lnTo>
                        <a:pt x="21" y="8"/>
                      </a:lnTo>
                      <a:lnTo>
                        <a:pt x="22" y="8"/>
                      </a:lnTo>
                      <a:lnTo>
                        <a:pt x="24" y="8"/>
                      </a:lnTo>
                      <a:lnTo>
                        <a:pt x="25" y="8"/>
                      </a:lnTo>
                      <a:lnTo>
                        <a:pt x="26" y="8"/>
                      </a:lnTo>
                      <a:lnTo>
                        <a:pt x="28" y="8"/>
                      </a:lnTo>
                      <a:lnTo>
                        <a:pt x="29" y="8"/>
                      </a:lnTo>
                      <a:lnTo>
                        <a:pt x="31" y="8"/>
                      </a:lnTo>
                      <a:lnTo>
                        <a:pt x="32" y="8"/>
                      </a:lnTo>
                      <a:lnTo>
                        <a:pt x="33" y="8"/>
                      </a:lnTo>
                      <a:lnTo>
                        <a:pt x="35" y="8"/>
                      </a:lnTo>
                      <a:lnTo>
                        <a:pt x="36" y="8"/>
                      </a:lnTo>
                      <a:lnTo>
                        <a:pt x="38" y="8"/>
                      </a:lnTo>
                      <a:lnTo>
                        <a:pt x="39" y="8"/>
                      </a:lnTo>
                      <a:lnTo>
                        <a:pt x="41" y="8"/>
                      </a:lnTo>
                      <a:lnTo>
                        <a:pt x="42" y="8"/>
                      </a:lnTo>
                      <a:lnTo>
                        <a:pt x="43" y="8"/>
                      </a:lnTo>
                      <a:lnTo>
                        <a:pt x="45" y="8"/>
                      </a:lnTo>
                      <a:lnTo>
                        <a:pt x="46" y="8"/>
                      </a:lnTo>
                      <a:lnTo>
                        <a:pt x="48" y="8"/>
                      </a:lnTo>
                      <a:lnTo>
                        <a:pt x="49" y="8"/>
                      </a:lnTo>
                      <a:lnTo>
                        <a:pt x="50" y="8"/>
                      </a:lnTo>
                      <a:lnTo>
                        <a:pt x="52" y="8"/>
                      </a:lnTo>
                      <a:lnTo>
                        <a:pt x="53" y="8"/>
                      </a:lnTo>
                      <a:lnTo>
                        <a:pt x="55" y="8"/>
                      </a:lnTo>
                      <a:lnTo>
                        <a:pt x="56" y="8"/>
                      </a:lnTo>
                      <a:lnTo>
                        <a:pt x="57" y="8"/>
                      </a:lnTo>
                      <a:lnTo>
                        <a:pt x="59" y="8"/>
                      </a:lnTo>
                      <a:lnTo>
                        <a:pt x="60" y="8"/>
                      </a:lnTo>
                      <a:lnTo>
                        <a:pt x="62" y="8"/>
                      </a:lnTo>
                      <a:lnTo>
                        <a:pt x="63" y="8"/>
                      </a:lnTo>
                      <a:lnTo>
                        <a:pt x="64" y="8"/>
                      </a:lnTo>
                      <a:lnTo>
                        <a:pt x="66" y="8"/>
                      </a:lnTo>
                      <a:lnTo>
                        <a:pt x="67" y="8"/>
                      </a:lnTo>
                      <a:lnTo>
                        <a:pt x="69" y="8"/>
                      </a:lnTo>
                      <a:lnTo>
                        <a:pt x="70" y="8"/>
                      </a:lnTo>
                      <a:lnTo>
                        <a:pt x="71" y="8"/>
                      </a:lnTo>
                      <a:lnTo>
                        <a:pt x="73" y="8"/>
                      </a:lnTo>
                      <a:lnTo>
                        <a:pt x="74" y="8"/>
                      </a:lnTo>
                      <a:lnTo>
                        <a:pt x="76" y="8"/>
                      </a:lnTo>
                      <a:lnTo>
                        <a:pt x="77" y="8"/>
                      </a:lnTo>
                      <a:lnTo>
                        <a:pt x="78" y="8"/>
                      </a:lnTo>
                      <a:lnTo>
                        <a:pt x="80" y="8"/>
                      </a:lnTo>
                      <a:lnTo>
                        <a:pt x="81" y="8"/>
                      </a:lnTo>
                      <a:lnTo>
                        <a:pt x="83" y="8"/>
                      </a:lnTo>
                      <a:lnTo>
                        <a:pt x="84" y="8"/>
                      </a:lnTo>
                      <a:lnTo>
                        <a:pt x="85" y="8"/>
                      </a:lnTo>
                      <a:lnTo>
                        <a:pt x="87" y="8"/>
                      </a:lnTo>
                      <a:lnTo>
                        <a:pt x="88" y="8"/>
                      </a:lnTo>
                      <a:lnTo>
                        <a:pt x="90" y="8"/>
                      </a:lnTo>
                      <a:lnTo>
                        <a:pt x="91" y="8"/>
                      </a:lnTo>
                      <a:lnTo>
                        <a:pt x="92" y="8"/>
                      </a:lnTo>
                      <a:lnTo>
                        <a:pt x="94" y="8"/>
                      </a:lnTo>
                      <a:lnTo>
                        <a:pt x="95" y="8"/>
                      </a:lnTo>
                      <a:lnTo>
                        <a:pt x="97" y="8"/>
                      </a:lnTo>
                      <a:lnTo>
                        <a:pt x="98" y="8"/>
                      </a:lnTo>
                      <a:lnTo>
                        <a:pt x="99" y="8"/>
                      </a:lnTo>
                      <a:lnTo>
                        <a:pt x="101" y="8"/>
                      </a:lnTo>
                      <a:lnTo>
                        <a:pt x="102" y="8"/>
                      </a:lnTo>
                      <a:lnTo>
                        <a:pt x="104" y="8"/>
                      </a:lnTo>
                      <a:lnTo>
                        <a:pt x="105" y="8"/>
                      </a:lnTo>
                      <a:lnTo>
                        <a:pt x="107" y="8"/>
                      </a:lnTo>
                      <a:lnTo>
                        <a:pt x="108" y="8"/>
                      </a:lnTo>
                      <a:lnTo>
                        <a:pt x="109" y="8"/>
                      </a:lnTo>
                      <a:lnTo>
                        <a:pt x="111" y="8"/>
                      </a:lnTo>
                      <a:lnTo>
                        <a:pt x="112" y="8"/>
                      </a:lnTo>
                      <a:lnTo>
                        <a:pt x="114" y="8"/>
                      </a:lnTo>
                      <a:lnTo>
                        <a:pt x="115" y="8"/>
                      </a:lnTo>
                      <a:lnTo>
                        <a:pt x="116" y="8"/>
                      </a:lnTo>
                      <a:lnTo>
                        <a:pt x="118" y="8"/>
                      </a:lnTo>
                      <a:lnTo>
                        <a:pt x="119" y="8"/>
                      </a:lnTo>
                      <a:lnTo>
                        <a:pt x="121" y="8"/>
                      </a:lnTo>
                      <a:lnTo>
                        <a:pt x="122" y="8"/>
                      </a:lnTo>
                      <a:lnTo>
                        <a:pt x="123" y="8"/>
                      </a:lnTo>
                      <a:lnTo>
                        <a:pt x="125" y="8"/>
                      </a:lnTo>
                      <a:lnTo>
                        <a:pt x="126" y="8"/>
                      </a:lnTo>
                      <a:lnTo>
                        <a:pt x="128" y="8"/>
                      </a:lnTo>
                      <a:lnTo>
                        <a:pt x="129" y="8"/>
                      </a:lnTo>
                      <a:lnTo>
                        <a:pt x="130" y="8"/>
                      </a:lnTo>
                      <a:lnTo>
                        <a:pt x="132" y="8"/>
                      </a:lnTo>
                      <a:lnTo>
                        <a:pt x="133" y="8"/>
                      </a:lnTo>
                      <a:lnTo>
                        <a:pt x="135" y="8"/>
                      </a:lnTo>
                      <a:lnTo>
                        <a:pt x="136" y="8"/>
                      </a:lnTo>
                      <a:lnTo>
                        <a:pt x="137" y="8"/>
                      </a:lnTo>
                      <a:lnTo>
                        <a:pt x="139" y="8"/>
                      </a:lnTo>
                      <a:lnTo>
                        <a:pt x="140" y="8"/>
                      </a:lnTo>
                      <a:lnTo>
                        <a:pt x="142" y="8"/>
                      </a:lnTo>
                      <a:lnTo>
                        <a:pt x="143" y="8"/>
                      </a:lnTo>
                      <a:lnTo>
                        <a:pt x="144" y="8"/>
                      </a:lnTo>
                      <a:lnTo>
                        <a:pt x="146" y="8"/>
                      </a:lnTo>
                      <a:lnTo>
                        <a:pt x="147" y="8"/>
                      </a:lnTo>
                      <a:lnTo>
                        <a:pt x="149" y="8"/>
                      </a:lnTo>
                      <a:lnTo>
                        <a:pt x="150" y="8"/>
                      </a:lnTo>
                      <a:lnTo>
                        <a:pt x="151" y="8"/>
                      </a:lnTo>
                      <a:lnTo>
                        <a:pt x="153" y="8"/>
                      </a:lnTo>
                      <a:lnTo>
                        <a:pt x="154" y="8"/>
                      </a:lnTo>
                      <a:lnTo>
                        <a:pt x="156" y="8"/>
                      </a:lnTo>
                      <a:lnTo>
                        <a:pt x="157" y="8"/>
                      </a:lnTo>
                      <a:lnTo>
                        <a:pt x="158" y="8"/>
                      </a:lnTo>
                      <a:lnTo>
                        <a:pt x="160" y="8"/>
                      </a:lnTo>
                      <a:lnTo>
                        <a:pt x="161" y="8"/>
                      </a:lnTo>
                      <a:lnTo>
                        <a:pt x="163" y="8"/>
                      </a:lnTo>
                      <a:lnTo>
                        <a:pt x="164" y="20"/>
                      </a:lnTo>
                      <a:lnTo>
                        <a:pt x="165" y="8"/>
                      </a:lnTo>
                      <a:lnTo>
                        <a:pt x="167" y="9"/>
                      </a:lnTo>
                      <a:lnTo>
                        <a:pt x="168" y="9"/>
                      </a:lnTo>
                      <a:lnTo>
                        <a:pt x="170" y="9"/>
                      </a:lnTo>
                      <a:lnTo>
                        <a:pt x="171" y="8"/>
                      </a:lnTo>
                      <a:lnTo>
                        <a:pt x="173" y="7"/>
                      </a:lnTo>
                      <a:lnTo>
                        <a:pt x="174" y="6"/>
                      </a:lnTo>
                      <a:lnTo>
                        <a:pt x="175" y="6"/>
                      </a:lnTo>
                      <a:lnTo>
                        <a:pt x="177" y="5"/>
                      </a:lnTo>
                      <a:lnTo>
                        <a:pt x="178" y="4"/>
                      </a:lnTo>
                      <a:lnTo>
                        <a:pt x="180" y="3"/>
                      </a:lnTo>
                      <a:lnTo>
                        <a:pt x="181" y="3"/>
                      </a:lnTo>
                      <a:lnTo>
                        <a:pt x="182" y="2"/>
                      </a:lnTo>
                      <a:lnTo>
                        <a:pt x="184" y="1"/>
                      </a:lnTo>
                      <a:lnTo>
                        <a:pt x="185" y="1"/>
                      </a:lnTo>
                      <a:lnTo>
                        <a:pt x="187" y="1"/>
                      </a:lnTo>
                      <a:lnTo>
                        <a:pt x="188" y="0"/>
                      </a:lnTo>
                      <a:lnTo>
                        <a:pt x="189" y="0"/>
                      </a:lnTo>
                      <a:lnTo>
                        <a:pt x="191" y="0"/>
                      </a:lnTo>
                      <a:lnTo>
                        <a:pt x="192" y="1"/>
                      </a:lnTo>
                      <a:lnTo>
                        <a:pt x="194" y="1"/>
                      </a:lnTo>
                      <a:lnTo>
                        <a:pt x="195" y="2"/>
                      </a:lnTo>
                      <a:lnTo>
                        <a:pt x="196" y="3"/>
                      </a:lnTo>
                      <a:lnTo>
                        <a:pt x="198" y="4"/>
                      </a:lnTo>
                      <a:lnTo>
                        <a:pt x="199" y="5"/>
                      </a:lnTo>
                      <a:lnTo>
                        <a:pt x="201" y="7"/>
                      </a:lnTo>
                      <a:lnTo>
                        <a:pt x="202" y="9"/>
                      </a:lnTo>
                      <a:lnTo>
                        <a:pt x="203" y="11"/>
                      </a:lnTo>
                      <a:lnTo>
                        <a:pt x="205" y="14"/>
                      </a:lnTo>
                      <a:lnTo>
                        <a:pt x="206" y="17"/>
                      </a:lnTo>
                      <a:lnTo>
                        <a:pt x="208" y="20"/>
                      </a:lnTo>
                      <a:lnTo>
                        <a:pt x="209" y="23"/>
                      </a:lnTo>
                      <a:lnTo>
                        <a:pt x="210" y="27"/>
                      </a:lnTo>
                      <a:lnTo>
                        <a:pt x="212" y="30"/>
                      </a:lnTo>
                      <a:lnTo>
                        <a:pt x="213" y="34"/>
                      </a:lnTo>
                      <a:lnTo>
                        <a:pt x="215" y="38"/>
                      </a:lnTo>
                      <a:lnTo>
                        <a:pt x="216" y="42"/>
                      </a:lnTo>
                      <a:lnTo>
                        <a:pt x="217" y="46"/>
                      </a:lnTo>
                      <a:lnTo>
                        <a:pt x="219" y="50"/>
                      </a:lnTo>
                      <a:lnTo>
                        <a:pt x="220" y="55"/>
                      </a:lnTo>
                      <a:lnTo>
                        <a:pt x="222" y="59"/>
                      </a:lnTo>
                      <a:lnTo>
                        <a:pt x="223" y="63"/>
                      </a:lnTo>
                      <a:lnTo>
                        <a:pt x="224" y="68"/>
                      </a:lnTo>
                      <a:lnTo>
                        <a:pt x="226" y="72"/>
                      </a:lnTo>
                      <a:lnTo>
                        <a:pt x="227" y="77"/>
                      </a:lnTo>
                      <a:lnTo>
                        <a:pt x="229" y="81"/>
                      </a:lnTo>
                      <a:lnTo>
                        <a:pt x="230" y="86"/>
                      </a:lnTo>
                      <a:lnTo>
                        <a:pt x="232" y="90"/>
                      </a:lnTo>
                      <a:lnTo>
                        <a:pt x="233" y="94"/>
                      </a:lnTo>
                      <a:lnTo>
                        <a:pt x="234" y="99"/>
                      </a:lnTo>
                      <a:lnTo>
                        <a:pt x="236" y="103"/>
                      </a:lnTo>
                      <a:lnTo>
                        <a:pt x="237" y="107"/>
                      </a:lnTo>
                      <a:lnTo>
                        <a:pt x="239" y="112"/>
                      </a:lnTo>
                      <a:lnTo>
                        <a:pt x="240" y="116"/>
                      </a:lnTo>
                      <a:lnTo>
                        <a:pt x="241" y="120"/>
                      </a:lnTo>
                      <a:lnTo>
                        <a:pt x="243" y="124"/>
                      </a:lnTo>
                      <a:lnTo>
                        <a:pt x="244" y="128"/>
                      </a:lnTo>
                      <a:lnTo>
                        <a:pt x="246" y="132"/>
                      </a:lnTo>
                      <a:lnTo>
                        <a:pt x="247" y="135"/>
                      </a:lnTo>
                      <a:lnTo>
                        <a:pt x="248" y="139"/>
                      </a:lnTo>
                      <a:lnTo>
                        <a:pt x="250" y="142"/>
                      </a:lnTo>
                      <a:lnTo>
                        <a:pt x="251" y="146"/>
                      </a:lnTo>
                      <a:lnTo>
                        <a:pt x="253" y="149"/>
                      </a:lnTo>
                      <a:lnTo>
                        <a:pt x="254" y="152"/>
                      </a:lnTo>
                      <a:lnTo>
                        <a:pt x="255" y="155"/>
                      </a:lnTo>
                      <a:lnTo>
                        <a:pt x="257" y="158"/>
                      </a:lnTo>
                      <a:lnTo>
                        <a:pt x="258" y="161"/>
                      </a:lnTo>
                      <a:lnTo>
                        <a:pt x="260" y="164"/>
                      </a:lnTo>
                      <a:lnTo>
                        <a:pt x="261" y="166"/>
                      </a:lnTo>
                      <a:lnTo>
                        <a:pt x="262" y="169"/>
                      </a:lnTo>
                      <a:lnTo>
                        <a:pt x="264" y="171"/>
                      </a:lnTo>
                      <a:lnTo>
                        <a:pt x="265" y="173"/>
                      </a:lnTo>
                      <a:lnTo>
                        <a:pt x="267" y="175"/>
                      </a:lnTo>
                      <a:lnTo>
                        <a:pt x="268" y="177"/>
                      </a:lnTo>
                      <a:lnTo>
                        <a:pt x="269" y="179"/>
                      </a:lnTo>
                      <a:lnTo>
                        <a:pt x="271" y="181"/>
                      </a:lnTo>
                      <a:lnTo>
                        <a:pt x="272" y="182"/>
                      </a:lnTo>
                      <a:lnTo>
                        <a:pt x="274" y="184"/>
                      </a:lnTo>
                      <a:lnTo>
                        <a:pt x="275" y="185"/>
                      </a:lnTo>
                      <a:lnTo>
                        <a:pt x="276" y="187"/>
                      </a:lnTo>
                      <a:lnTo>
                        <a:pt x="278" y="188"/>
                      </a:lnTo>
                      <a:lnTo>
                        <a:pt x="279" y="189"/>
                      </a:lnTo>
                      <a:lnTo>
                        <a:pt x="281" y="190"/>
                      </a:lnTo>
                      <a:lnTo>
                        <a:pt x="282" y="192"/>
                      </a:lnTo>
                      <a:lnTo>
                        <a:pt x="283" y="193"/>
                      </a:lnTo>
                      <a:lnTo>
                        <a:pt x="285" y="194"/>
                      </a:lnTo>
                      <a:lnTo>
                        <a:pt x="286" y="194"/>
                      </a:lnTo>
                      <a:lnTo>
                        <a:pt x="288" y="195"/>
                      </a:lnTo>
                      <a:lnTo>
                        <a:pt x="289" y="196"/>
                      </a:lnTo>
                      <a:lnTo>
                        <a:pt x="290" y="197"/>
                      </a:lnTo>
                      <a:lnTo>
                        <a:pt x="292" y="198"/>
                      </a:lnTo>
                      <a:lnTo>
                        <a:pt x="293" y="199"/>
                      </a:lnTo>
                      <a:lnTo>
                        <a:pt x="295" y="199"/>
                      </a:lnTo>
                      <a:lnTo>
                        <a:pt x="296" y="200"/>
                      </a:lnTo>
                      <a:lnTo>
                        <a:pt x="298" y="201"/>
                      </a:lnTo>
                      <a:lnTo>
                        <a:pt x="299" y="201"/>
                      </a:lnTo>
                      <a:lnTo>
                        <a:pt x="300" y="202"/>
                      </a:lnTo>
                      <a:lnTo>
                        <a:pt x="302" y="202"/>
                      </a:lnTo>
                      <a:lnTo>
                        <a:pt x="303" y="203"/>
                      </a:lnTo>
                      <a:lnTo>
                        <a:pt x="305" y="204"/>
                      </a:lnTo>
                      <a:lnTo>
                        <a:pt x="306" y="204"/>
                      </a:lnTo>
                      <a:lnTo>
                        <a:pt x="307" y="205"/>
                      </a:lnTo>
                      <a:lnTo>
                        <a:pt x="309" y="205"/>
                      </a:lnTo>
                      <a:lnTo>
                        <a:pt x="310" y="206"/>
                      </a:lnTo>
                      <a:lnTo>
                        <a:pt x="312" y="206"/>
                      </a:lnTo>
                      <a:lnTo>
                        <a:pt x="313" y="206"/>
                      </a:lnTo>
                      <a:lnTo>
                        <a:pt x="314" y="207"/>
                      </a:lnTo>
                      <a:lnTo>
                        <a:pt x="316" y="207"/>
                      </a:lnTo>
                      <a:lnTo>
                        <a:pt x="317" y="208"/>
                      </a:lnTo>
                      <a:lnTo>
                        <a:pt x="319" y="208"/>
                      </a:lnTo>
                      <a:lnTo>
                        <a:pt x="320" y="208"/>
                      </a:lnTo>
                      <a:lnTo>
                        <a:pt x="321" y="209"/>
                      </a:lnTo>
                      <a:lnTo>
                        <a:pt x="323" y="209"/>
                      </a:lnTo>
                      <a:lnTo>
                        <a:pt x="324" y="210"/>
                      </a:lnTo>
                      <a:lnTo>
                        <a:pt x="326" y="210"/>
                      </a:lnTo>
                      <a:lnTo>
                        <a:pt x="327" y="210"/>
                      </a:lnTo>
                      <a:lnTo>
                        <a:pt x="328" y="211"/>
                      </a:lnTo>
                      <a:lnTo>
                        <a:pt x="330" y="211"/>
                      </a:lnTo>
                      <a:lnTo>
                        <a:pt x="331" y="211"/>
                      </a:lnTo>
                      <a:lnTo>
                        <a:pt x="333" y="211"/>
                      </a:lnTo>
                      <a:lnTo>
                        <a:pt x="334" y="212"/>
                      </a:lnTo>
                      <a:lnTo>
                        <a:pt x="335" y="212"/>
                      </a:lnTo>
                      <a:lnTo>
                        <a:pt x="337" y="212"/>
                      </a:lnTo>
                      <a:lnTo>
                        <a:pt x="338" y="213"/>
                      </a:lnTo>
                      <a:lnTo>
                        <a:pt x="340" y="213"/>
                      </a:lnTo>
                      <a:lnTo>
                        <a:pt x="341" y="213"/>
                      </a:lnTo>
                      <a:lnTo>
                        <a:pt x="342" y="214"/>
                      </a:lnTo>
                      <a:lnTo>
                        <a:pt x="344" y="214"/>
                      </a:lnTo>
                      <a:lnTo>
                        <a:pt x="345" y="214"/>
                      </a:lnTo>
                      <a:lnTo>
                        <a:pt x="347" y="214"/>
                      </a:lnTo>
                      <a:lnTo>
                        <a:pt x="348" y="215"/>
                      </a:lnTo>
                      <a:lnTo>
                        <a:pt x="349" y="215"/>
                      </a:lnTo>
                      <a:lnTo>
                        <a:pt x="351" y="215"/>
                      </a:lnTo>
                      <a:lnTo>
                        <a:pt x="352" y="216"/>
                      </a:lnTo>
                      <a:lnTo>
                        <a:pt x="354" y="216"/>
                      </a:lnTo>
                      <a:lnTo>
                        <a:pt x="355" y="216"/>
                      </a:lnTo>
                      <a:lnTo>
                        <a:pt x="356" y="216"/>
                      </a:lnTo>
                      <a:lnTo>
                        <a:pt x="358" y="217"/>
                      </a:lnTo>
                      <a:lnTo>
                        <a:pt x="359" y="217"/>
                      </a:lnTo>
                      <a:lnTo>
                        <a:pt x="361" y="217"/>
                      </a:lnTo>
                      <a:lnTo>
                        <a:pt x="362" y="217"/>
                      </a:lnTo>
                      <a:lnTo>
                        <a:pt x="364" y="218"/>
                      </a:lnTo>
                      <a:lnTo>
                        <a:pt x="365" y="218"/>
                      </a:lnTo>
                      <a:lnTo>
                        <a:pt x="366" y="218"/>
                      </a:lnTo>
                      <a:lnTo>
                        <a:pt x="368" y="218"/>
                      </a:lnTo>
                      <a:lnTo>
                        <a:pt x="369" y="218"/>
                      </a:lnTo>
                      <a:lnTo>
                        <a:pt x="371" y="219"/>
                      </a:lnTo>
                      <a:lnTo>
                        <a:pt x="372" y="219"/>
                      </a:lnTo>
                      <a:lnTo>
                        <a:pt x="373" y="219"/>
                      </a:lnTo>
                      <a:lnTo>
                        <a:pt x="375" y="219"/>
                      </a:lnTo>
                      <a:lnTo>
                        <a:pt x="376" y="220"/>
                      </a:lnTo>
                      <a:lnTo>
                        <a:pt x="378" y="220"/>
                      </a:lnTo>
                      <a:lnTo>
                        <a:pt x="379" y="220"/>
                      </a:lnTo>
                      <a:lnTo>
                        <a:pt x="380" y="220"/>
                      </a:lnTo>
                      <a:lnTo>
                        <a:pt x="382" y="220"/>
                      </a:lnTo>
                      <a:lnTo>
                        <a:pt x="383" y="220"/>
                      </a:lnTo>
                      <a:lnTo>
                        <a:pt x="385" y="220"/>
                      </a:lnTo>
                      <a:lnTo>
                        <a:pt x="386" y="220"/>
                      </a:lnTo>
                      <a:lnTo>
                        <a:pt x="387" y="220"/>
                      </a:lnTo>
                      <a:lnTo>
                        <a:pt x="389" y="221"/>
                      </a:lnTo>
                      <a:lnTo>
                        <a:pt x="390" y="221"/>
                      </a:lnTo>
                      <a:lnTo>
                        <a:pt x="392" y="221"/>
                      </a:lnTo>
                      <a:lnTo>
                        <a:pt x="393" y="221"/>
                      </a:lnTo>
                      <a:lnTo>
                        <a:pt x="394" y="221"/>
                      </a:lnTo>
                      <a:lnTo>
                        <a:pt x="396" y="221"/>
                      </a:lnTo>
                      <a:lnTo>
                        <a:pt x="397" y="221"/>
                      </a:lnTo>
                      <a:lnTo>
                        <a:pt x="399" y="221"/>
                      </a:lnTo>
                      <a:lnTo>
                        <a:pt x="400" y="221"/>
                      </a:lnTo>
                      <a:lnTo>
                        <a:pt x="401" y="220"/>
                      </a:lnTo>
                      <a:lnTo>
                        <a:pt x="403" y="220"/>
                      </a:lnTo>
                      <a:lnTo>
                        <a:pt x="404" y="220"/>
                      </a:lnTo>
                      <a:lnTo>
                        <a:pt x="406" y="220"/>
                      </a:lnTo>
                      <a:lnTo>
                        <a:pt x="407" y="220"/>
                      </a:lnTo>
                      <a:lnTo>
                        <a:pt x="408" y="220"/>
                      </a:lnTo>
                      <a:lnTo>
                        <a:pt x="410" y="220"/>
                      </a:lnTo>
                      <a:lnTo>
                        <a:pt x="411" y="220"/>
                      </a:lnTo>
                      <a:lnTo>
                        <a:pt x="413" y="220"/>
                      </a:lnTo>
                      <a:lnTo>
                        <a:pt x="414" y="219"/>
                      </a:lnTo>
                      <a:lnTo>
                        <a:pt x="415" y="219"/>
                      </a:lnTo>
                      <a:lnTo>
                        <a:pt x="417" y="219"/>
                      </a:lnTo>
                      <a:lnTo>
                        <a:pt x="418" y="219"/>
                      </a:lnTo>
                      <a:lnTo>
                        <a:pt x="420" y="219"/>
                      </a:lnTo>
                      <a:lnTo>
                        <a:pt x="421" y="218"/>
                      </a:lnTo>
                      <a:lnTo>
                        <a:pt x="423" y="218"/>
                      </a:lnTo>
                      <a:lnTo>
                        <a:pt x="424" y="218"/>
                      </a:lnTo>
                      <a:lnTo>
                        <a:pt x="425" y="218"/>
                      </a:lnTo>
                      <a:lnTo>
                        <a:pt x="427" y="217"/>
                      </a:lnTo>
                      <a:lnTo>
                        <a:pt x="428" y="217"/>
                      </a:lnTo>
                      <a:lnTo>
                        <a:pt x="430" y="217"/>
                      </a:lnTo>
                      <a:lnTo>
                        <a:pt x="431" y="217"/>
                      </a:lnTo>
                      <a:lnTo>
                        <a:pt x="432" y="216"/>
                      </a:lnTo>
                      <a:lnTo>
                        <a:pt x="434" y="216"/>
                      </a:lnTo>
                      <a:lnTo>
                        <a:pt x="435" y="216"/>
                      </a:lnTo>
                      <a:lnTo>
                        <a:pt x="437" y="215"/>
                      </a:lnTo>
                      <a:lnTo>
                        <a:pt x="438" y="215"/>
                      </a:lnTo>
                      <a:lnTo>
                        <a:pt x="439" y="215"/>
                      </a:lnTo>
                      <a:lnTo>
                        <a:pt x="441" y="214"/>
                      </a:lnTo>
                      <a:lnTo>
                        <a:pt x="442" y="214"/>
                      </a:lnTo>
                      <a:lnTo>
                        <a:pt x="444" y="214"/>
                      </a:lnTo>
                      <a:lnTo>
                        <a:pt x="445" y="213"/>
                      </a:lnTo>
                      <a:lnTo>
                        <a:pt x="446" y="213"/>
                      </a:lnTo>
                      <a:lnTo>
                        <a:pt x="448" y="213"/>
                      </a:lnTo>
                      <a:lnTo>
                        <a:pt x="449" y="212"/>
                      </a:lnTo>
                      <a:lnTo>
                        <a:pt x="451" y="212"/>
                      </a:lnTo>
                      <a:lnTo>
                        <a:pt x="452" y="211"/>
                      </a:lnTo>
                      <a:lnTo>
                        <a:pt x="453" y="211"/>
                      </a:lnTo>
                      <a:lnTo>
                        <a:pt x="455" y="211"/>
                      </a:lnTo>
                      <a:lnTo>
                        <a:pt x="456" y="210"/>
                      </a:lnTo>
                      <a:lnTo>
                        <a:pt x="458" y="210"/>
                      </a:lnTo>
                      <a:lnTo>
                        <a:pt x="459" y="209"/>
                      </a:lnTo>
                      <a:lnTo>
                        <a:pt x="460" y="209"/>
                      </a:lnTo>
                      <a:lnTo>
                        <a:pt x="462" y="208"/>
                      </a:lnTo>
                      <a:lnTo>
                        <a:pt x="463" y="208"/>
                      </a:lnTo>
                      <a:lnTo>
                        <a:pt x="465" y="207"/>
                      </a:lnTo>
                      <a:lnTo>
                        <a:pt x="466" y="207"/>
                      </a:lnTo>
                      <a:lnTo>
                        <a:pt x="467" y="206"/>
                      </a:lnTo>
                      <a:lnTo>
                        <a:pt x="469" y="206"/>
                      </a:lnTo>
                      <a:lnTo>
                        <a:pt x="470" y="206"/>
                      </a:lnTo>
                      <a:lnTo>
                        <a:pt x="472" y="205"/>
                      </a:lnTo>
                      <a:lnTo>
                        <a:pt x="473" y="205"/>
                      </a:lnTo>
                      <a:lnTo>
                        <a:pt x="474" y="204"/>
                      </a:lnTo>
                      <a:lnTo>
                        <a:pt x="476" y="204"/>
                      </a:lnTo>
                      <a:lnTo>
                        <a:pt x="477" y="203"/>
                      </a:lnTo>
                      <a:lnTo>
                        <a:pt x="479" y="203"/>
                      </a:lnTo>
                      <a:lnTo>
                        <a:pt x="480" y="202"/>
                      </a:lnTo>
                      <a:lnTo>
                        <a:pt x="481" y="202"/>
                      </a:lnTo>
                      <a:lnTo>
                        <a:pt x="483" y="201"/>
                      </a:lnTo>
                      <a:lnTo>
                        <a:pt x="484" y="201"/>
                      </a:lnTo>
                      <a:lnTo>
                        <a:pt x="486" y="200"/>
                      </a:lnTo>
                      <a:lnTo>
                        <a:pt x="487" y="200"/>
                      </a:lnTo>
                      <a:lnTo>
                        <a:pt x="489" y="199"/>
                      </a:lnTo>
                      <a:lnTo>
                        <a:pt x="490" y="199"/>
                      </a:lnTo>
                      <a:lnTo>
                        <a:pt x="491" y="198"/>
                      </a:lnTo>
                      <a:lnTo>
                        <a:pt x="493" y="198"/>
                      </a:lnTo>
                      <a:lnTo>
                        <a:pt x="494" y="197"/>
                      </a:lnTo>
                      <a:lnTo>
                        <a:pt x="496" y="197"/>
                      </a:lnTo>
                      <a:lnTo>
                        <a:pt x="497" y="197"/>
                      </a:lnTo>
                      <a:lnTo>
                        <a:pt x="498" y="196"/>
                      </a:lnTo>
                      <a:lnTo>
                        <a:pt x="500" y="196"/>
                      </a:lnTo>
                      <a:lnTo>
                        <a:pt x="501" y="195"/>
                      </a:lnTo>
                      <a:lnTo>
                        <a:pt x="503" y="195"/>
                      </a:lnTo>
                      <a:lnTo>
                        <a:pt x="504" y="194"/>
                      </a:lnTo>
                      <a:lnTo>
                        <a:pt x="505" y="194"/>
                      </a:lnTo>
                      <a:lnTo>
                        <a:pt x="507" y="193"/>
                      </a:lnTo>
                      <a:lnTo>
                        <a:pt x="508" y="193"/>
                      </a:lnTo>
                      <a:lnTo>
                        <a:pt x="510" y="192"/>
                      </a:lnTo>
                      <a:lnTo>
                        <a:pt x="511" y="192"/>
                      </a:lnTo>
                      <a:lnTo>
                        <a:pt x="512" y="191"/>
                      </a:lnTo>
                      <a:lnTo>
                        <a:pt x="514" y="191"/>
                      </a:lnTo>
                      <a:lnTo>
                        <a:pt x="515" y="190"/>
                      </a:lnTo>
                      <a:lnTo>
                        <a:pt x="517" y="190"/>
                      </a:lnTo>
                      <a:lnTo>
                        <a:pt x="518" y="189"/>
                      </a:lnTo>
                      <a:lnTo>
                        <a:pt x="519" y="189"/>
                      </a:lnTo>
                      <a:lnTo>
                        <a:pt x="521" y="188"/>
                      </a:lnTo>
                      <a:lnTo>
                        <a:pt x="522" y="188"/>
                      </a:lnTo>
                      <a:lnTo>
                        <a:pt x="524" y="187"/>
                      </a:lnTo>
                      <a:lnTo>
                        <a:pt x="525" y="187"/>
                      </a:lnTo>
                      <a:lnTo>
                        <a:pt x="526" y="186"/>
                      </a:lnTo>
                      <a:lnTo>
                        <a:pt x="528" y="186"/>
                      </a:lnTo>
                      <a:lnTo>
                        <a:pt x="529" y="185"/>
                      </a:lnTo>
                      <a:lnTo>
                        <a:pt x="531" y="185"/>
                      </a:lnTo>
                      <a:lnTo>
                        <a:pt x="532" y="184"/>
                      </a:lnTo>
                      <a:lnTo>
                        <a:pt x="533" y="184"/>
                      </a:lnTo>
                      <a:lnTo>
                        <a:pt x="535" y="184"/>
                      </a:lnTo>
                      <a:lnTo>
                        <a:pt x="536" y="183"/>
                      </a:lnTo>
                      <a:lnTo>
                        <a:pt x="538" y="183"/>
                      </a:lnTo>
                      <a:lnTo>
                        <a:pt x="539" y="182"/>
                      </a:lnTo>
                      <a:lnTo>
                        <a:pt x="540" y="182"/>
                      </a:lnTo>
                      <a:lnTo>
                        <a:pt x="542" y="181"/>
                      </a:lnTo>
                      <a:lnTo>
                        <a:pt x="543" y="181"/>
                      </a:lnTo>
                      <a:lnTo>
                        <a:pt x="545" y="181"/>
                      </a:lnTo>
                      <a:lnTo>
                        <a:pt x="546" y="180"/>
                      </a:lnTo>
                      <a:lnTo>
                        <a:pt x="548" y="180"/>
                      </a:lnTo>
                      <a:lnTo>
                        <a:pt x="549" y="179"/>
                      </a:lnTo>
                      <a:lnTo>
                        <a:pt x="550" y="179"/>
                      </a:lnTo>
                      <a:lnTo>
                        <a:pt x="552" y="178"/>
                      </a:lnTo>
                      <a:lnTo>
                        <a:pt x="553" y="178"/>
                      </a:lnTo>
                      <a:lnTo>
                        <a:pt x="555" y="178"/>
                      </a:lnTo>
                      <a:lnTo>
                        <a:pt x="556" y="177"/>
                      </a:lnTo>
                      <a:lnTo>
                        <a:pt x="557" y="177"/>
                      </a:lnTo>
                      <a:lnTo>
                        <a:pt x="559" y="176"/>
                      </a:lnTo>
                      <a:lnTo>
                        <a:pt x="560" y="176"/>
                      </a:lnTo>
                      <a:lnTo>
                        <a:pt x="562" y="176"/>
                      </a:lnTo>
                      <a:lnTo>
                        <a:pt x="563" y="175"/>
                      </a:lnTo>
                      <a:lnTo>
                        <a:pt x="564" y="175"/>
                      </a:lnTo>
                      <a:lnTo>
                        <a:pt x="566" y="174"/>
                      </a:lnTo>
                      <a:lnTo>
                        <a:pt x="567" y="174"/>
                      </a:lnTo>
                      <a:lnTo>
                        <a:pt x="569" y="174"/>
                      </a:lnTo>
                      <a:lnTo>
                        <a:pt x="570" y="173"/>
                      </a:lnTo>
                      <a:lnTo>
                        <a:pt x="571" y="173"/>
                      </a:lnTo>
                      <a:lnTo>
                        <a:pt x="573" y="173"/>
                      </a:lnTo>
                      <a:lnTo>
                        <a:pt x="574" y="172"/>
                      </a:lnTo>
                      <a:lnTo>
                        <a:pt x="576" y="172"/>
                      </a:lnTo>
                      <a:lnTo>
                        <a:pt x="577" y="172"/>
                      </a:lnTo>
                      <a:lnTo>
                        <a:pt x="578" y="171"/>
                      </a:lnTo>
                      <a:lnTo>
                        <a:pt x="580" y="171"/>
                      </a:lnTo>
                      <a:lnTo>
                        <a:pt x="581" y="171"/>
                      </a:lnTo>
                      <a:lnTo>
                        <a:pt x="583" y="170"/>
                      </a:lnTo>
                      <a:lnTo>
                        <a:pt x="584" y="160"/>
                      </a:lnTo>
                      <a:lnTo>
                        <a:pt x="585" y="170"/>
                      </a:lnTo>
                      <a:lnTo>
                        <a:pt x="587" y="169"/>
                      </a:lnTo>
                      <a:lnTo>
                        <a:pt x="588" y="169"/>
                      </a:lnTo>
                      <a:lnTo>
                        <a:pt x="590" y="168"/>
                      </a:lnTo>
                      <a:lnTo>
                        <a:pt x="591" y="168"/>
                      </a:lnTo>
                      <a:lnTo>
                        <a:pt x="592" y="168"/>
                      </a:lnTo>
                      <a:lnTo>
                        <a:pt x="594" y="168"/>
                      </a:lnTo>
                      <a:lnTo>
                        <a:pt x="595" y="167"/>
                      </a:lnTo>
                      <a:lnTo>
                        <a:pt x="597" y="167"/>
                      </a:lnTo>
                      <a:lnTo>
                        <a:pt x="598" y="167"/>
                      </a:lnTo>
                      <a:lnTo>
                        <a:pt x="599" y="167"/>
                      </a:lnTo>
                      <a:lnTo>
                        <a:pt x="601" y="166"/>
                      </a:lnTo>
                      <a:lnTo>
                        <a:pt x="602" y="166"/>
                      </a:lnTo>
                      <a:lnTo>
                        <a:pt x="604" y="166"/>
                      </a:lnTo>
                      <a:lnTo>
                        <a:pt x="605" y="166"/>
                      </a:lnTo>
                      <a:lnTo>
                        <a:pt x="606" y="165"/>
                      </a:lnTo>
                      <a:lnTo>
                        <a:pt x="608" y="165"/>
                      </a:lnTo>
                      <a:lnTo>
                        <a:pt x="609" y="165"/>
                      </a:lnTo>
                      <a:lnTo>
                        <a:pt x="611" y="165"/>
                      </a:lnTo>
                      <a:lnTo>
                        <a:pt x="612" y="164"/>
                      </a:lnTo>
                      <a:lnTo>
                        <a:pt x="614" y="164"/>
                      </a:lnTo>
                      <a:lnTo>
                        <a:pt x="615" y="164"/>
                      </a:lnTo>
                      <a:lnTo>
                        <a:pt x="616" y="164"/>
                      </a:lnTo>
                      <a:lnTo>
                        <a:pt x="618" y="164"/>
                      </a:lnTo>
                      <a:lnTo>
                        <a:pt x="619" y="163"/>
                      </a:lnTo>
                      <a:lnTo>
                        <a:pt x="621" y="163"/>
                      </a:lnTo>
                      <a:lnTo>
                        <a:pt x="622" y="163"/>
                      </a:lnTo>
                      <a:lnTo>
                        <a:pt x="623" y="163"/>
                      </a:lnTo>
                      <a:lnTo>
                        <a:pt x="625" y="162"/>
                      </a:lnTo>
                      <a:lnTo>
                        <a:pt x="626" y="162"/>
                      </a:lnTo>
                      <a:lnTo>
                        <a:pt x="628" y="162"/>
                      </a:lnTo>
                      <a:lnTo>
                        <a:pt x="629" y="162"/>
                      </a:lnTo>
                      <a:lnTo>
                        <a:pt x="630" y="162"/>
                      </a:lnTo>
                      <a:lnTo>
                        <a:pt x="632" y="161"/>
                      </a:lnTo>
                      <a:lnTo>
                        <a:pt x="633" y="161"/>
                      </a:lnTo>
                      <a:lnTo>
                        <a:pt x="635" y="161"/>
                      </a:lnTo>
                      <a:lnTo>
                        <a:pt x="636" y="161"/>
                      </a:lnTo>
                      <a:lnTo>
                        <a:pt x="637" y="161"/>
                      </a:lnTo>
                      <a:lnTo>
                        <a:pt x="639" y="160"/>
                      </a:lnTo>
                      <a:lnTo>
                        <a:pt x="640" y="160"/>
                      </a:lnTo>
                      <a:lnTo>
                        <a:pt x="642" y="160"/>
                      </a:lnTo>
                      <a:lnTo>
                        <a:pt x="643" y="160"/>
                      </a:lnTo>
                      <a:lnTo>
                        <a:pt x="644" y="160"/>
                      </a:lnTo>
                      <a:lnTo>
                        <a:pt x="646" y="160"/>
                      </a:lnTo>
                      <a:lnTo>
                        <a:pt x="647" y="159"/>
                      </a:lnTo>
                      <a:lnTo>
                        <a:pt x="649" y="159"/>
                      </a:lnTo>
                      <a:lnTo>
                        <a:pt x="650" y="159"/>
                      </a:lnTo>
                      <a:lnTo>
                        <a:pt x="651" y="159"/>
                      </a:lnTo>
                      <a:lnTo>
                        <a:pt x="653" y="159"/>
                      </a:lnTo>
                      <a:lnTo>
                        <a:pt x="654" y="158"/>
                      </a:lnTo>
                      <a:lnTo>
                        <a:pt x="656" y="158"/>
                      </a:lnTo>
                      <a:lnTo>
                        <a:pt x="657" y="158"/>
                      </a:lnTo>
                      <a:lnTo>
                        <a:pt x="658" y="158"/>
                      </a:lnTo>
                      <a:lnTo>
                        <a:pt x="660" y="158"/>
                      </a:lnTo>
                      <a:lnTo>
                        <a:pt x="661" y="158"/>
                      </a:lnTo>
                      <a:lnTo>
                        <a:pt x="663" y="157"/>
                      </a:lnTo>
                      <a:lnTo>
                        <a:pt x="664" y="157"/>
                      </a:lnTo>
                      <a:lnTo>
                        <a:pt x="665" y="157"/>
                      </a:lnTo>
                      <a:lnTo>
                        <a:pt x="667" y="157"/>
                      </a:lnTo>
                      <a:lnTo>
                        <a:pt x="668" y="157"/>
                      </a:lnTo>
                      <a:lnTo>
                        <a:pt x="670" y="157"/>
                      </a:lnTo>
                      <a:lnTo>
                        <a:pt x="671" y="156"/>
                      </a:lnTo>
                      <a:lnTo>
                        <a:pt x="672" y="156"/>
                      </a:lnTo>
                      <a:lnTo>
                        <a:pt x="674" y="156"/>
                      </a:lnTo>
                      <a:lnTo>
                        <a:pt x="675" y="156"/>
                      </a:lnTo>
                      <a:lnTo>
                        <a:pt x="677" y="156"/>
                      </a:lnTo>
                      <a:lnTo>
                        <a:pt x="678" y="156"/>
                      </a:lnTo>
                      <a:lnTo>
                        <a:pt x="680" y="155"/>
                      </a:lnTo>
                      <a:lnTo>
                        <a:pt x="681" y="155"/>
                      </a:lnTo>
                      <a:lnTo>
                        <a:pt x="682" y="155"/>
                      </a:lnTo>
                      <a:lnTo>
                        <a:pt x="684" y="155"/>
                      </a:lnTo>
                      <a:lnTo>
                        <a:pt x="685" y="155"/>
                      </a:lnTo>
                      <a:lnTo>
                        <a:pt x="687" y="155"/>
                      </a:lnTo>
                      <a:lnTo>
                        <a:pt x="688" y="155"/>
                      </a:lnTo>
                      <a:lnTo>
                        <a:pt x="689" y="154"/>
                      </a:lnTo>
                      <a:lnTo>
                        <a:pt x="691" y="154"/>
                      </a:lnTo>
                      <a:lnTo>
                        <a:pt x="692" y="154"/>
                      </a:lnTo>
                      <a:lnTo>
                        <a:pt x="694" y="154"/>
                      </a:lnTo>
                      <a:lnTo>
                        <a:pt x="695" y="154"/>
                      </a:lnTo>
                      <a:lnTo>
                        <a:pt x="696" y="154"/>
                      </a:lnTo>
                      <a:lnTo>
                        <a:pt x="698" y="153"/>
                      </a:lnTo>
                      <a:lnTo>
                        <a:pt x="699" y="153"/>
                      </a:lnTo>
                      <a:lnTo>
                        <a:pt x="701" y="153"/>
                      </a:lnTo>
                      <a:lnTo>
                        <a:pt x="702" y="153"/>
                      </a:lnTo>
                      <a:lnTo>
                        <a:pt x="703" y="153"/>
                      </a:lnTo>
                      <a:lnTo>
                        <a:pt x="705" y="153"/>
                      </a:lnTo>
                      <a:lnTo>
                        <a:pt x="706" y="153"/>
                      </a:lnTo>
                      <a:lnTo>
                        <a:pt x="708" y="153"/>
                      </a:lnTo>
                      <a:lnTo>
                        <a:pt x="709" y="152"/>
                      </a:lnTo>
                      <a:lnTo>
                        <a:pt x="710" y="152"/>
                      </a:lnTo>
                      <a:lnTo>
                        <a:pt x="712" y="152"/>
                      </a:lnTo>
                      <a:lnTo>
                        <a:pt x="713" y="152"/>
                      </a:lnTo>
                      <a:lnTo>
                        <a:pt x="715" y="152"/>
                      </a:lnTo>
                      <a:lnTo>
                        <a:pt x="716" y="152"/>
                      </a:lnTo>
                      <a:lnTo>
                        <a:pt x="717" y="152"/>
                      </a:lnTo>
                      <a:lnTo>
                        <a:pt x="719" y="151"/>
                      </a:lnTo>
                      <a:lnTo>
                        <a:pt x="720" y="151"/>
                      </a:lnTo>
                      <a:lnTo>
                        <a:pt x="722" y="151"/>
                      </a:lnTo>
                      <a:lnTo>
                        <a:pt x="723" y="151"/>
                      </a:lnTo>
                      <a:lnTo>
                        <a:pt x="724" y="151"/>
                      </a:lnTo>
                      <a:lnTo>
                        <a:pt x="726" y="151"/>
                      </a:lnTo>
                      <a:lnTo>
                        <a:pt x="727" y="151"/>
                      </a:lnTo>
                      <a:lnTo>
                        <a:pt x="729" y="151"/>
                      </a:lnTo>
                      <a:lnTo>
                        <a:pt x="730" y="150"/>
                      </a:lnTo>
                      <a:lnTo>
                        <a:pt x="731" y="150"/>
                      </a:lnTo>
                      <a:lnTo>
                        <a:pt x="733" y="150"/>
                      </a:lnTo>
                      <a:lnTo>
                        <a:pt x="734" y="150"/>
                      </a:lnTo>
                      <a:lnTo>
                        <a:pt x="736" y="150"/>
                      </a:lnTo>
                      <a:lnTo>
                        <a:pt x="737" y="150"/>
                      </a:lnTo>
                      <a:lnTo>
                        <a:pt x="739" y="150"/>
                      </a:lnTo>
                      <a:lnTo>
                        <a:pt x="740" y="150"/>
                      </a:lnTo>
                      <a:lnTo>
                        <a:pt x="741" y="149"/>
                      </a:lnTo>
                      <a:lnTo>
                        <a:pt x="743" y="149"/>
                      </a:lnTo>
                      <a:lnTo>
                        <a:pt x="744" y="149"/>
                      </a:lnTo>
                      <a:lnTo>
                        <a:pt x="746" y="149"/>
                      </a:lnTo>
                      <a:lnTo>
                        <a:pt x="747" y="149"/>
                      </a:lnTo>
                      <a:lnTo>
                        <a:pt x="748" y="149"/>
                      </a:lnTo>
                      <a:lnTo>
                        <a:pt x="750" y="149"/>
                      </a:lnTo>
                      <a:lnTo>
                        <a:pt x="751" y="149"/>
                      </a:lnTo>
                      <a:lnTo>
                        <a:pt x="753" y="149"/>
                      </a:lnTo>
                      <a:lnTo>
                        <a:pt x="754" y="148"/>
                      </a:lnTo>
                      <a:lnTo>
                        <a:pt x="755" y="148"/>
                      </a:lnTo>
                      <a:lnTo>
                        <a:pt x="757" y="148"/>
                      </a:lnTo>
                      <a:lnTo>
                        <a:pt x="758" y="148"/>
                      </a:lnTo>
                      <a:lnTo>
                        <a:pt x="760" y="148"/>
                      </a:lnTo>
                      <a:lnTo>
                        <a:pt x="761" y="148"/>
                      </a:lnTo>
                      <a:lnTo>
                        <a:pt x="762" y="148"/>
                      </a:lnTo>
                      <a:lnTo>
                        <a:pt x="764" y="148"/>
                      </a:lnTo>
                      <a:lnTo>
                        <a:pt x="765" y="148"/>
                      </a:lnTo>
                      <a:lnTo>
                        <a:pt x="767" y="147"/>
                      </a:lnTo>
                      <a:lnTo>
                        <a:pt x="768" y="147"/>
                      </a:lnTo>
                      <a:lnTo>
                        <a:pt x="769" y="147"/>
                      </a:lnTo>
                      <a:lnTo>
                        <a:pt x="771" y="147"/>
                      </a:lnTo>
                      <a:lnTo>
                        <a:pt x="772" y="147"/>
                      </a:lnTo>
                      <a:lnTo>
                        <a:pt x="774" y="147"/>
                      </a:lnTo>
                      <a:lnTo>
                        <a:pt x="775" y="147"/>
                      </a:lnTo>
                      <a:lnTo>
                        <a:pt x="776" y="147"/>
                      </a:lnTo>
                      <a:lnTo>
                        <a:pt x="778" y="147"/>
                      </a:lnTo>
                      <a:lnTo>
                        <a:pt x="779" y="146"/>
                      </a:lnTo>
                      <a:lnTo>
                        <a:pt x="781" y="146"/>
                      </a:lnTo>
                      <a:lnTo>
                        <a:pt x="782" y="146"/>
                      </a:lnTo>
                      <a:lnTo>
                        <a:pt x="783" y="146"/>
                      </a:lnTo>
                      <a:lnTo>
                        <a:pt x="785" y="146"/>
                      </a:lnTo>
                      <a:lnTo>
                        <a:pt x="786" y="146"/>
                      </a:lnTo>
                      <a:lnTo>
                        <a:pt x="788" y="146"/>
                      </a:lnTo>
                      <a:lnTo>
                        <a:pt x="789" y="146"/>
                      </a:lnTo>
                      <a:lnTo>
                        <a:pt x="790" y="146"/>
                      </a:lnTo>
                      <a:lnTo>
                        <a:pt x="792" y="146"/>
                      </a:lnTo>
                      <a:lnTo>
                        <a:pt x="793" y="146"/>
                      </a:lnTo>
                      <a:lnTo>
                        <a:pt x="795" y="145"/>
                      </a:lnTo>
                      <a:lnTo>
                        <a:pt x="796" y="145"/>
                      </a:lnTo>
                      <a:lnTo>
                        <a:pt x="797" y="145"/>
                      </a:lnTo>
                      <a:lnTo>
                        <a:pt x="799" y="145"/>
                      </a:lnTo>
                      <a:lnTo>
                        <a:pt x="800" y="145"/>
                      </a:lnTo>
                      <a:lnTo>
                        <a:pt x="802" y="145"/>
                      </a:lnTo>
                      <a:lnTo>
                        <a:pt x="803" y="145"/>
                      </a:lnTo>
                      <a:lnTo>
                        <a:pt x="805" y="145"/>
                      </a:lnTo>
                      <a:lnTo>
                        <a:pt x="806" y="145"/>
                      </a:lnTo>
                      <a:lnTo>
                        <a:pt x="807" y="145"/>
                      </a:lnTo>
                      <a:lnTo>
                        <a:pt x="809" y="144"/>
                      </a:lnTo>
                      <a:lnTo>
                        <a:pt x="810" y="144"/>
                      </a:lnTo>
                      <a:lnTo>
                        <a:pt x="812" y="144"/>
                      </a:lnTo>
                      <a:lnTo>
                        <a:pt x="813" y="144"/>
                      </a:lnTo>
                      <a:lnTo>
                        <a:pt x="814" y="144"/>
                      </a:lnTo>
                      <a:lnTo>
                        <a:pt x="816" y="144"/>
                      </a:lnTo>
                      <a:lnTo>
                        <a:pt x="817" y="144"/>
                      </a:lnTo>
                      <a:lnTo>
                        <a:pt x="819" y="144"/>
                      </a:lnTo>
                      <a:lnTo>
                        <a:pt x="820" y="144"/>
                      </a:lnTo>
                      <a:lnTo>
                        <a:pt x="821" y="144"/>
                      </a:lnTo>
                      <a:lnTo>
                        <a:pt x="823" y="144"/>
                      </a:lnTo>
                      <a:lnTo>
                        <a:pt x="824" y="143"/>
                      </a:lnTo>
                      <a:lnTo>
                        <a:pt x="826" y="143"/>
                      </a:lnTo>
                      <a:lnTo>
                        <a:pt x="827" y="143"/>
                      </a:lnTo>
                      <a:lnTo>
                        <a:pt x="828" y="143"/>
                      </a:lnTo>
                      <a:lnTo>
                        <a:pt x="830" y="143"/>
                      </a:lnTo>
                      <a:lnTo>
                        <a:pt x="831" y="143"/>
                      </a:lnTo>
                      <a:lnTo>
                        <a:pt x="833" y="143"/>
                      </a:lnTo>
                      <a:lnTo>
                        <a:pt x="834" y="143"/>
                      </a:lnTo>
                      <a:lnTo>
                        <a:pt x="835" y="143"/>
                      </a:lnTo>
                      <a:lnTo>
                        <a:pt x="837" y="143"/>
                      </a:lnTo>
                      <a:lnTo>
                        <a:pt x="838" y="143"/>
                      </a:lnTo>
                      <a:lnTo>
                        <a:pt x="840" y="142"/>
                      </a:lnTo>
                      <a:lnTo>
                        <a:pt x="841" y="142"/>
                      </a:lnTo>
                      <a:lnTo>
                        <a:pt x="842" y="142"/>
                      </a:lnTo>
                      <a:lnTo>
                        <a:pt x="844" y="142"/>
                      </a:lnTo>
                      <a:lnTo>
                        <a:pt x="845" y="142"/>
                      </a:lnTo>
                      <a:lnTo>
                        <a:pt x="847" y="142"/>
                      </a:lnTo>
                      <a:lnTo>
                        <a:pt x="848" y="142"/>
                      </a:lnTo>
                      <a:lnTo>
                        <a:pt x="849" y="142"/>
                      </a:lnTo>
                      <a:lnTo>
                        <a:pt x="851" y="142"/>
                      </a:lnTo>
                      <a:lnTo>
                        <a:pt x="852" y="142"/>
                      </a:lnTo>
                      <a:lnTo>
                        <a:pt x="854" y="142"/>
                      </a:lnTo>
                      <a:lnTo>
                        <a:pt x="855" y="142"/>
                      </a:lnTo>
                      <a:lnTo>
                        <a:pt x="856" y="141"/>
                      </a:lnTo>
                      <a:lnTo>
                        <a:pt x="858" y="141"/>
                      </a:lnTo>
                      <a:lnTo>
                        <a:pt x="859" y="141"/>
                      </a:lnTo>
                      <a:lnTo>
                        <a:pt x="861" y="141"/>
                      </a:lnTo>
                      <a:lnTo>
                        <a:pt x="862" y="141"/>
                      </a:lnTo>
                      <a:lnTo>
                        <a:pt x="863" y="141"/>
                      </a:lnTo>
                      <a:lnTo>
                        <a:pt x="865" y="141"/>
                      </a:lnTo>
                      <a:lnTo>
                        <a:pt x="866" y="141"/>
                      </a:lnTo>
                      <a:lnTo>
                        <a:pt x="868" y="141"/>
                      </a:lnTo>
                      <a:lnTo>
                        <a:pt x="869" y="141"/>
                      </a:lnTo>
                      <a:lnTo>
                        <a:pt x="871" y="141"/>
                      </a:lnTo>
                      <a:lnTo>
                        <a:pt x="872" y="141"/>
                      </a:lnTo>
                      <a:lnTo>
                        <a:pt x="873" y="140"/>
                      </a:lnTo>
                      <a:lnTo>
                        <a:pt x="875" y="140"/>
                      </a:lnTo>
                      <a:lnTo>
                        <a:pt x="876" y="140"/>
                      </a:lnTo>
                      <a:lnTo>
                        <a:pt x="878" y="140"/>
                      </a:lnTo>
                      <a:lnTo>
                        <a:pt x="879" y="140"/>
                      </a:lnTo>
                      <a:lnTo>
                        <a:pt x="880" y="140"/>
                      </a:lnTo>
                      <a:lnTo>
                        <a:pt x="882" y="140"/>
                      </a:lnTo>
                      <a:lnTo>
                        <a:pt x="883" y="140"/>
                      </a:lnTo>
                      <a:lnTo>
                        <a:pt x="885" y="140"/>
                      </a:lnTo>
                      <a:lnTo>
                        <a:pt x="886" y="140"/>
                      </a:lnTo>
                      <a:lnTo>
                        <a:pt x="887" y="140"/>
                      </a:lnTo>
                      <a:lnTo>
                        <a:pt x="889" y="140"/>
                      </a:lnTo>
                      <a:lnTo>
                        <a:pt x="890" y="140"/>
                      </a:lnTo>
                      <a:lnTo>
                        <a:pt x="892" y="139"/>
                      </a:lnTo>
                      <a:lnTo>
                        <a:pt x="893" y="139"/>
                      </a:lnTo>
                      <a:lnTo>
                        <a:pt x="894" y="139"/>
                      </a:lnTo>
                      <a:lnTo>
                        <a:pt x="896" y="139"/>
                      </a:lnTo>
                      <a:lnTo>
                        <a:pt x="897" y="139"/>
                      </a:lnTo>
                      <a:lnTo>
                        <a:pt x="899" y="139"/>
                      </a:lnTo>
                      <a:lnTo>
                        <a:pt x="900" y="139"/>
                      </a:lnTo>
                      <a:lnTo>
                        <a:pt x="901" y="139"/>
                      </a:lnTo>
                      <a:lnTo>
                        <a:pt x="903" y="139"/>
                      </a:lnTo>
                      <a:lnTo>
                        <a:pt x="904" y="139"/>
                      </a:lnTo>
                      <a:lnTo>
                        <a:pt x="906" y="139"/>
                      </a:lnTo>
                      <a:lnTo>
                        <a:pt x="907" y="139"/>
                      </a:lnTo>
                      <a:lnTo>
                        <a:pt x="908" y="139"/>
                      </a:lnTo>
                      <a:lnTo>
                        <a:pt x="910" y="138"/>
                      </a:lnTo>
                      <a:lnTo>
                        <a:pt x="911" y="138"/>
                      </a:lnTo>
                      <a:lnTo>
                        <a:pt x="913" y="138"/>
                      </a:lnTo>
                      <a:lnTo>
                        <a:pt x="914" y="138"/>
                      </a:lnTo>
                      <a:lnTo>
                        <a:pt x="915" y="138"/>
                      </a:lnTo>
                      <a:lnTo>
                        <a:pt x="917" y="138"/>
                      </a:lnTo>
                      <a:lnTo>
                        <a:pt x="918" y="138"/>
                      </a:lnTo>
                      <a:lnTo>
                        <a:pt x="920" y="138"/>
                      </a:lnTo>
                      <a:lnTo>
                        <a:pt x="921" y="138"/>
                      </a:lnTo>
                      <a:lnTo>
                        <a:pt x="922" y="138"/>
                      </a:lnTo>
                      <a:lnTo>
                        <a:pt x="924" y="138"/>
                      </a:lnTo>
                      <a:lnTo>
                        <a:pt x="925" y="138"/>
                      </a:lnTo>
                      <a:lnTo>
                        <a:pt x="927" y="138"/>
                      </a:lnTo>
                      <a:lnTo>
                        <a:pt x="928" y="138"/>
                      </a:lnTo>
                      <a:lnTo>
                        <a:pt x="930" y="138"/>
                      </a:lnTo>
                      <a:lnTo>
                        <a:pt x="931" y="137"/>
                      </a:lnTo>
                      <a:lnTo>
                        <a:pt x="932" y="137"/>
                      </a:lnTo>
                      <a:lnTo>
                        <a:pt x="934" y="137"/>
                      </a:lnTo>
                      <a:lnTo>
                        <a:pt x="935" y="137"/>
                      </a:lnTo>
                      <a:lnTo>
                        <a:pt x="937" y="137"/>
                      </a:lnTo>
                      <a:lnTo>
                        <a:pt x="938" y="137"/>
                      </a:lnTo>
                      <a:lnTo>
                        <a:pt x="939" y="137"/>
                      </a:lnTo>
                      <a:lnTo>
                        <a:pt x="941" y="137"/>
                      </a:lnTo>
                      <a:lnTo>
                        <a:pt x="942" y="137"/>
                      </a:lnTo>
                      <a:lnTo>
                        <a:pt x="944" y="137"/>
                      </a:lnTo>
                      <a:lnTo>
                        <a:pt x="945" y="137"/>
                      </a:lnTo>
                      <a:lnTo>
                        <a:pt x="946" y="137"/>
                      </a:lnTo>
                      <a:lnTo>
                        <a:pt x="948" y="137"/>
                      </a:lnTo>
                      <a:lnTo>
                        <a:pt x="949" y="137"/>
                      </a:lnTo>
                      <a:lnTo>
                        <a:pt x="951" y="137"/>
                      </a:lnTo>
                      <a:lnTo>
                        <a:pt x="952" y="136"/>
                      </a:lnTo>
                      <a:lnTo>
                        <a:pt x="953" y="136"/>
                      </a:lnTo>
                      <a:lnTo>
                        <a:pt x="955" y="136"/>
                      </a:lnTo>
                      <a:lnTo>
                        <a:pt x="956" y="136"/>
                      </a:lnTo>
                      <a:lnTo>
                        <a:pt x="958" y="136"/>
                      </a:lnTo>
                      <a:lnTo>
                        <a:pt x="959" y="136"/>
                      </a:lnTo>
                      <a:lnTo>
                        <a:pt x="960" y="136"/>
                      </a:lnTo>
                      <a:lnTo>
                        <a:pt x="962" y="136"/>
                      </a:lnTo>
                      <a:lnTo>
                        <a:pt x="963" y="136"/>
                      </a:lnTo>
                      <a:lnTo>
                        <a:pt x="965" y="136"/>
                      </a:lnTo>
                      <a:lnTo>
                        <a:pt x="966" y="136"/>
                      </a:lnTo>
                      <a:lnTo>
                        <a:pt x="967" y="136"/>
                      </a:lnTo>
                      <a:lnTo>
                        <a:pt x="969" y="136"/>
                      </a:lnTo>
                      <a:lnTo>
                        <a:pt x="970" y="136"/>
                      </a:lnTo>
                      <a:lnTo>
                        <a:pt x="972" y="136"/>
                      </a:lnTo>
                      <a:lnTo>
                        <a:pt x="973" y="135"/>
                      </a:lnTo>
                      <a:lnTo>
                        <a:pt x="974" y="135"/>
                      </a:lnTo>
                      <a:lnTo>
                        <a:pt x="976" y="135"/>
                      </a:lnTo>
                      <a:lnTo>
                        <a:pt x="977" y="135"/>
                      </a:lnTo>
                      <a:lnTo>
                        <a:pt x="979" y="135"/>
                      </a:lnTo>
                      <a:lnTo>
                        <a:pt x="980" y="135"/>
                      </a:lnTo>
                      <a:lnTo>
                        <a:pt x="981" y="135"/>
                      </a:lnTo>
                      <a:lnTo>
                        <a:pt x="983" y="135"/>
                      </a:lnTo>
                      <a:lnTo>
                        <a:pt x="984" y="135"/>
                      </a:lnTo>
                      <a:lnTo>
                        <a:pt x="986" y="135"/>
                      </a:lnTo>
                      <a:lnTo>
                        <a:pt x="987" y="135"/>
                      </a:lnTo>
                      <a:lnTo>
                        <a:pt x="988" y="135"/>
                      </a:lnTo>
                      <a:lnTo>
                        <a:pt x="990" y="135"/>
                      </a:lnTo>
                      <a:lnTo>
                        <a:pt x="991" y="135"/>
                      </a:lnTo>
                      <a:lnTo>
                        <a:pt x="993" y="135"/>
                      </a:lnTo>
                      <a:lnTo>
                        <a:pt x="994" y="135"/>
                      </a:lnTo>
                      <a:lnTo>
                        <a:pt x="996" y="134"/>
                      </a:lnTo>
                      <a:lnTo>
                        <a:pt x="997" y="134"/>
                      </a:lnTo>
                      <a:lnTo>
                        <a:pt x="998" y="134"/>
                      </a:lnTo>
                      <a:lnTo>
                        <a:pt x="1000" y="134"/>
                      </a:lnTo>
                      <a:lnTo>
                        <a:pt x="1001" y="134"/>
                      </a:lnTo>
                      <a:lnTo>
                        <a:pt x="1003" y="134"/>
                      </a:lnTo>
                      <a:lnTo>
                        <a:pt x="1004" y="134"/>
                      </a:lnTo>
                      <a:lnTo>
                        <a:pt x="1005" y="134"/>
                      </a:lnTo>
                      <a:lnTo>
                        <a:pt x="1007" y="134"/>
                      </a:lnTo>
                      <a:lnTo>
                        <a:pt x="1008" y="134"/>
                      </a:lnTo>
                      <a:lnTo>
                        <a:pt x="1010" y="134"/>
                      </a:lnTo>
                      <a:lnTo>
                        <a:pt x="1011" y="134"/>
                      </a:lnTo>
                      <a:lnTo>
                        <a:pt x="1012" y="134"/>
                      </a:lnTo>
                      <a:lnTo>
                        <a:pt x="1014" y="134"/>
                      </a:lnTo>
                      <a:lnTo>
                        <a:pt x="1015" y="134"/>
                      </a:lnTo>
                      <a:lnTo>
                        <a:pt x="1017" y="134"/>
                      </a:lnTo>
                      <a:lnTo>
                        <a:pt x="1018" y="134"/>
                      </a:lnTo>
                      <a:lnTo>
                        <a:pt x="1019" y="133"/>
                      </a:lnTo>
                      <a:lnTo>
                        <a:pt x="1021" y="133"/>
                      </a:lnTo>
                      <a:lnTo>
                        <a:pt x="1022" y="133"/>
                      </a:lnTo>
                      <a:lnTo>
                        <a:pt x="1024" y="133"/>
                      </a:lnTo>
                      <a:lnTo>
                        <a:pt x="1025" y="133"/>
                      </a:lnTo>
                      <a:lnTo>
                        <a:pt x="1026" y="133"/>
                      </a:lnTo>
                      <a:lnTo>
                        <a:pt x="1028" y="133"/>
                      </a:lnTo>
                      <a:lnTo>
                        <a:pt x="1029" y="133"/>
                      </a:lnTo>
                      <a:lnTo>
                        <a:pt x="1031" y="133"/>
                      </a:lnTo>
                      <a:lnTo>
                        <a:pt x="1032" y="133"/>
                      </a:lnTo>
                      <a:lnTo>
                        <a:pt x="1033" y="133"/>
                      </a:lnTo>
                      <a:lnTo>
                        <a:pt x="1035" y="133"/>
                      </a:lnTo>
                      <a:lnTo>
                        <a:pt x="1036" y="133"/>
                      </a:lnTo>
                      <a:lnTo>
                        <a:pt x="1038" y="133"/>
                      </a:lnTo>
                      <a:lnTo>
                        <a:pt x="1039" y="133"/>
                      </a:lnTo>
                      <a:lnTo>
                        <a:pt x="1040" y="133"/>
                      </a:lnTo>
                      <a:lnTo>
                        <a:pt x="1042" y="133"/>
                      </a:lnTo>
                      <a:lnTo>
                        <a:pt x="1043" y="133"/>
                      </a:lnTo>
                      <a:lnTo>
                        <a:pt x="1045" y="132"/>
                      </a:lnTo>
                      <a:lnTo>
                        <a:pt x="1046" y="132"/>
                      </a:lnTo>
                      <a:lnTo>
                        <a:pt x="1047" y="132"/>
                      </a:lnTo>
                      <a:lnTo>
                        <a:pt x="1049" y="132"/>
                      </a:lnTo>
                      <a:lnTo>
                        <a:pt x="1050" y="132"/>
                      </a:lnTo>
                      <a:lnTo>
                        <a:pt x="1052" y="132"/>
                      </a:lnTo>
                      <a:lnTo>
                        <a:pt x="1053" y="132"/>
                      </a:lnTo>
                      <a:lnTo>
                        <a:pt x="1055" y="132"/>
                      </a:lnTo>
                      <a:lnTo>
                        <a:pt x="1056" y="132"/>
                      </a:lnTo>
                      <a:lnTo>
                        <a:pt x="1057" y="132"/>
                      </a:lnTo>
                      <a:lnTo>
                        <a:pt x="1059" y="132"/>
                      </a:lnTo>
                      <a:lnTo>
                        <a:pt x="1060" y="132"/>
                      </a:lnTo>
                      <a:lnTo>
                        <a:pt x="1062" y="132"/>
                      </a:lnTo>
                      <a:lnTo>
                        <a:pt x="1063" y="132"/>
                      </a:lnTo>
                      <a:lnTo>
                        <a:pt x="1064" y="132"/>
                      </a:lnTo>
                      <a:lnTo>
                        <a:pt x="1066" y="132"/>
                      </a:lnTo>
                      <a:lnTo>
                        <a:pt x="1067" y="132"/>
                      </a:lnTo>
                      <a:lnTo>
                        <a:pt x="1069" y="132"/>
                      </a:lnTo>
                      <a:lnTo>
                        <a:pt x="1070" y="131"/>
                      </a:lnTo>
                      <a:lnTo>
                        <a:pt x="1071" y="131"/>
                      </a:lnTo>
                      <a:lnTo>
                        <a:pt x="1073" y="131"/>
                      </a:lnTo>
                      <a:lnTo>
                        <a:pt x="1074" y="131"/>
                      </a:lnTo>
                      <a:lnTo>
                        <a:pt x="1076" y="131"/>
                      </a:lnTo>
                      <a:lnTo>
                        <a:pt x="1077" y="131"/>
                      </a:lnTo>
                      <a:lnTo>
                        <a:pt x="1078" y="131"/>
                      </a:lnTo>
                      <a:lnTo>
                        <a:pt x="1080" y="131"/>
                      </a:lnTo>
                      <a:lnTo>
                        <a:pt x="1081" y="131"/>
                      </a:lnTo>
                      <a:lnTo>
                        <a:pt x="1083" y="131"/>
                      </a:lnTo>
                      <a:lnTo>
                        <a:pt x="1084" y="131"/>
                      </a:lnTo>
                      <a:lnTo>
                        <a:pt x="1085" y="131"/>
                      </a:lnTo>
                      <a:lnTo>
                        <a:pt x="1087" y="131"/>
                      </a:lnTo>
                      <a:lnTo>
                        <a:pt x="1088" y="131"/>
                      </a:lnTo>
                      <a:lnTo>
                        <a:pt x="1090" y="131"/>
                      </a:lnTo>
                      <a:lnTo>
                        <a:pt x="1091" y="131"/>
                      </a:lnTo>
                      <a:lnTo>
                        <a:pt x="1092" y="131"/>
                      </a:lnTo>
                      <a:lnTo>
                        <a:pt x="1094" y="131"/>
                      </a:lnTo>
                      <a:lnTo>
                        <a:pt x="1095" y="131"/>
                      </a:lnTo>
                      <a:lnTo>
                        <a:pt x="1097" y="130"/>
                      </a:lnTo>
                      <a:lnTo>
                        <a:pt x="1098" y="130"/>
                      </a:lnTo>
                      <a:lnTo>
                        <a:pt x="1099" y="130"/>
                      </a:lnTo>
                      <a:lnTo>
                        <a:pt x="1101" y="130"/>
                      </a:lnTo>
                      <a:lnTo>
                        <a:pt x="1102" y="130"/>
                      </a:lnTo>
                      <a:lnTo>
                        <a:pt x="1104" y="130"/>
                      </a:lnTo>
                      <a:lnTo>
                        <a:pt x="1105" y="130"/>
                      </a:lnTo>
                      <a:lnTo>
                        <a:pt x="1106" y="130"/>
                      </a:lnTo>
                      <a:lnTo>
                        <a:pt x="1108" y="130"/>
                      </a:lnTo>
                      <a:lnTo>
                        <a:pt x="1109" y="130"/>
                      </a:lnTo>
                      <a:lnTo>
                        <a:pt x="1111" y="130"/>
                      </a:lnTo>
                      <a:lnTo>
                        <a:pt x="1112" y="130"/>
                      </a:lnTo>
                      <a:lnTo>
                        <a:pt x="1113" y="130"/>
                      </a:lnTo>
                      <a:lnTo>
                        <a:pt x="1115" y="130"/>
                      </a:lnTo>
                      <a:lnTo>
                        <a:pt x="1116" y="130"/>
                      </a:lnTo>
                      <a:lnTo>
                        <a:pt x="1118" y="130"/>
                      </a:lnTo>
                      <a:lnTo>
                        <a:pt x="1119" y="130"/>
                      </a:lnTo>
                      <a:lnTo>
                        <a:pt x="1121" y="130"/>
                      </a:lnTo>
                      <a:lnTo>
                        <a:pt x="1122" y="130"/>
                      </a:lnTo>
                      <a:lnTo>
                        <a:pt x="1123" y="130"/>
                      </a:lnTo>
                      <a:lnTo>
                        <a:pt x="1125" y="130"/>
                      </a:lnTo>
                      <a:lnTo>
                        <a:pt x="1126" y="129"/>
                      </a:lnTo>
                      <a:lnTo>
                        <a:pt x="1128" y="129"/>
                      </a:lnTo>
                      <a:lnTo>
                        <a:pt x="1129" y="129"/>
                      </a:lnTo>
                      <a:lnTo>
                        <a:pt x="1130" y="129"/>
                      </a:lnTo>
                      <a:lnTo>
                        <a:pt x="1132" y="129"/>
                      </a:lnTo>
                      <a:lnTo>
                        <a:pt x="1133" y="129"/>
                      </a:lnTo>
                      <a:lnTo>
                        <a:pt x="1135" y="129"/>
                      </a:lnTo>
                      <a:lnTo>
                        <a:pt x="1136" y="129"/>
                      </a:lnTo>
                      <a:lnTo>
                        <a:pt x="1137" y="129"/>
                      </a:lnTo>
                      <a:lnTo>
                        <a:pt x="1139" y="129"/>
                      </a:lnTo>
                      <a:lnTo>
                        <a:pt x="1140" y="129"/>
                      </a:lnTo>
                      <a:lnTo>
                        <a:pt x="1142" y="129"/>
                      </a:lnTo>
                      <a:lnTo>
                        <a:pt x="1143" y="129"/>
                      </a:lnTo>
                      <a:lnTo>
                        <a:pt x="1144" y="129"/>
                      </a:lnTo>
                      <a:lnTo>
                        <a:pt x="1146" y="129"/>
                      </a:lnTo>
                      <a:lnTo>
                        <a:pt x="1147" y="129"/>
                      </a:lnTo>
                      <a:lnTo>
                        <a:pt x="1149" y="129"/>
                      </a:lnTo>
                      <a:lnTo>
                        <a:pt x="1150" y="129"/>
                      </a:lnTo>
                      <a:lnTo>
                        <a:pt x="1151" y="129"/>
                      </a:lnTo>
                      <a:lnTo>
                        <a:pt x="1153" y="129"/>
                      </a:lnTo>
                      <a:lnTo>
                        <a:pt x="1154" y="129"/>
                      </a:lnTo>
                      <a:lnTo>
                        <a:pt x="1156" y="128"/>
                      </a:lnTo>
                      <a:lnTo>
                        <a:pt x="1157" y="128"/>
                      </a:lnTo>
                      <a:lnTo>
                        <a:pt x="1158" y="128"/>
                      </a:lnTo>
                      <a:lnTo>
                        <a:pt x="1160" y="128"/>
                      </a:lnTo>
                      <a:lnTo>
                        <a:pt x="1161" y="128"/>
                      </a:lnTo>
                      <a:lnTo>
                        <a:pt x="1163" y="128"/>
                      </a:lnTo>
                      <a:lnTo>
                        <a:pt x="1164" y="128"/>
                      </a:lnTo>
                      <a:lnTo>
                        <a:pt x="1165" y="128"/>
                      </a:lnTo>
                      <a:lnTo>
                        <a:pt x="1167" y="128"/>
                      </a:lnTo>
                      <a:lnTo>
                        <a:pt x="1168" y="128"/>
                      </a:lnTo>
                      <a:lnTo>
                        <a:pt x="1170" y="128"/>
                      </a:lnTo>
                      <a:lnTo>
                        <a:pt x="1171" y="128"/>
                      </a:lnTo>
                      <a:lnTo>
                        <a:pt x="1172" y="128"/>
                      </a:lnTo>
                      <a:lnTo>
                        <a:pt x="1174" y="128"/>
                      </a:lnTo>
                      <a:lnTo>
                        <a:pt x="1175" y="128"/>
                      </a:lnTo>
                      <a:lnTo>
                        <a:pt x="1177" y="128"/>
                      </a:lnTo>
                      <a:lnTo>
                        <a:pt x="1178" y="128"/>
                      </a:lnTo>
                      <a:lnTo>
                        <a:pt x="1179" y="128"/>
                      </a:lnTo>
                      <a:lnTo>
                        <a:pt x="1181" y="128"/>
                      </a:lnTo>
                      <a:lnTo>
                        <a:pt x="1182" y="128"/>
                      </a:lnTo>
                      <a:lnTo>
                        <a:pt x="1184" y="128"/>
                      </a:lnTo>
                      <a:lnTo>
                        <a:pt x="1185" y="128"/>
                      </a:lnTo>
                      <a:lnTo>
                        <a:pt x="1187" y="128"/>
                      </a:lnTo>
                      <a:lnTo>
                        <a:pt x="1188" y="127"/>
                      </a:lnTo>
                      <a:lnTo>
                        <a:pt x="1189" y="127"/>
                      </a:lnTo>
                      <a:lnTo>
                        <a:pt x="1191" y="127"/>
                      </a:lnTo>
                      <a:lnTo>
                        <a:pt x="1192" y="127"/>
                      </a:lnTo>
                      <a:lnTo>
                        <a:pt x="1194" y="127"/>
                      </a:lnTo>
                      <a:lnTo>
                        <a:pt x="1195" y="127"/>
                      </a:lnTo>
                      <a:lnTo>
                        <a:pt x="1196" y="127"/>
                      </a:lnTo>
                      <a:lnTo>
                        <a:pt x="1198" y="127"/>
                      </a:lnTo>
                      <a:lnTo>
                        <a:pt x="1199" y="127"/>
                      </a:lnTo>
                      <a:lnTo>
                        <a:pt x="1201" y="127"/>
                      </a:lnTo>
                      <a:lnTo>
                        <a:pt x="1202" y="127"/>
                      </a:lnTo>
                      <a:lnTo>
                        <a:pt x="1203" y="127"/>
                      </a:lnTo>
                      <a:lnTo>
                        <a:pt x="1205" y="127"/>
                      </a:lnTo>
                      <a:lnTo>
                        <a:pt x="1206" y="127"/>
                      </a:lnTo>
                      <a:lnTo>
                        <a:pt x="1208" y="127"/>
                      </a:lnTo>
                      <a:lnTo>
                        <a:pt x="1209" y="127"/>
                      </a:lnTo>
                      <a:lnTo>
                        <a:pt x="1210" y="127"/>
                      </a:lnTo>
                      <a:lnTo>
                        <a:pt x="1212" y="127"/>
                      </a:lnTo>
                      <a:lnTo>
                        <a:pt x="1213" y="127"/>
                      </a:lnTo>
                      <a:lnTo>
                        <a:pt x="1215" y="127"/>
                      </a:lnTo>
                      <a:lnTo>
                        <a:pt x="1216" y="127"/>
                      </a:lnTo>
                      <a:lnTo>
                        <a:pt x="1217" y="127"/>
                      </a:lnTo>
                      <a:lnTo>
                        <a:pt x="1219" y="127"/>
                      </a:lnTo>
                      <a:lnTo>
                        <a:pt x="1220" y="127"/>
                      </a:lnTo>
                      <a:lnTo>
                        <a:pt x="1222" y="126"/>
                      </a:lnTo>
                      <a:lnTo>
                        <a:pt x="1223" y="126"/>
                      </a:lnTo>
                      <a:lnTo>
                        <a:pt x="1224" y="126"/>
                      </a:lnTo>
                      <a:lnTo>
                        <a:pt x="1226" y="126"/>
                      </a:lnTo>
                      <a:lnTo>
                        <a:pt x="1227" y="126"/>
                      </a:lnTo>
                      <a:lnTo>
                        <a:pt x="1229" y="126"/>
                      </a:lnTo>
                      <a:lnTo>
                        <a:pt x="1230" y="126"/>
                      </a:lnTo>
                      <a:lnTo>
                        <a:pt x="1231" y="126"/>
                      </a:lnTo>
                      <a:lnTo>
                        <a:pt x="1233" y="126"/>
                      </a:lnTo>
                      <a:lnTo>
                        <a:pt x="1234" y="126"/>
                      </a:lnTo>
                      <a:lnTo>
                        <a:pt x="1236" y="126"/>
                      </a:lnTo>
                      <a:lnTo>
                        <a:pt x="1237" y="126"/>
                      </a:lnTo>
                      <a:lnTo>
                        <a:pt x="1238" y="126"/>
                      </a:lnTo>
                      <a:lnTo>
                        <a:pt x="1240" y="126"/>
                      </a:lnTo>
                      <a:lnTo>
                        <a:pt x="1241" y="126"/>
                      </a:lnTo>
                      <a:lnTo>
                        <a:pt x="1243" y="126"/>
                      </a:lnTo>
                      <a:lnTo>
                        <a:pt x="1244" y="126"/>
                      </a:lnTo>
                      <a:lnTo>
                        <a:pt x="1246" y="126"/>
                      </a:lnTo>
                      <a:lnTo>
                        <a:pt x="1247" y="126"/>
                      </a:lnTo>
                      <a:lnTo>
                        <a:pt x="1248" y="126"/>
                      </a:lnTo>
                      <a:lnTo>
                        <a:pt x="1250" y="126"/>
                      </a:lnTo>
                      <a:lnTo>
                        <a:pt x="1251" y="126"/>
                      </a:lnTo>
                      <a:lnTo>
                        <a:pt x="1253" y="126"/>
                      </a:lnTo>
                      <a:lnTo>
                        <a:pt x="1254" y="126"/>
                      </a:lnTo>
                      <a:lnTo>
                        <a:pt x="1255" y="125"/>
                      </a:lnTo>
                      <a:lnTo>
                        <a:pt x="1257" y="125"/>
                      </a:lnTo>
                      <a:lnTo>
                        <a:pt x="1258" y="125"/>
                      </a:lnTo>
                      <a:lnTo>
                        <a:pt x="1260" y="125"/>
                      </a:lnTo>
                      <a:lnTo>
                        <a:pt x="1261" y="125"/>
                      </a:lnTo>
                      <a:lnTo>
                        <a:pt x="1262" y="125"/>
                      </a:lnTo>
                      <a:lnTo>
                        <a:pt x="1264" y="125"/>
                      </a:lnTo>
                      <a:lnTo>
                        <a:pt x="1265" y="125"/>
                      </a:lnTo>
                      <a:lnTo>
                        <a:pt x="1267" y="125"/>
                      </a:lnTo>
                      <a:lnTo>
                        <a:pt x="1268" y="125"/>
                      </a:lnTo>
                      <a:lnTo>
                        <a:pt x="1269" y="125"/>
                      </a:lnTo>
                      <a:lnTo>
                        <a:pt x="1271" y="125"/>
                      </a:lnTo>
                      <a:lnTo>
                        <a:pt x="1272" y="125"/>
                      </a:lnTo>
                      <a:lnTo>
                        <a:pt x="1274" y="125"/>
                      </a:lnTo>
                      <a:lnTo>
                        <a:pt x="1275" y="125"/>
                      </a:lnTo>
                      <a:lnTo>
                        <a:pt x="1276" y="125"/>
                      </a:lnTo>
                      <a:lnTo>
                        <a:pt x="1278" y="125"/>
                      </a:lnTo>
                      <a:lnTo>
                        <a:pt x="1279" y="125"/>
                      </a:lnTo>
                      <a:lnTo>
                        <a:pt x="1281" y="125"/>
                      </a:lnTo>
                      <a:lnTo>
                        <a:pt x="1282" y="125"/>
                      </a:lnTo>
                      <a:lnTo>
                        <a:pt x="1283" y="125"/>
                      </a:lnTo>
                      <a:lnTo>
                        <a:pt x="1285" y="125"/>
                      </a:lnTo>
                      <a:lnTo>
                        <a:pt x="1286" y="125"/>
                      </a:lnTo>
                      <a:lnTo>
                        <a:pt x="1288" y="125"/>
                      </a:lnTo>
                      <a:lnTo>
                        <a:pt x="1289" y="125"/>
                      </a:lnTo>
                      <a:lnTo>
                        <a:pt x="1290" y="125"/>
                      </a:lnTo>
                      <a:lnTo>
                        <a:pt x="1292" y="124"/>
                      </a:lnTo>
                      <a:lnTo>
                        <a:pt x="1293" y="124"/>
                      </a:lnTo>
                      <a:lnTo>
                        <a:pt x="1295" y="124"/>
                      </a:lnTo>
                      <a:lnTo>
                        <a:pt x="1296" y="124"/>
                      </a:lnTo>
                      <a:lnTo>
                        <a:pt x="1297" y="124"/>
                      </a:lnTo>
                      <a:lnTo>
                        <a:pt x="1299" y="124"/>
                      </a:lnTo>
                      <a:lnTo>
                        <a:pt x="1300" y="124"/>
                      </a:lnTo>
                      <a:lnTo>
                        <a:pt x="1302" y="124"/>
                      </a:lnTo>
                      <a:lnTo>
                        <a:pt x="1303" y="124"/>
                      </a:lnTo>
                      <a:lnTo>
                        <a:pt x="1304" y="124"/>
                      </a:lnTo>
                      <a:lnTo>
                        <a:pt x="1306" y="124"/>
                      </a:lnTo>
                      <a:lnTo>
                        <a:pt x="1307" y="124"/>
                      </a:lnTo>
                      <a:lnTo>
                        <a:pt x="1309" y="124"/>
                      </a:lnTo>
                      <a:lnTo>
                        <a:pt x="1310" y="124"/>
                      </a:lnTo>
                      <a:lnTo>
                        <a:pt x="1312" y="124"/>
                      </a:lnTo>
                      <a:lnTo>
                        <a:pt x="1313" y="124"/>
                      </a:lnTo>
                      <a:lnTo>
                        <a:pt x="1314" y="124"/>
                      </a:lnTo>
                      <a:lnTo>
                        <a:pt x="1316" y="124"/>
                      </a:lnTo>
                      <a:lnTo>
                        <a:pt x="1317" y="124"/>
                      </a:lnTo>
                      <a:lnTo>
                        <a:pt x="1319" y="124"/>
                      </a:lnTo>
                      <a:lnTo>
                        <a:pt x="1320" y="124"/>
                      </a:lnTo>
                      <a:lnTo>
                        <a:pt x="1321" y="124"/>
                      </a:lnTo>
                      <a:lnTo>
                        <a:pt x="1323" y="124"/>
                      </a:lnTo>
                      <a:lnTo>
                        <a:pt x="1324" y="124"/>
                      </a:lnTo>
                      <a:lnTo>
                        <a:pt x="1326" y="124"/>
                      </a:lnTo>
                      <a:lnTo>
                        <a:pt x="1327" y="124"/>
                      </a:lnTo>
                      <a:lnTo>
                        <a:pt x="1328" y="124"/>
                      </a:lnTo>
                      <a:lnTo>
                        <a:pt x="1330" y="123"/>
                      </a:lnTo>
                      <a:lnTo>
                        <a:pt x="1331" y="123"/>
                      </a:lnTo>
                      <a:lnTo>
                        <a:pt x="1333" y="123"/>
                      </a:lnTo>
                      <a:lnTo>
                        <a:pt x="1334" y="123"/>
                      </a:lnTo>
                      <a:lnTo>
                        <a:pt x="1335" y="123"/>
                      </a:lnTo>
                      <a:lnTo>
                        <a:pt x="1337" y="123"/>
                      </a:lnTo>
                      <a:lnTo>
                        <a:pt x="1338" y="123"/>
                      </a:lnTo>
                      <a:lnTo>
                        <a:pt x="1340" y="123"/>
                      </a:lnTo>
                      <a:lnTo>
                        <a:pt x="1341" y="123"/>
                      </a:lnTo>
                      <a:lnTo>
                        <a:pt x="1342" y="123"/>
                      </a:lnTo>
                      <a:lnTo>
                        <a:pt x="1344" y="123"/>
                      </a:lnTo>
                      <a:lnTo>
                        <a:pt x="1345" y="123"/>
                      </a:lnTo>
                      <a:lnTo>
                        <a:pt x="1347" y="123"/>
                      </a:lnTo>
                      <a:lnTo>
                        <a:pt x="1348" y="123"/>
                      </a:lnTo>
                      <a:lnTo>
                        <a:pt x="1349" y="123"/>
                      </a:lnTo>
                      <a:lnTo>
                        <a:pt x="1351" y="123"/>
                      </a:lnTo>
                      <a:lnTo>
                        <a:pt x="1352" y="123"/>
                      </a:lnTo>
                      <a:lnTo>
                        <a:pt x="1354" y="123"/>
                      </a:lnTo>
                      <a:lnTo>
                        <a:pt x="1355" y="123"/>
                      </a:lnTo>
                      <a:lnTo>
                        <a:pt x="1356" y="123"/>
                      </a:lnTo>
                      <a:lnTo>
                        <a:pt x="1358" y="123"/>
                      </a:lnTo>
                      <a:lnTo>
                        <a:pt x="1359" y="123"/>
                      </a:lnTo>
                      <a:lnTo>
                        <a:pt x="1361" y="123"/>
                      </a:lnTo>
                      <a:lnTo>
                        <a:pt x="1362" y="123"/>
                      </a:lnTo>
                      <a:lnTo>
                        <a:pt x="1363" y="123"/>
                      </a:lnTo>
                      <a:lnTo>
                        <a:pt x="1365" y="123"/>
                      </a:lnTo>
                      <a:lnTo>
                        <a:pt x="1366" y="123"/>
                      </a:lnTo>
                      <a:lnTo>
                        <a:pt x="1368" y="123"/>
                      </a:lnTo>
                      <a:lnTo>
                        <a:pt x="1369" y="122"/>
                      </a:lnTo>
                      <a:lnTo>
                        <a:pt x="1370" y="122"/>
                      </a:lnTo>
                      <a:lnTo>
                        <a:pt x="1372" y="122"/>
                      </a:lnTo>
                      <a:lnTo>
                        <a:pt x="1373" y="122"/>
                      </a:lnTo>
                      <a:lnTo>
                        <a:pt x="1375" y="122"/>
                      </a:lnTo>
                      <a:lnTo>
                        <a:pt x="1376" y="122"/>
                      </a:lnTo>
                      <a:lnTo>
                        <a:pt x="1378" y="122"/>
                      </a:lnTo>
                      <a:lnTo>
                        <a:pt x="1379" y="122"/>
                      </a:lnTo>
                      <a:lnTo>
                        <a:pt x="1380" y="122"/>
                      </a:lnTo>
                      <a:lnTo>
                        <a:pt x="1382" y="122"/>
                      </a:lnTo>
                      <a:lnTo>
                        <a:pt x="1383" y="122"/>
                      </a:lnTo>
                      <a:lnTo>
                        <a:pt x="1385" y="122"/>
                      </a:lnTo>
                      <a:lnTo>
                        <a:pt x="1386" y="122"/>
                      </a:lnTo>
                      <a:lnTo>
                        <a:pt x="1387" y="122"/>
                      </a:lnTo>
                      <a:lnTo>
                        <a:pt x="1389" y="122"/>
                      </a:lnTo>
                      <a:lnTo>
                        <a:pt x="1390" y="122"/>
                      </a:lnTo>
                      <a:lnTo>
                        <a:pt x="1392" y="122"/>
                      </a:lnTo>
                      <a:lnTo>
                        <a:pt x="1393" y="122"/>
                      </a:lnTo>
                      <a:lnTo>
                        <a:pt x="1394" y="122"/>
                      </a:lnTo>
                      <a:lnTo>
                        <a:pt x="1396" y="122"/>
                      </a:lnTo>
                      <a:lnTo>
                        <a:pt x="1397" y="122"/>
                      </a:lnTo>
                      <a:lnTo>
                        <a:pt x="1399" y="122"/>
                      </a:lnTo>
                      <a:lnTo>
                        <a:pt x="1400" y="122"/>
                      </a:lnTo>
                      <a:lnTo>
                        <a:pt x="1401" y="122"/>
                      </a:lnTo>
                      <a:lnTo>
                        <a:pt x="1403" y="122"/>
                      </a:lnTo>
                      <a:lnTo>
                        <a:pt x="1404" y="122"/>
                      </a:lnTo>
                      <a:lnTo>
                        <a:pt x="1406" y="122"/>
                      </a:lnTo>
                      <a:lnTo>
                        <a:pt x="1407" y="122"/>
                      </a:lnTo>
                      <a:lnTo>
                        <a:pt x="1408" y="122"/>
                      </a:lnTo>
                      <a:lnTo>
                        <a:pt x="1410" y="122"/>
                      </a:lnTo>
                      <a:lnTo>
                        <a:pt x="1411" y="122"/>
                      </a:lnTo>
                      <a:lnTo>
                        <a:pt x="1413" y="121"/>
                      </a:lnTo>
                      <a:lnTo>
                        <a:pt x="1414" y="121"/>
                      </a:lnTo>
                      <a:lnTo>
                        <a:pt x="1415" y="121"/>
                      </a:lnTo>
                      <a:lnTo>
                        <a:pt x="1417" y="121"/>
                      </a:lnTo>
                      <a:lnTo>
                        <a:pt x="1418" y="121"/>
                      </a:lnTo>
                      <a:lnTo>
                        <a:pt x="1420" y="121"/>
                      </a:lnTo>
                      <a:lnTo>
                        <a:pt x="1421" y="121"/>
                      </a:lnTo>
                      <a:lnTo>
                        <a:pt x="1422" y="121"/>
                      </a:lnTo>
                      <a:lnTo>
                        <a:pt x="1424" y="121"/>
                      </a:lnTo>
                      <a:lnTo>
                        <a:pt x="1425" y="121"/>
                      </a:lnTo>
                      <a:lnTo>
                        <a:pt x="1427" y="121"/>
                      </a:lnTo>
                      <a:lnTo>
                        <a:pt x="1428" y="121"/>
                      </a:lnTo>
                      <a:lnTo>
                        <a:pt x="1429" y="121"/>
                      </a:lnTo>
                      <a:lnTo>
                        <a:pt x="1431" y="121"/>
                      </a:lnTo>
                      <a:lnTo>
                        <a:pt x="1432" y="121"/>
                      </a:lnTo>
                      <a:lnTo>
                        <a:pt x="1434" y="121"/>
                      </a:lnTo>
                      <a:lnTo>
                        <a:pt x="1435" y="121"/>
                      </a:lnTo>
                      <a:lnTo>
                        <a:pt x="1437" y="121"/>
                      </a:lnTo>
                      <a:lnTo>
                        <a:pt x="1438" y="121"/>
                      </a:lnTo>
                      <a:lnTo>
                        <a:pt x="1439" y="121"/>
                      </a:lnTo>
                      <a:lnTo>
                        <a:pt x="1441" y="121"/>
                      </a:lnTo>
                      <a:lnTo>
                        <a:pt x="1442" y="121"/>
                      </a:lnTo>
                      <a:lnTo>
                        <a:pt x="1444" y="121"/>
                      </a:lnTo>
                      <a:lnTo>
                        <a:pt x="1445" y="121"/>
                      </a:lnTo>
                      <a:lnTo>
                        <a:pt x="1446" y="121"/>
                      </a:lnTo>
                      <a:lnTo>
                        <a:pt x="1448" y="121"/>
                      </a:lnTo>
                      <a:lnTo>
                        <a:pt x="1449" y="121"/>
                      </a:lnTo>
                      <a:lnTo>
                        <a:pt x="1451" y="121"/>
                      </a:lnTo>
                      <a:lnTo>
                        <a:pt x="1452" y="121"/>
                      </a:lnTo>
                      <a:lnTo>
                        <a:pt x="1453" y="121"/>
                      </a:lnTo>
                      <a:lnTo>
                        <a:pt x="1455" y="121"/>
                      </a:lnTo>
                      <a:lnTo>
                        <a:pt x="1456" y="121"/>
                      </a:lnTo>
                      <a:lnTo>
                        <a:pt x="1458" y="121"/>
                      </a:lnTo>
                      <a:lnTo>
                        <a:pt x="1459" y="120"/>
                      </a:lnTo>
                      <a:lnTo>
                        <a:pt x="1460" y="120"/>
                      </a:lnTo>
                      <a:lnTo>
                        <a:pt x="1462" y="120"/>
                      </a:lnTo>
                      <a:lnTo>
                        <a:pt x="1463" y="120"/>
                      </a:lnTo>
                      <a:lnTo>
                        <a:pt x="1465" y="120"/>
                      </a:lnTo>
                      <a:lnTo>
                        <a:pt x="1466" y="120"/>
                      </a:lnTo>
                      <a:lnTo>
                        <a:pt x="1467" y="120"/>
                      </a:lnTo>
                      <a:lnTo>
                        <a:pt x="1469" y="120"/>
                      </a:lnTo>
                      <a:lnTo>
                        <a:pt x="1470" y="120"/>
                      </a:lnTo>
                      <a:lnTo>
                        <a:pt x="1472" y="120"/>
                      </a:lnTo>
                      <a:lnTo>
                        <a:pt x="1473" y="120"/>
                      </a:lnTo>
                      <a:lnTo>
                        <a:pt x="1474" y="120"/>
                      </a:lnTo>
                      <a:lnTo>
                        <a:pt x="1476" y="120"/>
                      </a:lnTo>
                      <a:lnTo>
                        <a:pt x="1477" y="120"/>
                      </a:lnTo>
                      <a:lnTo>
                        <a:pt x="1479" y="120"/>
                      </a:lnTo>
                      <a:lnTo>
                        <a:pt x="1480" y="120"/>
                      </a:lnTo>
                      <a:lnTo>
                        <a:pt x="1481" y="120"/>
                      </a:lnTo>
                      <a:lnTo>
                        <a:pt x="1483" y="120"/>
                      </a:lnTo>
                      <a:lnTo>
                        <a:pt x="1484" y="120"/>
                      </a:lnTo>
                      <a:lnTo>
                        <a:pt x="1486" y="120"/>
                      </a:lnTo>
                      <a:lnTo>
                        <a:pt x="1487" y="120"/>
                      </a:lnTo>
                      <a:lnTo>
                        <a:pt x="1488" y="120"/>
                      </a:lnTo>
                      <a:lnTo>
                        <a:pt x="1490" y="120"/>
                      </a:lnTo>
                      <a:lnTo>
                        <a:pt x="1491" y="120"/>
                      </a:lnTo>
                      <a:lnTo>
                        <a:pt x="1493" y="120"/>
                      </a:lnTo>
                      <a:lnTo>
                        <a:pt x="1494" y="120"/>
                      </a:lnTo>
                      <a:lnTo>
                        <a:pt x="1495" y="120"/>
                      </a:lnTo>
                      <a:lnTo>
                        <a:pt x="1497" y="120"/>
                      </a:lnTo>
                      <a:lnTo>
                        <a:pt x="1498" y="120"/>
                      </a:lnTo>
                      <a:lnTo>
                        <a:pt x="1500" y="120"/>
                      </a:lnTo>
                      <a:lnTo>
                        <a:pt x="1501" y="120"/>
                      </a:lnTo>
                      <a:lnTo>
                        <a:pt x="1503" y="120"/>
                      </a:lnTo>
                      <a:lnTo>
                        <a:pt x="1504" y="120"/>
                      </a:lnTo>
                      <a:lnTo>
                        <a:pt x="1505" y="120"/>
                      </a:lnTo>
                      <a:lnTo>
                        <a:pt x="1507" y="119"/>
                      </a:lnTo>
                      <a:lnTo>
                        <a:pt x="1508" y="119"/>
                      </a:lnTo>
                      <a:lnTo>
                        <a:pt x="1510" y="119"/>
                      </a:lnTo>
                      <a:lnTo>
                        <a:pt x="1511" y="119"/>
                      </a:lnTo>
                      <a:lnTo>
                        <a:pt x="1512" y="119"/>
                      </a:lnTo>
                      <a:lnTo>
                        <a:pt x="1514" y="119"/>
                      </a:lnTo>
                      <a:lnTo>
                        <a:pt x="1515" y="119"/>
                      </a:lnTo>
                      <a:lnTo>
                        <a:pt x="1517" y="119"/>
                      </a:lnTo>
                      <a:lnTo>
                        <a:pt x="1518" y="119"/>
                      </a:lnTo>
                      <a:lnTo>
                        <a:pt x="1519" y="119"/>
                      </a:lnTo>
                      <a:lnTo>
                        <a:pt x="1521" y="119"/>
                      </a:lnTo>
                      <a:lnTo>
                        <a:pt x="1522" y="119"/>
                      </a:lnTo>
                      <a:lnTo>
                        <a:pt x="1524" y="119"/>
                      </a:lnTo>
                      <a:lnTo>
                        <a:pt x="1525" y="119"/>
                      </a:lnTo>
                      <a:lnTo>
                        <a:pt x="1526" y="119"/>
                      </a:lnTo>
                      <a:lnTo>
                        <a:pt x="1528" y="119"/>
                      </a:lnTo>
                      <a:lnTo>
                        <a:pt x="1529" y="119"/>
                      </a:lnTo>
                      <a:lnTo>
                        <a:pt x="1531" y="119"/>
                      </a:lnTo>
                      <a:lnTo>
                        <a:pt x="1532" y="119"/>
                      </a:lnTo>
                      <a:lnTo>
                        <a:pt x="1533" y="119"/>
                      </a:lnTo>
                      <a:lnTo>
                        <a:pt x="1535" y="119"/>
                      </a:lnTo>
                      <a:lnTo>
                        <a:pt x="1536" y="119"/>
                      </a:lnTo>
                      <a:lnTo>
                        <a:pt x="1538" y="119"/>
                      </a:lnTo>
                      <a:lnTo>
                        <a:pt x="1539" y="119"/>
                      </a:lnTo>
                      <a:lnTo>
                        <a:pt x="1540" y="119"/>
                      </a:lnTo>
                      <a:lnTo>
                        <a:pt x="1542" y="119"/>
                      </a:lnTo>
                      <a:lnTo>
                        <a:pt x="1543" y="119"/>
                      </a:lnTo>
                      <a:lnTo>
                        <a:pt x="1545" y="119"/>
                      </a:lnTo>
                      <a:lnTo>
                        <a:pt x="1546" y="119"/>
                      </a:lnTo>
                      <a:lnTo>
                        <a:pt x="1547" y="119"/>
                      </a:lnTo>
                      <a:lnTo>
                        <a:pt x="1549" y="119"/>
                      </a:lnTo>
                      <a:lnTo>
                        <a:pt x="1550" y="119"/>
                      </a:lnTo>
                      <a:lnTo>
                        <a:pt x="1552" y="119"/>
                      </a:lnTo>
                      <a:lnTo>
                        <a:pt x="1553" y="119"/>
                      </a:lnTo>
                      <a:lnTo>
                        <a:pt x="1554" y="118"/>
                      </a:lnTo>
                      <a:lnTo>
                        <a:pt x="1556" y="118"/>
                      </a:lnTo>
                      <a:lnTo>
                        <a:pt x="1557" y="118"/>
                      </a:lnTo>
                      <a:lnTo>
                        <a:pt x="1559" y="118"/>
                      </a:lnTo>
                      <a:lnTo>
                        <a:pt x="1560" y="118"/>
                      </a:lnTo>
                      <a:lnTo>
                        <a:pt x="1561" y="118"/>
                      </a:lnTo>
                      <a:lnTo>
                        <a:pt x="1563" y="118"/>
                      </a:lnTo>
                      <a:lnTo>
                        <a:pt x="1564" y="118"/>
                      </a:lnTo>
                      <a:lnTo>
                        <a:pt x="1566" y="118"/>
                      </a:lnTo>
                      <a:lnTo>
                        <a:pt x="1567" y="118"/>
                      </a:lnTo>
                      <a:lnTo>
                        <a:pt x="1569" y="118"/>
                      </a:lnTo>
                      <a:lnTo>
                        <a:pt x="1570" y="118"/>
                      </a:lnTo>
                      <a:lnTo>
                        <a:pt x="1571" y="118"/>
                      </a:lnTo>
                      <a:lnTo>
                        <a:pt x="1573" y="118"/>
                      </a:lnTo>
                      <a:lnTo>
                        <a:pt x="1574" y="118"/>
                      </a:lnTo>
                      <a:lnTo>
                        <a:pt x="1576" y="118"/>
                      </a:lnTo>
                      <a:lnTo>
                        <a:pt x="1577" y="118"/>
                      </a:lnTo>
                      <a:lnTo>
                        <a:pt x="1578" y="118"/>
                      </a:lnTo>
                      <a:lnTo>
                        <a:pt x="1580" y="118"/>
                      </a:lnTo>
                      <a:lnTo>
                        <a:pt x="1581" y="118"/>
                      </a:lnTo>
                      <a:lnTo>
                        <a:pt x="1583" y="118"/>
                      </a:lnTo>
                      <a:lnTo>
                        <a:pt x="1584" y="118"/>
                      </a:lnTo>
                      <a:lnTo>
                        <a:pt x="1585" y="118"/>
                      </a:lnTo>
                      <a:lnTo>
                        <a:pt x="1587" y="118"/>
                      </a:lnTo>
                      <a:lnTo>
                        <a:pt x="1588" y="118"/>
                      </a:lnTo>
                      <a:lnTo>
                        <a:pt x="1590" y="118"/>
                      </a:lnTo>
                      <a:lnTo>
                        <a:pt x="1591" y="118"/>
                      </a:lnTo>
                      <a:lnTo>
                        <a:pt x="1592" y="118"/>
                      </a:lnTo>
                      <a:lnTo>
                        <a:pt x="1594" y="118"/>
                      </a:lnTo>
                      <a:lnTo>
                        <a:pt x="1595" y="118"/>
                      </a:lnTo>
                      <a:lnTo>
                        <a:pt x="1597" y="118"/>
                      </a:lnTo>
                      <a:lnTo>
                        <a:pt x="1598" y="118"/>
                      </a:lnTo>
                      <a:lnTo>
                        <a:pt x="1599" y="118"/>
                      </a:lnTo>
                      <a:lnTo>
                        <a:pt x="1601" y="118"/>
                      </a:lnTo>
                      <a:lnTo>
                        <a:pt x="1602" y="118"/>
                      </a:lnTo>
                      <a:lnTo>
                        <a:pt x="1604" y="118"/>
                      </a:lnTo>
                      <a:lnTo>
                        <a:pt x="1605" y="118"/>
                      </a:lnTo>
                      <a:lnTo>
                        <a:pt x="1606" y="117"/>
                      </a:lnTo>
                      <a:lnTo>
                        <a:pt x="1608" y="117"/>
                      </a:lnTo>
                      <a:lnTo>
                        <a:pt x="1609" y="117"/>
                      </a:lnTo>
                      <a:lnTo>
                        <a:pt x="1611" y="117"/>
                      </a:lnTo>
                      <a:lnTo>
                        <a:pt x="1612" y="117"/>
                      </a:lnTo>
                      <a:lnTo>
                        <a:pt x="1613" y="117"/>
                      </a:lnTo>
                      <a:lnTo>
                        <a:pt x="1615" y="117"/>
                      </a:lnTo>
                      <a:lnTo>
                        <a:pt x="1616" y="117"/>
                      </a:lnTo>
                      <a:lnTo>
                        <a:pt x="1618" y="117"/>
                      </a:lnTo>
                      <a:lnTo>
                        <a:pt x="1619" y="117"/>
                      </a:lnTo>
                      <a:lnTo>
                        <a:pt x="1620" y="117"/>
                      </a:lnTo>
                      <a:lnTo>
                        <a:pt x="1622" y="117"/>
                      </a:lnTo>
                      <a:lnTo>
                        <a:pt x="1623" y="117"/>
                      </a:lnTo>
                      <a:lnTo>
                        <a:pt x="1625" y="117"/>
                      </a:lnTo>
                      <a:lnTo>
                        <a:pt x="1626" y="117"/>
                      </a:lnTo>
                      <a:lnTo>
                        <a:pt x="1628" y="117"/>
                      </a:lnTo>
                      <a:lnTo>
                        <a:pt x="1629" y="117"/>
                      </a:lnTo>
                      <a:lnTo>
                        <a:pt x="1630" y="117"/>
                      </a:lnTo>
                      <a:lnTo>
                        <a:pt x="1632" y="117"/>
                      </a:lnTo>
                      <a:lnTo>
                        <a:pt x="1633" y="117"/>
                      </a:lnTo>
                      <a:lnTo>
                        <a:pt x="1635" y="117"/>
                      </a:lnTo>
                      <a:lnTo>
                        <a:pt x="1636" y="117"/>
                      </a:lnTo>
                      <a:lnTo>
                        <a:pt x="1637" y="117"/>
                      </a:lnTo>
                      <a:lnTo>
                        <a:pt x="1639" y="117"/>
                      </a:lnTo>
                      <a:lnTo>
                        <a:pt x="1640" y="117"/>
                      </a:lnTo>
                      <a:lnTo>
                        <a:pt x="1642" y="117"/>
                      </a:lnTo>
                      <a:lnTo>
                        <a:pt x="1643" y="117"/>
                      </a:lnTo>
                      <a:lnTo>
                        <a:pt x="1644" y="117"/>
                      </a:lnTo>
                      <a:lnTo>
                        <a:pt x="1646" y="117"/>
                      </a:lnTo>
                      <a:lnTo>
                        <a:pt x="1647" y="117"/>
                      </a:lnTo>
                      <a:lnTo>
                        <a:pt x="1649" y="117"/>
                      </a:lnTo>
                      <a:lnTo>
                        <a:pt x="1650" y="117"/>
                      </a:lnTo>
                      <a:lnTo>
                        <a:pt x="1651" y="117"/>
                      </a:lnTo>
                      <a:lnTo>
                        <a:pt x="1653" y="117"/>
                      </a:lnTo>
                      <a:lnTo>
                        <a:pt x="1654" y="117"/>
                      </a:lnTo>
                      <a:lnTo>
                        <a:pt x="1656" y="117"/>
                      </a:lnTo>
                      <a:lnTo>
                        <a:pt x="1657" y="117"/>
                      </a:lnTo>
                      <a:lnTo>
                        <a:pt x="1658" y="117"/>
                      </a:lnTo>
                      <a:lnTo>
                        <a:pt x="1660" y="117"/>
                      </a:lnTo>
                      <a:lnTo>
                        <a:pt x="1661" y="117"/>
                      </a:lnTo>
                      <a:lnTo>
                        <a:pt x="1663" y="117"/>
                      </a:lnTo>
                      <a:lnTo>
                        <a:pt x="1664" y="117"/>
                      </a:lnTo>
                      <a:lnTo>
                        <a:pt x="1665" y="116"/>
                      </a:lnTo>
                      <a:lnTo>
                        <a:pt x="1667" y="116"/>
                      </a:lnTo>
                      <a:lnTo>
                        <a:pt x="1668" y="116"/>
                      </a:lnTo>
                      <a:lnTo>
                        <a:pt x="1670" y="116"/>
                      </a:lnTo>
                      <a:lnTo>
                        <a:pt x="1671" y="116"/>
                      </a:lnTo>
                      <a:lnTo>
                        <a:pt x="1672" y="116"/>
                      </a:lnTo>
                      <a:lnTo>
                        <a:pt x="1674" y="116"/>
                      </a:lnTo>
                      <a:lnTo>
                        <a:pt x="1675" y="116"/>
                      </a:lnTo>
                      <a:lnTo>
                        <a:pt x="1677" y="116"/>
                      </a:lnTo>
                      <a:lnTo>
                        <a:pt x="1678" y="116"/>
                      </a:lnTo>
                      <a:lnTo>
                        <a:pt x="1679" y="116"/>
                      </a:lnTo>
                      <a:lnTo>
                        <a:pt x="1681" y="116"/>
                      </a:lnTo>
                      <a:lnTo>
                        <a:pt x="1682" y="116"/>
                      </a:lnTo>
                      <a:lnTo>
                        <a:pt x="1684" y="116"/>
                      </a:lnTo>
                      <a:lnTo>
                        <a:pt x="1685" y="116"/>
                      </a:lnTo>
                      <a:lnTo>
                        <a:pt x="1686" y="116"/>
                      </a:lnTo>
                      <a:lnTo>
                        <a:pt x="1688" y="116"/>
                      </a:lnTo>
                      <a:lnTo>
                        <a:pt x="1689" y="116"/>
                      </a:lnTo>
                      <a:lnTo>
                        <a:pt x="1691" y="116"/>
                      </a:lnTo>
                      <a:lnTo>
                        <a:pt x="1692" y="116"/>
                      </a:lnTo>
                      <a:lnTo>
                        <a:pt x="1694" y="116"/>
                      </a:lnTo>
                      <a:lnTo>
                        <a:pt x="1695" y="116"/>
                      </a:lnTo>
                      <a:lnTo>
                        <a:pt x="1696" y="116"/>
                      </a:lnTo>
                      <a:lnTo>
                        <a:pt x="1698" y="116"/>
                      </a:lnTo>
                      <a:lnTo>
                        <a:pt x="1699" y="116"/>
                      </a:lnTo>
                      <a:lnTo>
                        <a:pt x="1701" y="116"/>
                      </a:lnTo>
                      <a:lnTo>
                        <a:pt x="1702" y="116"/>
                      </a:lnTo>
                      <a:lnTo>
                        <a:pt x="1703" y="116"/>
                      </a:lnTo>
                      <a:lnTo>
                        <a:pt x="1705" y="116"/>
                      </a:lnTo>
                      <a:lnTo>
                        <a:pt x="1706" y="116"/>
                      </a:lnTo>
                      <a:lnTo>
                        <a:pt x="1708" y="116"/>
                      </a:lnTo>
                      <a:lnTo>
                        <a:pt x="1709" y="116"/>
                      </a:lnTo>
                      <a:lnTo>
                        <a:pt x="1710" y="116"/>
                      </a:lnTo>
                      <a:lnTo>
                        <a:pt x="1712" y="116"/>
                      </a:lnTo>
                      <a:lnTo>
                        <a:pt x="1713" y="116"/>
                      </a:lnTo>
                      <a:lnTo>
                        <a:pt x="1715" y="116"/>
                      </a:lnTo>
                      <a:lnTo>
                        <a:pt x="1716" y="116"/>
                      </a:lnTo>
                      <a:lnTo>
                        <a:pt x="1717" y="116"/>
                      </a:lnTo>
                      <a:lnTo>
                        <a:pt x="1719" y="116"/>
                      </a:lnTo>
                      <a:lnTo>
                        <a:pt x="1720" y="116"/>
                      </a:lnTo>
                      <a:lnTo>
                        <a:pt x="1722" y="116"/>
                      </a:lnTo>
                      <a:lnTo>
                        <a:pt x="1723" y="116"/>
                      </a:lnTo>
                      <a:lnTo>
                        <a:pt x="1724" y="116"/>
                      </a:lnTo>
                      <a:lnTo>
                        <a:pt x="1726" y="115"/>
                      </a:lnTo>
                      <a:lnTo>
                        <a:pt x="1727" y="115"/>
                      </a:lnTo>
                      <a:lnTo>
                        <a:pt x="1729" y="115"/>
                      </a:lnTo>
                      <a:lnTo>
                        <a:pt x="1730" y="115"/>
                      </a:lnTo>
                      <a:lnTo>
                        <a:pt x="1731" y="115"/>
                      </a:lnTo>
                      <a:lnTo>
                        <a:pt x="1733" y="115"/>
                      </a:lnTo>
                      <a:lnTo>
                        <a:pt x="1734" y="115"/>
                      </a:lnTo>
                      <a:lnTo>
                        <a:pt x="1736" y="115"/>
                      </a:lnTo>
                      <a:lnTo>
                        <a:pt x="1737" y="115"/>
                      </a:lnTo>
                      <a:lnTo>
                        <a:pt x="1738" y="115"/>
                      </a:lnTo>
                      <a:lnTo>
                        <a:pt x="1740" y="115"/>
                      </a:lnTo>
                      <a:lnTo>
                        <a:pt x="1741" y="115"/>
                      </a:lnTo>
                      <a:lnTo>
                        <a:pt x="1743" y="115"/>
                      </a:lnTo>
                      <a:lnTo>
                        <a:pt x="1744" y="115"/>
                      </a:lnTo>
                      <a:lnTo>
                        <a:pt x="1745" y="115"/>
                      </a:lnTo>
                      <a:lnTo>
                        <a:pt x="1747" y="115"/>
                      </a:lnTo>
                      <a:lnTo>
                        <a:pt x="1748" y="115"/>
                      </a:lnTo>
                      <a:lnTo>
                        <a:pt x="1750" y="115"/>
                      </a:lnTo>
                      <a:lnTo>
                        <a:pt x="1751" y="115"/>
                      </a:lnTo>
                      <a:lnTo>
                        <a:pt x="1753" y="115"/>
                      </a:lnTo>
                      <a:lnTo>
                        <a:pt x="1754" y="115"/>
                      </a:lnTo>
                      <a:lnTo>
                        <a:pt x="1755" y="115"/>
                      </a:lnTo>
                      <a:lnTo>
                        <a:pt x="1757" y="115"/>
                      </a:lnTo>
                      <a:lnTo>
                        <a:pt x="1758" y="115"/>
                      </a:lnTo>
                      <a:lnTo>
                        <a:pt x="1760" y="115"/>
                      </a:lnTo>
                      <a:lnTo>
                        <a:pt x="1761" y="115"/>
                      </a:lnTo>
                      <a:lnTo>
                        <a:pt x="1762" y="115"/>
                      </a:lnTo>
                      <a:lnTo>
                        <a:pt x="1764" y="115"/>
                      </a:lnTo>
                      <a:lnTo>
                        <a:pt x="1765" y="115"/>
                      </a:lnTo>
                      <a:lnTo>
                        <a:pt x="1767" y="115"/>
                      </a:lnTo>
                      <a:lnTo>
                        <a:pt x="1768" y="115"/>
                      </a:lnTo>
                      <a:lnTo>
                        <a:pt x="1769" y="115"/>
                      </a:lnTo>
                      <a:lnTo>
                        <a:pt x="1771" y="115"/>
                      </a:lnTo>
                      <a:lnTo>
                        <a:pt x="1772" y="115"/>
                      </a:lnTo>
                      <a:lnTo>
                        <a:pt x="1774" y="115"/>
                      </a:lnTo>
                      <a:lnTo>
                        <a:pt x="1775" y="115"/>
                      </a:lnTo>
                      <a:lnTo>
                        <a:pt x="1776" y="115"/>
                      </a:lnTo>
                      <a:lnTo>
                        <a:pt x="1778" y="115"/>
                      </a:lnTo>
                      <a:lnTo>
                        <a:pt x="1779" y="115"/>
                      </a:lnTo>
                      <a:lnTo>
                        <a:pt x="1781" y="115"/>
                      </a:lnTo>
                      <a:lnTo>
                        <a:pt x="1782" y="115"/>
                      </a:lnTo>
                      <a:lnTo>
                        <a:pt x="1783" y="115"/>
                      </a:lnTo>
                      <a:lnTo>
                        <a:pt x="1785" y="115"/>
                      </a:lnTo>
                      <a:lnTo>
                        <a:pt x="1786" y="115"/>
                      </a:lnTo>
                      <a:lnTo>
                        <a:pt x="1788" y="115"/>
                      </a:lnTo>
                      <a:lnTo>
                        <a:pt x="1789" y="115"/>
                      </a:lnTo>
                      <a:lnTo>
                        <a:pt x="1790" y="114"/>
                      </a:lnTo>
                      <a:lnTo>
                        <a:pt x="1792" y="114"/>
                      </a:lnTo>
                      <a:lnTo>
                        <a:pt x="1793" y="114"/>
                      </a:lnTo>
                      <a:lnTo>
                        <a:pt x="1795" y="114"/>
                      </a:lnTo>
                      <a:lnTo>
                        <a:pt x="1796" y="114"/>
                      </a:lnTo>
                      <a:lnTo>
                        <a:pt x="1797" y="114"/>
                      </a:lnTo>
                      <a:lnTo>
                        <a:pt x="1799" y="114"/>
                      </a:lnTo>
                      <a:lnTo>
                        <a:pt x="1800" y="114"/>
                      </a:lnTo>
                      <a:lnTo>
                        <a:pt x="1802" y="114"/>
                      </a:lnTo>
                      <a:lnTo>
                        <a:pt x="1803" y="114"/>
                      </a:lnTo>
                      <a:lnTo>
                        <a:pt x="1804" y="114"/>
                      </a:lnTo>
                      <a:lnTo>
                        <a:pt x="1806" y="114"/>
                      </a:lnTo>
                      <a:lnTo>
                        <a:pt x="1807" y="114"/>
                      </a:lnTo>
                      <a:lnTo>
                        <a:pt x="1809" y="114"/>
                      </a:lnTo>
                      <a:lnTo>
                        <a:pt x="1810" y="114"/>
                      </a:lnTo>
                      <a:lnTo>
                        <a:pt x="1811" y="114"/>
                      </a:lnTo>
                      <a:lnTo>
                        <a:pt x="1813" y="114"/>
                      </a:lnTo>
                      <a:lnTo>
                        <a:pt x="1814" y="114"/>
                      </a:lnTo>
                      <a:lnTo>
                        <a:pt x="1816" y="114"/>
                      </a:lnTo>
                      <a:lnTo>
                        <a:pt x="1817" y="114"/>
                      </a:lnTo>
                      <a:lnTo>
                        <a:pt x="1819" y="114"/>
                      </a:lnTo>
                      <a:lnTo>
                        <a:pt x="1820" y="114"/>
                      </a:lnTo>
                      <a:lnTo>
                        <a:pt x="1821" y="114"/>
                      </a:lnTo>
                      <a:lnTo>
                        <a:pt x="1823" y="114"/>
                      </a:lnTo>
                      <a:lnTo>
                        <a:pt x="1824" y="114"/>
                      </a:lnTo>
                      <a:lnTo>
                        <a:pt x="1826" y="114"/>
                      </a:lnTo>
                      <a:lnTo>
                        <a:pt x="1827" y="114"/>
                      </a:lnTo>
                      <a:lnTo>
                        <a:pt x="1828" y="114"/>
                      </a:lnTo>
                      <a:lnTo>
                        <a:pt x="1830" y="114"/>
                      </a:lnTo>
                      <a:lnTo>
                        <a:pt x="1831" y="114"/>
                      </a:lnTo>
                      <a:lnTo>
                        <a:pt x="1833" y="114"/>
                      </a:lnTo>
                      <a:lnTo>
                        <a:pt x="1834" y="114"/>
                      </a:lnTo>
                      <a:lnTo>
                        <a:pt x="1835" y="114"/>
                      </a:lnTo>
                      <a:lnTo>
                        <a:pt x="1837" y="114"/>
                      </a:lnTo>
                      <a:lnTo>
                        <a:pt x="1838" y="114"/>
                      </a:lnTo>
                      <a:lnTo>
                        <a:pt x="1840" y="114"/>
                      </a:lnTo>
                      <a:lnTo>
                        <a:pt x="1841" y="114"/>
                      </a:lnTo>
                      <a:lnTo>
                        <a:pt x="1842" y="114"/>
                      </a:lnTo>
                      <a:lnTo>
                        <a:pt x="1844" y="114"/>
                      </a:lnTo>
                      <a:lnTo>
                        <a:pt x="1845" y="114"/>
                      </a:lnTo>
                      <a:lnTo>
                        <a:pt x="1847" y="114"/>
                      </a:lnTo>
                      <a:lnTo>
                        <a:pt x="1848" y="114"/>
                      </a:lnTo>
                      <a:lnTo>
                        <a:pt x="1849" y="114"/>
                      </a:lnTo>
                      <a:lnTo>
                        <a:pt x="1851" y="114"/>
                      </a:lnTo>
                      <a:lnTo>
                        <a:pt x="1852" y="114"/>
                      </a:lnTo>
                      <a:lnTo>
                        <a:pt x="1854" y="114"/>
                      </a:lnTo>
                      <a:lnTo>
                        <a:pt x="1855" y="114"/>
                      </a:lnTo>
                      <a:lnTo>
                        <a:pt x="1856" y="114"/>
                      </a:lnTo>
                      <a:lnTo>
                        <a:pt x="1858" y="114"/>
                      </a:lnTo>
                      <a:lnTo>
                        <a:pt x="1859" y="114"/>
                      </a:lnTo>
                      <a:lnTo>
                        <a:pt x="1861" y="114"/>
                      </a:lnTo>
                      <a:lnTo>
                        <a:pt x="1862" y="113"/>
                      </a:lnTo>
                      <a:lnTo>
                        <a:pt x="1863" y="113"/>
                      </a:lnTo>
                      <a:lnTo>
                        <a:pt x="1865" y="113"/>
                      </a:lnTo>
                      <a:lnTo>
                        <a:pt x="1866" y="113"/>
                      </a:lnTo>
                      <a:lnTo>
                        <a:pt x="1868" y="113"/>
                      </a:lnTo>
                      <a:lnTo>
                        <a:pt x="1869" y="113"/>
                      </a:lnTo>
                      <a:lnTo>
                        <a:pt x="1870" y="113"/>
                      </a:lnTo>
                      <a:lnTo>
                        <a:pt x="1872" y="113"/>
                      </a:lnTo>
                      <a:lnTo>
                        <a:pt x="1873" y="113"/>
                      </a:lnTo>
                      <a:lnTo>
                        <a:pt x="1875" y="113"/>
                      </a:lnTo>
                      <a:lnTo>
                        <a:pt x="1876" y="113"/>
                      </a:lnTo>
                      <a:lnTo>
                        <a:pt x="1877" y="113"/>
                      </a:lnTo>
                      <a:lnTo>
                        <a:pt x="1879" y="113"/>
                      </a:lnTo>
                      <a:lnTo>
                        <a:pt x="1880" y="113"/>
                      </a:lnTo>
                      <a:lnTo>
                        <a:pt x="1882" y="113"/>
                      </a:lnTo>
                      <a:lnTo>
                        <a:pt x="1883" y="113"/>
                      </a:lnTo>
                      <a:lnTo>
                        <a:pt x="1885" y="113"/>
                      </a:lnTo>
                      <a:lnTo>
                        <a:pt x="1886" y="113"/>
                      </a:lnTo>
                      <a:lnTo>
                        <a:pt x="1887" y="113"/>
                      </a:lnTo>
                      <a:lnTo>
                        <a:pt x="1889" y="113"/>
                      </a:lnTo>
                      <a:lnTo>
                        <a:pt x="1890" y="113"/>
                      </a:lnTo>
                      <a:lnTo>
                        <a:pt x="1892" y="113"/>
                      </a:lnTo>
                      <a:lnTo>
                        <a:pt x="1893" y="113"/>
                      </a:lnTo>
                      <a:lnTo>
                        <a:pt x="1894" y="113"/>
                      </a:lnTo>
                      <a:lnTo>
                        <a:pt x="1896" y="113"/>
                      </a:lnTo>
                      <a:lnTo>
                        <a:pt x="1897" y="113"/>
                      </a:lnTo>
                      <a:lnTo>
                        <a:pt x="1899" y="113"/>
                      </a:lnTo>
                      <a:lnTo>
                        <a:pt x="1900" y="113"/>
                      </a:lnTo>
                      <a:lnTo>
                        <a:pt x="1901" y="113"/>
                      </a:lnTo>
                      <a:lnTo>
                        <a:pt x="1903" y="113"/>
                      </a:lnTo>
                      <a:lnTo>
                        <a:pt x="1904" y="113"/>
                      </a:lnTo>
                      <a:lnTo>
                        <a:pt x="1906" y="113"/>
                      </a:lnTo>
                      <a:lnTo>
                        <a:pt x="1907" y="113"/>
                      </a:lnTo>
                      <a:lnTo>
                        <a:pt x="1908" y="113"/>
                      </a:lnTo>
                      <a:lnTo>
                        <a:pt x="1910" y="113"/>
                      </a:lnTo>
                      <a:lnTo>
                        <a:pt x="1911" y="113"/>
                      </a:lnTo>
                      <a:lnTo>
                        <a:pt x="1913" y="113"/>
                      </a:lnTo>
                      <a:lnTo>
                        <a:pt x="1914" y="113"/>
                      </a:lnTo>
                      <a:lnTo>
                        <a:pt x="1915" y="113"/>
                      </a:lnTo>
                      <a:lnTo>
                        <a:pt x="1917" y="113"/>
                      </a:lnTo>
                      <a:lnTo>
                        <a:pt x="1918" y="113"/>
                      </a:lnTo>
                      <a:lnTo>
                        <a:pt x="1920" y="113"/>
                      </a:lnTo>
                      <a:lnTo>
                        <a:pt x="1921" y="113"/>
                      </a:lnTo>
                      <a:lnTo>
                        <a:pt x="1922" y="113"/>
                      </a:lnTo>
                      <a:lnTo>
                        <a:pt x="1924" y="113"/>
                      </a:lnTo>
                      <a:lnTo>
                        <a:pt x="1925" y="113"/>
                      </a:lnTo>
                      <a:lnTo>
                        <a:pt x="1927" y="113"/>
                      </a:lnTo>
                      <a:lnTo>
                        <a:pt x="1928" y="113"/>
                      </a:lnTo>
                      <a:lnTo>
                        <a:pt x="1929" y="113"/>
                      </a:lnTo>
                      <a:lnTo>
                        <a:pt x="1931" y="113"/>
                      </a:lnTo>
                      <a:lnTo>
                        <a:pt x="1932" y="113"/>
                      </a:lnTo>
                      <a:lnTo>
                        <a:pt x="1934" y="113"/>
                      </a:lnTo>
                      <a:lnTo>
                        <a:pt x="1935" y="113"/>
                      </a:lnTo>
                      <a:lnTo>
                        <a:pt x="1936" y="113"/>
                      </a:lnTo>
                      <a:lnTo>
                        <a:pt x="1938" y="112"/>
                      </a:lnTo>
                      <a:lnTo>
                        <a:pt x="1939" y="112"/>
                      </a:lnTo>
                      <a:lnTo>
                        <a:pt x="1941" y="112"/>
                      </a:lnTo>
                      <a:lnTo>
                        <a:pt x="1942" y="112"/>
                      </a:lnTo>
                      <a:lnTo>
                        <a:pt x="1944" y="112"/>
                      </a:lnTo>
                      <a:lnTo>
                        <a:pt x="1945" y="112"/>
                      </a:lnTo>
                      <a:lnTo>
                        <a:pt x="1946" y="112"/>
                      </a:lnTo>
                      <a:lnTo>
                        <a:pt x="1948" y="112"/>
                      </a:lnTo>
                      <a:lnTo>
                        <a:pt x="1949" y="112"/>
                      </a:lnTo>
                      <a:lnTo>
                        <a:pt x="1951" y="112"/>
                      </a:lnTo>
                      <a:lnTo>
                        <a:pt x="1952" y="112"/>
                      </a:lnTo>
                      <a:lnTo>
                        <a:pt x="1953" y="112"/>
                      </a:lnTo>
                      <a:lnTo>
                        <a:pt x="1955" y="112"/>
                      </a:lnTo>
                      <a:lnTo>
                        <a:pt x="1956" y="112"/>
                      </a:lnTo>
                      <a:lnTo>
                        <a:pt x="1958" y="112"/>
                      </a:lnTo>
                      <a:lnTo>
                        <a:pt x="1959" y="112"/>
                      </a:lnTo>
                      <a:lnTo>
                        <a:pt x="1960" y="112"/>
                      </a:lnTo>
                      <a:lnTo>
                        <a:pt x="1962" y="112"/>
                      </a:lnTo>
                      <a:lnTo>
                        <a:pt x="1963" y="112"/>
                      </a:lnTo>
                      <a:lnTo>
                        <a:pt x="1965" y="112"/>
                      </a:lnTo>
                      <a:lnTo>
                        <a:pt x="1966" y="112"/>
                      </a:lnTo>
                      <a:lnTo>
                        <a:pt x="1967" y="112"/>
                      </a:lnTo>
                      <a:lnTo>
                        <a:pt x="1969" y="112"/>
                      </a:lnTo>
                      <a:lnTo>
                        <a:pt x="1970" y="112"/>
                      </a:lnTo>
                      <a:lnTo>
                        <a:pt x="1972" y="112"/>
                      </a:lnTo>
                      <a:lnTo>
                        <a:pt x="1973" y="112"/>
                      </a:lnTo>
                      <a:lnTo>
                        <a:pt x="1974" y="112"/>
                      </a:lnTo>
                      <a:lnTo>
                        <a:pt x="1976" y="112"/>
                      </a:lnTo>
                      <a:lnTo>
                        <a:pt x="1977" y="112"/>
                      </a:lnTo>
                      <a:lnTo>
                        <a:pt x="1979" y="112"/>
                      </a:lnTo>
                      <a:lnTo>
                        <a:pt x="1980" y="112"/>
                      </a:lnTo>
                      <a:lnTo>
                        <a:pt x="1981" y="112"/>
                      </a:lnTo>
                      <a:lnTo>
                        <a:pt x="1983" y="112"/>
                      </a:lnTo>
                      <a:lnTo>
                        <a:pt x="1984" y="112"/>
                      </a:lnTo>
                      <a:lnTo>
                        <a:pt x="1986" y="112"/>
                      </a:lnTo>
                      <a:lnTo>
                        <a:pt x="1987" y="112"/>
                      </a:lnTo>
                      <a:lnTo>
                        <a:pt x="1988" y="112"/>
                      </a:lnTo>
                      <a:lnTo>
                        <a:pt x="1990" y="112"/>
                      </a:lnTo>
                      <a:lnTo>
                        <a:pt x="1991" y="112"/>
                      </a:lnTo>
                      <a:lnTo>
                        <a:pt x="1993" y="112"/>
                      </a:lnTo>
                      <a:lnTo>
                        <a:pt x="1994" y="112"/>
                      </a:lnTo>
                      <a:lnTo>
                        <a:pt x="1995" y="112"/>
                      </a:lnTo>
                      <a:lnTo>
                        <a:pt x="1997" y="112"/>
                      </a:lnTo>
                      <a:lnTo>
                        <a:pt x="1998" y="111"/>
                      </a:lnTo>
                      <a:lnTo>
                        <a:pt x="2000" y="111"/>
                      </a:lnTo>
                      <a:lnTo>
                        <a:pt x="2001" y="111"/>
                      </a:lnTo>
                      <a:lnTo>
                        <a:pt x="2002" y="111"/>
                      </a:lnTo>
                      <a:lnTo>
                        <a:pt x="2004" y="111"/>
                      </a:lnTo>
                      <a:lnTo>
                        <a:pt x="2005" y="111"/>
                      </a:lnTo>
                      <a:lnTo>
                        <a:pt x="2007" y="110"/>
                      </a:lnTo>
                      <a:lnTo>
                        <a:pt x="2008" y="110"/>
                      </a:lnTo>
                      <a:lnTo>
                        <a:pt x="2010" y="110"/>
                      </a:lnTo>
                      <a:lnTo>
                        <a:pt x="2011" y="110"/>
                      </a:lnTo>
                      <a:lnTo>
                        <a:pt x="2012" y="110"/>
                      </a:lnTo>
                      <a:lnTo>
                        <a:pt x="2014" y="110"/>
                      </a:lnTo>
                      <a:lnTo>
                        <a:pt x="2015" y="110"/>
                      </a:lnTo>
                      <a:lnTo>
                        <a:pt x="2017" y="111"/>
                      </a:lnTo>
                      <a:lnTo>
                        <a:pt x="2018" y="111"/>
                      </a:lnTo>
                      <a:lnTo>
                        <a:pt x="2019" y="111"/>
                      </a:lnTo>
                      <a:lnTo>
                        <a:pt x="2021" y="111"/>
                      </a:lnTo>
                      <a:lnTo>
                        <a:pt x="2022" y="111"/>
                      </a:lnTo>
                      <a:lnTo>
                        <a:pt x="2024" y="111"/>
                      </a:lnTo>
                      <a:lnTo>
                        <a:pt x="2025" y="111"/>
                      </a:lnTo>
                      <a:lnTo>
                        <a:pt x="2026" y="111"/>
                      </a:lnTo>
                      <a:lnTo>
                        <a:pt x="2028" y="111"/>
                      </a:lnTo>
                      <a:lnTo>
                        <a:pt x="2029" y="112"/>
                      </a:lnTo>
                      <a:lnTo>
                        <a:pt x="2031" y="112"/>
                      </a:lnTo>
                      <a:lnTo>
                        <a:pt x="2032" y="111"/>
                      </a:lnTo>
                      <a:lnTo>
                        <a:pt x="2033" y="111"/>
                      </a:lnTo>
                      <a:lnTo>
                        <a:pt x="2035" y="111"/>
                      </a:lnTo>
                      <a:lnTo>
                        <a:pt x="2036" y="111"/>
                      </a:lnTo>
                      <a:lnTo>
                        <a:pt x="2038" y="110"/>
                      </a:lnTo>
                      <a:lnTo>
                        <a:pt x="2039" y="110"/>
                      </a:lnTo>
                      <a:lnTo>
                        <a:pt x="2040" y="110"/>
                      </a:lnTo>
                      <a:lnTo>
                        <a:pt x="2042" y="111"/>
                      </a:lnTo>
                      <a:lnTo>
                        <a:pt x="2043" y="111"/>
                      </a:lnTo>
                      <a:lnTo>
                        <a:pt x="2045" y="111"/>
                      </a:lnTo>
                      <a:lnTo>
                        <a:pt x="2046" y="112"/>
                      </a:lnTo>
                      <a:lnTo>
                        <a:pt x="2047" y="112"/>
                      </a:lnTo>
                      <a:lnTo>
                        <a:pt x="2049" y="112"/>
                      </a:lnTo>
                      <a:lnTo>
                        <a:pt x="2050" y="112"/>
                      </a:lnTo>
                      <a:lnTo>
                        <a:pt x="2052" y="112"/>
                      </a:lnTo>
                      <a:lnTo>
                        <a:pt x="2053" y="112"/>
                      </a:lnTo>
                      <a:lnTo>
                        <a:pt x="2054" y="112"/>
                      </a:lnTo>
                      <a:lnTo>
                        <a:pt x="2056" y="112"/>
                      </a:lnTo>
                      <a:lnTo>
                        <a:pt x="2057" y="111"/>
                      </a:lnTo>
                      <a:lnTo>
                        <a:pt x="2059" y="111"/>
                      </a:lnTo>
                      <a:lnTo>
                        <a:pt x="2060" y="112"/>
                      </a:lnTo>
                      <a:lnTo>
                        <a:pt x="2061" y="112"/>
                      </a:lnTo>
                      <a:lnTo>
                        <a:pt x="2063" y="112"/>
                      </a:lnTo>
                      <a:lnTo>
                        <a:pt x="2064" y="112"/>
                      </a:lnTo>
                      <a:lnTo>
                        <a:pt x="2066" y="112"/>
                      </a:lnTo>
                      <a:lnTo>
                        <a:pt x="2067" y="112"/>
                      </a:lnTo>
                      <a:lnTo>
                        <a:pt x="2068" y="112"/>
                      </a:lnTo>
                      <a:lnTo>
                        <a:pt x="2070" y="112"/>
                      </a:lnTo>
                      <a:lnTo>
                        <a:pt x="2071" y="112"/>
                      </a:lnTo>
                      <a:lnTo>
                        <a:pt x="2073" y="112"/>
                      </a:lnTo>
                      <a:lnTo>
                        <a:pt x="2074" y="112"/>
                      </a:lnTo>
                      <a:lnTo>
                        <a:pt x="2076" y="112"/>
                      </a:lnTo>
                      <a:lnTo>
                        <a:pt x="2077" y="112"/>
                      </a:lnTo>
                      <a:lnTo>
                        <a:pt x="2078" y="112"/>
                      </a:lnTo>
                      <a:lnTo>
                        <a:pt x="2080" y="112"/>
                      </a:lnTo>
                      <a:lnTo>
                        <a:pt x="2081" y="111"/>
                      </a:lnTo>
                      <a:lnTo>
                        <a:pt x="2083" y="111"/>
                      </a:lnTo>
                      <a:lnTo>
                        <a:pt x="2084" y="111"/>
                      </a:lnTo>
                      <a:lnTo>
                        <a:pt x="2085" y="111"/>
                      </a:lnTo>
                      <a:lnTo>
                        <a:pt x="2087" y="111"/>
                      </a:lnTo>
                      <a:lnTo>
                        <a:pt x="2088" y="111"/>
                      </a:lnTo>
                      <a:lnTo>
                        <a:pt x="2090" y="111"/>
                      </a:lnTo>
                      <a:lnTo>
                        <a:pt x="2091" y="111"/>
                      </a:lnTo>
                      <a:lnTo>
                        <a:pt x="2092" y="111"/>
                      </a:lnTo>
                      <a:lnTo>
                        <a:pt x="2094" y="111"/>
                      </a:lnTo>
                      <a:lnTo>
                        <a:pt x="2095" y="111"/>
                      </a:lnTo>
                      <a:lnTo>
                        <a:pt x="2097" y="111"/>
                      </a:lnTo>
                      <a:lnTo>
                        <a:pt x="2098" y="111"/>
                      </a:lnTo>
                      <a:lnTo>
                        <a:pt x="2099" y="111"/>
                      </a:lnTo>
                      <a:lnTo>
                        <a:pt x="2101" y="111"/>
                      </a:lnTo>
                      <a:lnTo>
                        <a:pt x="2102" y="111"/>
                      </a:lnTo>
                      <a:lnTo>
                        <a:pt x="2104" y="111"/>
                      </a:lnTo>
                      <a:lnTo>
                        <a:pt x="2105" y="111"/>
                      </a:lnTo>
                      <a:lnTo>
                        <a:pt x="2106" y="111"/>
                      </a:lnTo>
                      <a:lnTo>
                        <a:pt x="2108" y="111"/>
                      </a:lnTo>
                      <a:lnTo>
                        <a:pt x="2109" y="111"/>
                      </a:lnTo>
                      <a:lnTo>
                        <a:pt x="2111" y="111"/>
                      </a:lnTo>
                      <a:lnTo>
                        <a:pt x="2112" y="111"/>
                      </a:lnTo>
                      <a:lnTo>
                        <a:pt x="2113" y="111"/>
                      </a:lnTo>
                      <a:lnTo>
                        <a:pt x="2115" y="111"/>
                      </a:lnTo>
                      <a:lnTo>
                        <a:pt x="2116" y="111"/>
                      </a:lnTo>
                      <a:lnTo>
                        <a:pt x="2118" y="111"/>
                      </a:lnTo>
                      <a:lnTo>
                        <a:pt x="2119" y="111"/>
                      </a:lnTo>
                      <a:lnTo>
                        <a:pt x="2120" y="111"/>
                      </a:lnTo>
                      <a:lnTo>
                        <a:pt x="2122" y="111"/>
                      </a:lnTo>
                      <a:lnTo>
                        <a:pt x="2123" y="111"/>
                      </a:lnTo>
                      <a:lnTo>
                        <a:pt x="2125" y="111"/>
                      </a:lnTo>
                      <a:lnTo>
                        <a:pt x="2126" y="111"/>
                      </a:lnTo>
                      <a:lnTo>
                        <a:pt x="2127" y="111"/>
                      </a:lnTo>
                      <a:lnTo>
                        <a:pt x="2129" y="111"/>
                      </a:lnTo>
                      <a:lnTo>
                        <a:pt x="2130" y="111"/>
                      </a:lnTo>
                      <a:lnTo>
                        <a:pt x="2132" y="111"/>
                      </a:lnTo>
                      <a:lnTo>
                        <a:pt x="2133" y="111"/>
                      </a:lnTo>
                      <a:lnTo>
                        <a:pt x="2135" y="111"/>
                      </a:lnTo>
                      <a:lnTo>
                        <a:pt x="2136" y="111"/>
                      </a:lnTo>
                      <a:lnTo>
                        <a:pt x="2137" y="111"/>
                      </a:lnTo>
                      <a:lnTo>
                        <a:pt x="2139" y="111"/>
                      </a:lnTo>
                      <a:lnTo>
                        <a:pt x="2140" y="111"/>
                      </a:lnTo>
                      <a:lnTo>
                        <a:pt x="2142" y="111"/>
                      </a:lnTo>
                      <a:lnTo>
                        <a:pt x="2143" y="111"/>
                      </a:lnTo>
                      <a:lnTo>
                        <a:pt x="2144" y="110"/>
                      </a:lnTo>
                      <a:lnTo>
                        <a:pt x="2146" y="111"/>
                      </a:lnTo>
                      <a:lnTo>
                        <a:pt x="2147" y="111"/>
                      </a:lnTo>
                      <a:lnTo>
                        <a:pt x="2149" y="111"/>
                      </a:lnTo>
                      <a:lnTo>
                        <a:pt x="2150" y="111"/>
                      </a:lnTo>
                      <a:lnTo>
                        <a:pt x="2151" y="111"/>
                      </a:lnTo>
                      <a:lnTo>
                        <a:pt x="2153" y="111"/>
                      </a:lnTo>
                      <a:lnTo>
                        <a:pt x="2154" y="111"/>
                      </a:lnTo>
                      <a:lnTo>
                        <a:pt x="2156" y="111"/>
                      </a:lnTo>
                      <a:lnTo>
                        <a:pt x="2157" y="111"/>
                      </a:lnTo>
                      <a:lnTo>
                        <a:pt x="2158" y="111"/>
                      </a:lnTo>
                      <a:lnTo>
                        <a:pt x="2160" y="111"/>
                      </a:lnTo>
                      <a:lnTo>
                        <a:pt x="2161" y="110"/>
                      </a:lnTo>
                    </a:path>
                  </a:pathLst>
                </a:custGeom>
                <a:noFill/>
                <a:ln cap="flat" cmpd="sng" w="25400">
                  <a:solidFill>
                    <a:srgbClr val="0000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554" name="Google Shape;554;p17"/>
                <p:cNvSpPr/>
                <p:nvPr/>
              </p:nvSpPr>
              <p:spPr>
                <a:xfrm flipH="1" rot="10800000">
                  <a:off x="4721225" y="3878263"/>
                  <a:ext cx="355600" cy="7938"/>
                </a:xfrm>
                <a:custGeom>
                  <a:rect b="b" l="l" r="r" t="t"/>
                  <a:pathLst>
                    <a:path extrusionOk="0" h="5" w="241">
                      <a:moveTo>
                        <a:pt x="0" y="5"/>
                      </a:moveTo>
                      <a:lnTo>
                        <a:pt x="2" y="4"/>
                      </a:lnTo>
                      <a:lnTo>
                        <a:pt x="3" y="4"/>
                      </a:lnTo>
                      <a:lnTo>
                        <a:pt x="5" y="4"/>
                      </a:lnTo>
                      <a:lnTo>
                        <a:pt x="6" y="4"/>
                      </a:lnTo>
                      <a:lnTo>
                        <a:pt x="7" y="4"/>
                      </a:lnTo>
                      <a:lnTo>
                        <a:pt x="9" y="4"/>
                      </a:lnTo>
                      <a:lnTo>
                        <a:pt x="10" y="2"/>
                      </a:lnTo>
                      <a:lnTo>
                        <a:pt x="12" y="0"/>
                      </a:lnTo>
                      <a:lnTo>
                        <a:pt x="13" y="0"/>
                      </a:lnTo>
                      <a:lnTo>
                        <a:pt x="14" y="0"/>
                      </a:lnTo>
                      <a:lnTo>
                        <a:pt x="16" y="0"/>
                      </a:lnTo>
                      <a:lnTo>
                        <a:pt x="17" y="0"/>
                      </a:lnTo>
                      <a:lnTo>
                        <a:pt x="19" y="0"/>
                      </a:lnTo>
                      <a:lnTo>
                        <a:pt x="20" y="1"/>
                      </a:lnTo>
                      <a:lnTo>
                        <a:pt x="21" y="1"/>
                      </a:lnTo>
                      <a:lnTo>
                        <a:pt x="23" y="1"/>
                      </a:lnTo>
                      <a:lnTo>
                        <a:pt x="24" y="1"/>
                      </a:lnTo>
                      <a:lnTo>
                        <a:pt x="26" y="1"/>
                      </a:lnTo>
                      <a:lnTo>
                        <a:pt x="27" y="1"/>
                      </a:lnTo>
                      <a:lnTo>
                        <a:pt x="28" y="1"/>
                      </a:lnTo>
                      <a:lnTo>
                        <a:pt x="30" y="1"/>
                      </a:lnTo>
                      <a:lnTo>
                        <a:pt x="31" y="1"/>
                      </a:lnTo>
                      <a:lnTo>
                        <a:pt x="33" y="2"/>
                      </a:lnTo>
                      <a:lnTo>
                        <a:pt x="34" y="4"/>
                      </a:lnTo>
                      <a:lnTo>
                        <a:pt x="35" y="3"/>
                      </a:lnTo>
                      <a:lnTo>
                        <a:pt x="37" y="3"/>
                      </a:lnTo>
                      <a:lnTo>
                        <a:pt x="38" y="3"/>
                      </a:lnTo>
                      <a:lnTo>
                        <a:pt x="40" y="3"/>
                      </a:lnTo>
                      <a:lnTo>
                        <a:pt x="41" y="2"/>
                      </a:lnTo>
                      <a:lnTo>
                        <a:pt x="43" y="2"/>
                      </a:lnTo>
                      <a:lnTo>
                        <a:pt x="44" y="2"/>
                      </a:lnTo>
                      <a:lnTo>
                        <a:pt x="45" y="2"/>
                      </a:lnTo>
                      <a:lnTo>
                        <a:pt x="47" y="3"/>
                      </a:lnTo>
                      <a:lnTo>
                        <a:pt x="48" y="3"/>
                      </a:lnTo>
                      <a:lnTo>
                        <a:pt x="50" y="4"/>
                      </a:lnTo>
                      <a:lnTo>
                        <a:pt x="51" y="4"/>
                      </a:lnTo>
                      <a:lnTo>
                        <a:pt x="52" y="4"/>
                      </a:lnTo>
                      <a:lnTo>
                        <a:pt x="54" y="4"/>
                      </a:lnTo>
                      <a:lnTo>
                        <a:pt x="55" y="4"/>
                      </a:lnTo>
                      <a:lnTo>
                        <a:pt x="57" y="4"/>
                      </a:lnTo>
                      <a:lnTo>
                        <a:pt x="58" y="4"/>
                      </a:lnTo>
                      <a:lnTo>
                        <a:pt x="59" y="4"/>
                      </a:lnTo>
                      <a:lnTo>
                        <a:pt x="61" y="3"/>
                      </a:lnTo>
                      <a:lnTo>
                        <a:pt x="62" y="3"/>
                      </a:lnTo>
                      <a:lnTo>
                        <a:pt x="64" y="4"/>
                      </a:lnTo>
                      <a:lnTo>
                        <a:pt x="65" y="4"/>
                      </a:lnTo>
                      <a:lnTo>
                        <a:pt x="66" y="3"/>
                      </a:lnTo>
                      <a:lnTo>
                        <a:pt x="68" y="4"/>
                      </a:lnTo>
                      <a:lnTo>
                        <a:pt x="69" y="4"/>
                      </a:lnTo>
                      <a:lnTo>
                        <a:pt x="71" y="4"/>
                      </a:lnTo>
                      <a:lnTo>
                        <a:pt x="72" y="3"/>
                      </a:lnTo>
                      <a:lnTo>
                        <a:pt x="73" y="3"/>
                      </a:lnTo>
                      <a:lnTo>
                        <a:pt x="75" y="3"/>
                      </a:lnTo>
                      <a:lnTo>
                        <a:pt x="76" y="3"/>
                      </a:lnTo>
                      <a:lnTo>
                        <a:pt x="78" y="3"/>
                      </a:lnTo>
                      <a:lnTo>
                        <a:pt x="79" y="3"/>
                      </a:lnTo>
                      <a:lnTo>
                        <a:pt x="80" y="3"/>
                      </a:lnTo>
                      <a:lnTo>
                        <a:pt x="82" y="3"/>
                      </a:lnTo>
                      <a:lnTo>
                        <a:pt x="83" y="3"/>
                      </a:lnTo>
                      <a:lnTo>
                        <a:pt x="85" y="3"/>
                      </a:lnTo>
                      <a:lnTo>
                        <a:pt x="86" y="3"/>
                      </a:lnTo>
                      <a:lnTo>
                        <a:pt x="87" y="3"/>
                      </a:lnTo>
                      <a:lnTo>
                        <a:pt x="89" y="3"/>
                      </a:lnTo>
                      <a:lnTo>
                        <a:pt x="90" y="3"/>
                      </a:lnTo>
                      <a:lnTo>
                        <a:pt x="92" y="3"/>
                      </a:lnTo>
                      <a:lnTo>
                        <a:pt x="93" y="3"/>
                      </a:lnTo>
                      <a:lnTo>
                        <a:pt x="94" y="3"/>
                      </a:lnTo>
                      <a:lnTo>
                        <a:pt x="96" y="3"/>
                      </a:lnTo>
                      <a:lnTo>
                        <a:pt x="97" y="3"/>
                      </a:lnTo>
                      <a:lnTo>
                        <a:pt x="99" y="3"/>
                      </a:lnTo>
                      <a:lnTo>
                        <a:pt x="100" y="3"/>
                      </a:lnTo>
                      <a:lnTo>
                        <a:pt x="102" y="3"/>
                      </a:lnTo>
                      <a:lnTo>
                        <a:pt x="103" y="3"/>
                      </a:lnTo>
                      <a:lnTo>
                        <a:pt x="104" y="3"/>
                      </a:lnTo>
                      <a:lnTo>
                        <a:pt x="106" y="3"/>
                      </a:lnTo>
                      <a:lnTo>
                        <a:pt x="107" y="3"/>
                      </a:lnTo>
                      <a:lnTo>
                        <a:pt x="109" y="3"/>
                      </a:lnTo>
                      <a:lnTo>
                        <a:pt x="110" y="3"/>
                      </a:lnTo>
                      <a:lnTo>
                        <a:pt x="111" y="3"/>
                      </a:lnTo>
                      <a:lnTo>
                        <a:pt x="113" y="3"/>
                      </a:lnTo>
                      <a:lnTo>
                        <a:pt x="114" y="3"/>
                      </a:lnTo>
                      <a:lnTo>
                        <a:pt x="116" y="3"/>
                      </a:lnTo>
                      <a:lnTo>
                        <a:pt x="117" y="3"/>
                      </a:lnTo>
                      <a:lnTo>
                        <a:pt x="118" y="3"/>
                      </a:lnTo>
                      <a:lnTo>
                        <a:pt x="120" y="3"/>
                      </a:lnTo>
                      <a:lnTo>
                        <a:pt x="121" y="2"/>
                      </a:lnTo>
                      <a:lnTo>
                        <a:pt x="123" y="2"/>
                      </a:lnTo>
                      <a:lnTo>
                        <a:pt x="124" y="2"/>
                      </a:lnTo>
                      <a:lnTo>
                        <a:pt x="125" y="2"/>
                      </a:lnTo>
                      <a:lnTo>
                        <a:pt x="127" y="2"/>
                      </a:lnTo>
                      <a:lnTo>
                        <a:pt x="128" y="2"/>
                      </a:lnTo>
                      <a:lnTo>
                        <a:pt x="130" y="2"/>
                      </a:lnTo>
                      <a:lnTo>
                        <a:pt x="131" y="2"/>
                      </a:lnTo>
                      <a:lnTo>
                        <a:pt x="132" y="2"/>
                      </a:lnTo>
                      <a:lnTo>
                        <a:pt x="134" y="2"/>
                      </a:lnTo>
                      <a:lnTo>
                        <a:pt x="135" y="2"/>
                      </a:lnTo>
                      <a:lnTo>
                        <a:pt x="137" y="2"/>
                      </a:lnTo>
                      <a:lnTo>
                        <a:pt x="138" y="2"/>
                      </a:lnTo>
                      <a:lnTo>
                        <a:pt x="139" y="2"/>
                      </a:lnTo>
                      <a:lnTo>
                        <a:pt x="141" y="2"/>
                      </a:lnTo>
                      <a:lnTo>
                        <a:pt x="142" y="2"/>
                      </a:lnTo>
                      <a:lnTo>
                        <a:pt x="144" y="2"/>
                      </a:lnTo>
                      <a:lnTo>
                        <a:pt x="145" y="2"/>
                      </a:lnTo>
                      <a:lnTo>
                        <a:pt x="146" y="2"/>
                      </a:lnTo>
                      <a:lnTo>
                        <a:pt x="148" y="2"/>
                      </a:lnTo>
                      <a:lnTo>
                        <a:pt x="149" y="2"/>
                      </a:lnTo>
                      <a:lnTo>
                        <a:pt x="151" y="2"/>
                      </a:lnTo>
                      <a:lnTo>
                        <a:pt x="152" y="2"/>
                      </a:lnTo>
                      <a:lnTo>
                        <a:pt x="153" y="2"/>
                      </a:lnTo>
                      <a:lnTo>
                        <a:pt x="155" y="2"/>
                      </a:lnTo>
                      <a:lnTo>
                        <a:pt x="156" y="2"/>
                      </a:lnTo>
                      <a:lnTo>
                        <a:pt x="158" y="2"/>
                      </a:lnTo>
                      <a:lnTo>
                        <a:pt x="159" y="2"/>
                      </a:lnTo>
                      <a:lnTo>
                        <a:pt x="160" y="2"/>
                      </a:lnTo>
                      <a:lnTo>
                        <a:pt x="162" y="2"/>
                      </a:lnTo>
                      <a:lnTo>
                        <a:pt x="163" y="2"/>
                      </a:lnTo>
                      <a:lnTo>
                        <a:pt x="165" y="2"/>
                      </a:lnTo>
                      <a:lnTo>
                        <a:pt x="166" y="2"/>
                      </a:lnTo>
                      <a:lnTo>
                        <a:pt x="168" y="2"/>
                      </a:lnTo>
                      <a:lnTo>
                        <a:pt x="169" y="2"/>
                      </a:lnTo>
                      <a:lnTo>
                        <a:pt x="170" y="2"/>
                      </a:lnTo>
                      <a:lnTo>
                        <a:pt x="172" y="2"/>
                      </a:lnTo>
                      <a:lnTo>
                        <a:pt x="173" y="2"/>
                      </a:lnTo>
                      <a:lnTo>
                        <a:pt x="175" y="2"/>
                      </a:lnTo>
                      <a:lnTo>
                        <a:pt x="176" y="2"/>
                      </a:lnTo>
                      <a:lnTo>
                        <a:pt x="177" y="2"/>
                      </a:lnTo>
                      <a:lnTo>
                        <a:pt x="179" y="2"/>
                      </a:lnTo>
                      <a:lnTo>
                        <a:pt x="180" y="2"/>
                      </a:lnTo>
                      <a:lnTo>
                        <a:pt x="182" y="2"/>
                      </a:lnTo>
                      <a:lnTo>
                        <a:pt x="183" y="2"/>
                      </a:lnTo>
                      <a:lnTo>
                        <a:pt x="184" y="2"/>
                      </a:lnTo>
                      <a:lnTo>
                        <a:pt x="186" y="2"/>
                      </a:lnTo>
                      <a:lnTo>
                        <a:pt x="187" y="2"/>
                      </a:lnTo>
                      <a:lnTo>
                        <a:pt x="189" y="2"/>
                      </a:lnTo>
                      <a:lnTo>
                        <a:pt x="190" y="2"/>
                      </a:lnTo>
                      <a:lnTo>
                        <a:pt x="191" y="2"/>
                      </a:lnTo>
                      <a:lnTo>
                        <a:pt x="193" y="2"/>
                      </a:lnTo>
                      <a:lnTo>
                        <a:pt x="194" y="2"/>
                      </a:lnTo>
                      <a:lnTo>
                        <a:pt x="196" y="2"/>
                      </a:lnTo>
                      <a:lnTo>
                        <a:pt x="197" y="2"/>
                      </a:lnTo>
                      <a:lnTo>
                        <a:pt x="198" y="2"/>
                      </a:lnTo>
                      <a:lnTo>
                        <a:pt x="200" y="2"/>
                      </a:lnTo>
                      <a:lnTo>
                        <a:pt x="201" y="1"/>
                      </a:lnTo>
                      <a:lnTo>
                        <a:pt x="203" y="1"/>
                      </a:lnTo>
                      <a:lnTo>
                        <a:pt x="204" y="1"/>
                      </a:lnTo>
                      <a:lnTo>
                        <a:pt x="205" y="1"/>
                      </a:lnTo>
                      <a:lnTo>
                        <a:pt x="207" y="1"/>
                      </a:lnTo>
                      <a:lnTo>
                        <a:pt x="208" y="1"/>
                      </a:lnTo>
                      <a:lnTo>
                        <a:pt x="210" y="1"/>
                      </a:lnTo>
                      <a:lnTo>
                        <a:pt x="211" y="1"/>
                      </a:lnTo>
                      <a:lnTo>
                        <a:pt x="212" y="1"/>
                      </a:lnTo>
                      <a:lnTo>
                        <a:pt x="214" y="1"/>
                      </a:lnTo>
                      <a:lnTo>
                        <a:pt x="215" y="1"/>
                      </a:lnTo>
                      <a:lnTo>
                        <a:pt x="217" y="1"/>
                      </a:lnTo>
                      <a:lnTo>
                        <a:pt x="218" y="1"/>
                      </a:lnTo>
                      <a:lnTo>
                        <a:pt x="219" y="1"/>
                      </a:lnTo>
                      <a:lnTo>
                        <a:pt x="221" y="1"/>
                      </a:lnTo>
                      <a:lnTo>
                        <a:pt x="222" y="1"/>
                      </a:lnTo>
                      <a:lnTo>
                        <a:pt x="224" y="1"/>
                      </a:lnTo>
                      <a:lnTo>
                        <a:pt x="225" y="1"/>
                      </a:lnTo>
                      <a:lnTo>
                        <a:pt x="226" y="1"/>
                      </a:lnTo>
                      <a:lnTo>
                        <a:pt x="228" y="1"/>
                      </a:lnTo>
                      <a:lnTo>
                        <a:pt x="229" y="1"/>
                      </a:lnTo>
                      <a:lnTo>
                        <a:pt x="231" y="1"/>
                      </a:lnTo>
                      <a:lnTo>
                        <a:pt x="232" y="1"/>
                      </a:lnTo>
                      <a:lnTo>
                        <a:pt x="234" y="1"/>
                      </a:lnTo>
                      <a:lnTo>
                        <a:pt x="235" y="1"/>
                      </a:lnTo>
                      <a:lnTo>
                        <a:pt x="236" y="1"/>
                      </a:lnTo>
                      <a:lnTo>
                        <a:pt x="238" y="1"/>
                      </a:lnTo>
                      <a:lnTo>
                        <a:pt x="239" y="1"/>
                      </a:lnTo>
                      <a:lnTo>
                        <a:pt x="241" y="1"/>
                      </a:lnTo>
                    </a:path>
                  </a:pathLst>
                </a:custGeom>
                <a:noFill/>
                <a:ln cap="flat" cmpd="sng" w="25400">
                  <a:solidFill>
                    <a:srgbClr val="0000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grpSp>
          <p:grpSp>
            <p:nvGrpSpPr>
              <p:cNvPr id="555" name="Google Shape;555;p17"/>
              <p:cNvGrpSpPr/>
              <p:nvPr/>
            </p:nvGrpSpPr>
            <p:grpSpPr>
              <a:xfrm>
                <a:off x="6078695" y="1701750"/>
                <a:ext cx="5615972" cy="2913063"/>
                <a:chOff x="6078695" y="1695450"/>
                <a:chExt cx="5615972" cy="2913063"/>
              </a:xfrm>
            </p:grpSpPr>
            <p:cxnSp>
              <p:nvCxnSpPr>
                <p:cNvPr id="556" name="Google Shape;556;p17"/>
                <p:cNvCxnSpPr/>
                <p:nvPr/>
              </p:nvCxnSpPr>
              <p:spPr>
                <a:xfrm rot="10800000">
                  <a:off x="6618288" y="1811338"/>
                  <a:ext cx="0" cy="2471738"/>
                </a:xfrm>
                <a:prstGeom prst="straightConnector1">
                  <a:avLst/>
                </a:prstGeom>
                <a:noFill/>
                <a:ln cap="flat" cmpd="sng" w="9525">
                  <a:solidFill>
                    <a:srgbClr val="000000"/>
                  </a:solidFill>
                  <a:prstDash val="solid"/>
                  <a:round/>
                  <a:headEnd len="med" w="med" type="none"/>
                  <a:tailEnd len="med" w="med" type="none"/>
                </a:ln>
              </p:spPr>
            </p:cxnSp>
            <p:cxnSp>
              <p:nvCxnSpPr>
                <p:cNvPr id="557" name="Google Shape;557;p17"/>
                <p:cNvCxnSpPr/>
                <p:nvPr/>
              </p:nvCxnSpPr>
              <p:spPr>
                <a:xfrm rot="10800000">
                  <a:off x="6610350" y="428307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558" name="Google Shape;558;p17"/>
                <p:cNvCxnSpPr/>
                <p:nvPr/>
              </p:nvCxnSpPr>
              <p:spPr>
                <a:xfrm rot="10800000">
                  <a:off x="6610350" y="410686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559" name="Google Shape;559;p17"/>
                <p:cNvCxnSpPr/>
                <p:nvPr/>
              </p:nvCxnSpPr>
              <p:spPr>
                <a:xfrm rot="10800000">
                  <a:off x="6610350" y="3930650"/>
                  <a:ext cx="11112" cy="0"/>
                </a:xfrm>
                <a:prstGeom prst="straightConnector1">
                  <a:avLst/>
                </a:prstGeom>
                <a:noFill/>
                <a:ln cap="flat" cmpd="sng" w="9525">
                  <a:solidFill>
                    <a:srgbClr val="000000"/>
                  </a:solidFill>
                  <a:prstDash val="solid"/>
                  <a:round/>
                  <a:headEnd len="med" w="med" type="none"/>
                  <a:tailEnd len="med" w="med" type="none"/>
                </a:ln>
              </p:spPr>
            </p:cxnSp>
            <p:cxnSp>
              <p:nvCxnSpPr>
                <p:cNvPr id="560" name="Google Shape;560;p17"/>
                <p:cNvCxnSpPr/>
                <p:nvPr/>
              </p:nvCxnSpPr>
              <p:spPr>
                <a:xfrm rot="10800000">
                  <a:off x="6610350" y="375443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561" name="Google Shape;561;p17"/>
                <p:cNvCxnSpPr/>
                <p:nvPr/>
              </p:nvCxnSpPr>
              <p:spPr>
                <a:xfrm rot="10800000">
                  <a:off x="6610350" y="357663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562" name="Google Shape;562;p17"/>
                <p:cNvCxnSpPr/>
                <p:nvPr/>
              </p:nvCxnSpPr>
              <p:spPr>
                <a:xfrm rot="10800000">
                  <a:off x="6610350" y="340042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563" name="Google Shape;563;p17"/>
                <p:cNvCxnSpPr/>
                <p:nvPr/>
              </p:nvCxnSpPr>
              <p:spPr>
                <a:xfrm rot="10800000">
                  <a:off x="6610350" y="322421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564" name="Google Shape;564;p17"/>
                <p:cNvCxnSpPr/>
                <p:nvPr/>
              </p:nvCxnSpPr>
              <p:spPr>
                <a:xfrm rot="10800000">
                  <a:off x="6610350" y="304641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565" name="Google Shape;565;p17"/>
                <p:cNvCxnSpPr/>
                <p:nvPr/>
              </p:nvCxnSpPr>
              <p:spPr>
                <a:xfrm rot="10800000">
                  <a:off x="6610350" y="287178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566" name="Google Shape;566;p17"/>
                <p:cNvCxnSpPr/>
                <p:nvPr/>
              </p:nvCxnSpPr>
              <p:spPr>
                <a:xfrm rot="10800000">
                  <a:off x="6610350" y="269557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567" name="Google Shape;567;p17"/>
                <p:cNvCxnSpPr/>
                <p:nvPr/>
              </p:nvCxnSpPr>
              <p:spPr>
                <a:xfrm rot="10800000">
                  <a:off x="6610350" y="251936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568" name="Google Shape;568;p17"/>
                <p:cNvCxnSpPr/>
                <p:nvPr/>
              </p:nvCxnSpPr>
              <p:spPr>
                <a:xfrm rot="10800000">
                  <a:off x="6610350" y="234156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569" name="Google Shape;569;p17"/>
                <p:cNvCxnSpPr/>
                <p:nvPr/>
              </p:nvCxnSpPr>
              <p:spPr>
                <a:xfrm rot="10800000">
                  <a:off x="6610350" y="2165350"/>
                  <a:ext cx="11112" cy="0"/>
                </a:xfrm>
                <a:prstGeom prst="straightConnector1">
                  <a:avLst/>
                </a:prstGeom>
                <a:noFill/>
                <a:ln cap="flat" cmpd="sng" w="9525">
                  <a:solidFill>
                    <a:srgbClr val="000000"/>
                  </a:solidFill>
                  <a:prstDash val="solid"/>
                  <a:round/>
                  <a:headEnd len="med" w="med" type="none"/>
                  <a:tailEnd len="med" w="med" type="none"/>
                </a:ln>
              </p:spPr>
            </p:cxnSp>
            <p:cxnSp>
              <p:nvCxnSpPr>
                <p:cNvPr id="570" name="Google Shape;570;p17"/>
                <p:cNvCxnSpPr/>
                <p:nvPr/>
              </p:nvCxnSpPr>
              <p:spPr>
                <a:xfrm rot="10800000">
                  <a:off x="6610350" y="198913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571" name="Google Shape;571;p17"/>
                <p:cNvCxnSpPr/>
                <p:nvPr/>
              </p:nvCxnSpPr>
              <p:spPr>
                <a:xfrm rot="10800000">
                  <a:off x="6610350" y="181133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572" name="Google Shape;572;p17"/>
                <p:cNvCxnSpPr/>
                <p:nvPr/>
              </p:nvCxnSpPr>
              <p:spPr>
                <a:xfrm rot="10800000">
                  <a:off x="6597650" y="4283075"/>
                  <a:ext cx="30162" cy="0"/>
                </a:xfrm>
                <a:prstGeom prst="straightConnector1">
                  <a:avLst/>
                </a:prstGeom>
                <a:noFill/>
                <a:ln cap="flat" cmpd="sng" w="9525">
                  <a:solidFill>
                    <a:srgbClr val="000000"/>
                  </a:solidFill>
                  <a:prstDash val="solid"/>
                  <a:round/>
                  <a:headEnd len="med" w="med" type="none"/>
                  <a:tailEnd len="med" w="med" type="none"/>
                </a:ln>
              </p:spPr>
            </p:cxnSp>
            <p:cxnSp>
              <p:nvCxnSpPr>
                <p:cNvPr id="573" name="Google Shape;573;p17"/>
                <p:cNvCxnSpPr/>
                <p:nvPr/>
              </p:nvCxnSpPr>
              <p:spPr>
                <a:xfrm rot="10800000">
                  <a:off x="6597650" y="3930650"/>
                  <a:ext cx="30162" cy="0"/>
                </a:xfrm>
                <a:prstGeom prst="straightConnector1">
                  <a:avLst/>
                </a:prstGeom>
                <a:noFill/>
                <a:ln cap="flat" cmpd="sng" w="9525">
                  <a:solidFill>
                    <a:srgbClr val="000000"/>
                  </a:solidFill>
                  <a:prstDash val="solid"/>
                  <a:round/>
                  <a:headEnd len="med" w="med" type="none"/>
                  <a:tailEnd len="med" w="med" type="none"/>
                </a:ln>
              </p:spPr>
            </p:cxnSp>
            <p:cxnSp>
              <p:nvCxnSpPr>
                <p:cNvPr id="574" name="Google Shape;574;p17"/>
                <p:cNvCxnSpPr/>
                <p:nvPr/>
              </p:nvCxnSpPr>
              <p:spPr>
                <a:xfrm rot="10800000">
                  <a:off x="6597650" y="3576638"/>
                  <a:ext cx="30162" cy="0"/>
                </a:xfrm>
                <a:prstGeom prst="straightConnector1">
                  <a:avLst/>
                </a:prstGeom>
                <a:noFill/>
                <a:ln cap="flat" cmpd="sng" w="9525">
                  <a:solidFill>
                    <a:srgbClr val="000000"/>
                  </a:solidFill>
                  <a:prstDash val="solid"/>
                  <a:round/>
                  <a:headEnd len="med" w="med" type="none"/>
                  <a:tailEnd len="med" w="med" type="none"/>
                </a:ln>
              </p:spPr>
            </p:cxnSp>
            <p:cxnSp>
              <p:nvCxnSpPr>
                <p:cNvPr id="575" name="Google Shape;575;p17"/>
                <p:cNvCxnSpPr/>
                <p:nvPr/>
              </p:nvCxnSpPr>
              <p:spPr>
                <a:xfrm rot="10800000">
                  <a:off x="6597650" y="3224213"/>
                  <a:ext cx="30162" cy="0"/>
                </a:xfrm>
                <a:prstGeom prst="straightConnector1">
                  <a:avLst/>
                </a:prstGeom>
                <a:noFill/>
                <a:ln cap="flat" cmpd="sng" w="9525">
                  <a:solidFill>
                    <a:srgbClr val="000000"/>
                  </a:solidFill>
                  <a:prstDash val="solid"/>
                  <a:round/>
                  <a:headEnd len="med" w="med" type="none"/>
                  <a:tailEnd len="med" w="med" type="none"/>
                </a:ln>
              </p:spPr>
            </p:cxnSp>
            <p:cxnSp>
              <p:nvCxnSpPr>
                <p:cNvPr id="576" name="Google Shape;576;p17"/>
                <p:cNvCxnSpPr/>
                <p:nvPr/>
              </p:nvCxnSpPr>
              <p:spPr>
                <a:xfrm rot="10800000">
                  <a:off x="6597650" y="2871788"/>
                  <a:ext cx="30162" cy="0"/>
                </a:xfrm>
                <a:prstGeom prst="straightConnector1">
                  <a:avLst/>
                </a:prstGeom>
                <a:noFill/>
                <a:ln cap="flat" cmpd="sng" w="9525">
                  <a:solidFill>
                    <a:srgbClr val="000000"/>
                  </a:solidFill>
                  <a:prstDash val="solid"/>
                  <a:round/>
                  <a:headEnd len="med" w="med" type="none"/>
                  <a:tailEnd len="med" w="med" type="none"/>
                </a:ln>
              </p:spPr>
            </p:cxnSp>
            <p:cxnSp>
              <p:nvCxnSpPr>
                <p:cNvPr id="577" name="Google Shape;577;p17"/>
                <p:cNvCxnSpPr/>
                <p:nvPr/>
              </p:nvCxnSpPr>
              <p:spPr>
                <a:xfrm rot="10800000">
                  <a:off x="6597650" y="2519363"/>
                  <a:ext cx="30162" cy="0"/>
                </a:xfrm>
                <a:prstGeom prst="straightConnector1">
                  <a:avLst/>
                </a:prstGeom>
                <a:noFill/>
                <a:ln cap="flat" cmpd="sng" w="9525">
                  <a:solidFill>
                    <a:srgbClr val="000000"/>
                  </a:solidFill>
                  <a:prstDash val="solid"/>
                  <a:round/>
                  <a:headEnd len="med" w="med" type="none"/>
                  <a:tailEnd len="med" w="med" type="none"/>
                </a:ln>
              </p:spPr>
            </p:cxnSp>
            <p:cxnSp>
              <p:nvCxnSpPr>
                <p:cNvPr id="578" name="Google Shape;578;p17"/>
                <p:cNvCxnSpPr/>
                <p:nvPr/>
              </p:nvCxnSpPr>
              <p:spPr>
                <a:xfrm rot="10800000">
                  <a:off x="6597650" y="2165350"/>
                  <a:ext cx="30162" cy="0"/>
                </a:xfrm>
                <a:prstGeom prst="straightConnector1">
                  <a:avLst/>
                </a:prstGeom>
                <a:noFill/>
                <a:ln cap="flat" cmpd="sng" w="9525">
                  <a:solidFill>
                    <a:srgbClr val="000000"/>
                  </a:solidFill>
                  <a:prstDash val="solid"/>
                  <a:round/>
                  <a:headEnd len="med" w="med" type="none"/>
                  <a:tailEnd len="med" w="med" type="none"/>
                </a:ln>
              </p:spPr>
            </p:cxnSp>
            <p:cxnSp>
              <p:nvCxnSpPr>
                <p:cNvPr id="579" name="Google Shape;579;p17"/>
                <p:cNvCxnSpPr/>
                <p:nvPr/>
              </p:nvCxnSpPr>
              <p:spPr>
                <a:xfrm rot="10800000">
                  <a:off x="6597650" y="1811338"/>
                  <a:ext cx="30162" cy="0"/>
                </a:xfrm>
                <a:prstGeom prst="straightConnector1">
                  <a:avLst/>
                </a:prstGeom>
                <a:noFill/>
                <a:ln cap="flat" cmpd="sng" w="9525">
                  <a:solidFill>
                    <a:srgbClr val="000000"/>
                  </a:solidFill>
                  <a:prstDash val="solid"/>
                  <a:round/>
                  <a:headEnd len="med" w="med" type="none"/>
                  <a:tailEnd len="med" w="med" type="none"/>
                </a:ln>
              </p:spPr>
            </p:cxnSp>
            <p:sp>
              <p:nvSpPr>
                <p:cNvPr id="580" name="Google Shape;580;p17"/>
                <p:cNvSpPr/>
                <p:nvPr/>
              </p:nvSpPr>
              <p:spPr>
                <a:xfrm>
                  <a:off x="6297041" y="4219512"/>
                  <a:ext cx="254878"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-500</a:t>
                  </a:r>
                  <a:endParaRPr b="0" i="0" sz="1000" u="none" cap="none" strike="noStrike">
                    <a:solidFill>
                      <a:schemeClr val="dk1"/>
                    </a:solidFill>
                    <a:latin typeface="Arial"/>
                    <a:ea typeface="Arial"/>
                    <a:cs typeface="Arial"/>
                    <a:sym typeface="Arial"/>
                  </a:endParaRPr>
                </a:p>
              </p:txBody>
            </p:sp>
            <p:sp>
              <p:nvSpPr>
                <p:cNvPr id="581" name="Google Shape;581;p17"/>
                <p:cNvSpPr/>
                <p:nvPr/>
              </p:nvSpPr>
              <p:spPr>
                <a:xfrm>
                  <a:off x="6362129" y="3867087"/>
                  <a:ext cx="70532"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a:t>
                  </a:r>
                  <a:endParaRPr b="0" i="0" sz="1000" u="none" cap="none" strike="noStrike">
                    <a:solidFill>
                      <a:schemeClr val="dk1"/>
                    </a:solidFill>
                    <a:latin typeface="Arial"/>
                    <a:ea typeface="Arial"/>
                    <a:cs typeface="Arial"/>
                    <a:sym typeface="Arial"/>
                  </a:endParaRPr>
                </a:p>
              </p:txBody>
            </p:sp>
            <p:sp>
              <p:nvSpPr>
                <p:cNvPr id="582" name="Google Shape;582;p17"/>
                <p:cNvSpPr/>
                <p:nvPr/>
              </p:nvSpPr>
              <p:spPr>
                <a:xfrm>
                  <a:off x="6309741" y="3513074"/>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500</a:t>
                  </a:r>
                  <a:endParaRPr b="0" i="0" sz="1000" u="none" cap="none" strike="noStrike">
                    <a:solidFill>
                      <a:schemeClr val="dk1"/>
                    </a:solidFill>
                    <a:latin typeface="Arial"/>
                    <a:ea typeface="Arial"/>
                    <a:cs typeface="Arial"/>
                    <a:sym typeface="Arial"/>
                  </a:endParaRPr>
                </a:p>
              </p:txBody>
            </p:sp>
            <p:sp>
              <p:nvSpPr>
                <p:cNvPr id="583" name="Google Shape;583;p17"/>
                <p:cNvSpPr/>
                <p:nvPr/>
              </p:nvSpPr>
              <p:spPr>
                <a:xfrm>
                  <a:off x="6285929" y="3162237"/>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1000</a:t>
                  </a:r>
                  <a:endParaRPr b="0" i="0" sz="1000" u="none" cap="none" strike="noStrike">
                    <a:solidFill>
                      <a:schemeClr val="dk1"/>
                    </a:solidFill>
                    <a:latin typeface="Arial"/>
                    <a:ea typeface="Arial"/>
                    <a:cs typeface="Arial"/>
                    <a:sym typeface="Arial"/>
                  </a:endParaRPr>
                </a:p>
              </p:txBody>
            </p:sp>
            <p:sp>
              <p:nvSpPr>
                <p:cNvPr id="584" name="Google Shape;584;p17"/>
                <p:cNvSpPr/>
                <p:nvPr/>
              </p:nvSpPr>
              <p:spPr>
                <a:xfrm>
                  <a:off x="6285929" y="2808224"/>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1500</a:t>
                  </a:r>
                  <a:endParaRPr b="0" i="0" sz="1000" u="none" cap="none" strike="noStrike">
                    <a:solidFill>
                      <a:schemeClr val="dk1"/>
                    </a:solidFill>
                    <a:latin typeface="Arial"/>
                    <a:ea typeface="Arial"/>
                    <a:cs typeface="Arial"/>
                    <a:sym typeface="Arial"/>
                  </a:endParaRPr>
                </a:p>
              </p:txBody>
            </p:sp>
            <p:sp>
              <p:nvSpPr>
                <p:cNvPr id="585" name="Google Shape;585;p17"/>
                <p:cNvSpPr/>
                <p:nvPr/>
              </p:nvSpPr>
              <p:spPr>
                <a:xfrm>
                  <a:off x="6285929" y="2455799"/>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2000</a:t>
                  </a:r>
                  <a:endParaRPr b="0" i="0" sz="1000" u="none" cap="none" strike="noStrike">
                    <a:solidFill>
                      <a:schemeClr val="dk1"/>
                    </a:solidFill>
                    <a:latin typeface="Arial"/>
                    <a:ea typeface="Arial"/>
                    <a:cs typeface="Arial"/>
                    <a:sym typeface="Arial"/>
                  </a:endParaRPr>
                </a:p>
              </p:txBody>
            </p:sp>
            <p:sp>
              <p:nvSpPr>
                <p:cNvPr id="586" name="Google Shape;586;p17"/>
                <p:cNvSpPr/>
                <p:nvPr/>
              </p:nvSpPr>
              <p:spPr>
                <a:xfrm>
                  <a:off x="6285929" y="2101787"/>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2500</a:t>
                  </a:r>
                  <a:endParaRPr b="0" i="0" sz="1000" u="none" cap="none" strike="noStrike">
                    <a:solidFill>
                      <a:schemeClr val="dk1"/>
                    </a:solidFill>
                    <a:latin typeface="Arial"/>
                    <a:ea typeface="Arial"/>
                    <a:cs typeface="Arial"/>
                    <a:sym typeface="Arial"/>
                  </a:endParaRPr>
                </a:p>
              </p:txBody>
            </p:sp>
            <p:sp>
              <p:nvSpPr>
                <p:cNvPr id="587" name="Google Shape;587;p17"/>
                <p:cNvSpPr/>
                <p:nvPr/>
              </p:nvSpPr>
              <p:spPr>
                <a:xfrm>
                  <a:off x="6285929" y="1747774"/>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3000</a:t>
                  </a:r>
                  <a:endParaRPr b="0" i="0" sz="1000" u="none" cap="none" strike="noStrike">
                    <a:solidFill>
                      <a:schemeClr val="dk1"/>
                    </a:solidFill>
                    <a:latin typeface="Arial"/>
                    <a:ea typeface="Arial"/>
                    <a:cs typeface="Arial"/>
                    <a:sym typeface="Arial"/>
                  </a:endParaRPr>
                </a:p>
              </p:txBody>
            </p:sp>
            <p:cxnSp>
              <p:nvCxnSpPr>
                <p:cNvPr id="588" name="Google Shape;588;p17"/>
                <p:cNvCxnSpPr/>
                <p:nvPr/>
              </p:nvCxnSpPr>
              <p:spPr>
                <a:xfrm>
                  <a:off x="6618288" y="4283075"/>
                  <a:ext cx="4841875" cy="0"/>
                </a:xfrm>
                <a:prstGeom prst="straightConnector1">
                  <a:avLst/>
                </a:prstGeom>
                <a:noFill/>
                <a:ln cap="flat" cmpd="sng" w="9525">
                  <a:solidFill>
                    <a:srgbClr val="000000"/>
                  </a:solidFill>
                  <a:prstDash val="solid"/>
                  <a:round/>
                  <a:headEnd len="med" w="med" type="none"/>
                  <a:tailEnd len="med" w="med" type="none"/>
                </a:ln>
              </p:spPr>
            </p:cxnSp>
            <p:cxnSp>
              <p:nvCxnSpPr>
                <p:cNvPr id="589" name="Google Shape;589;p17"/>
                <p:cNvCxnSpPr/>
                <p:nvPr/>
              </p:nvCxnSpPr>
              <p:spPr>
                <a:xfrm>
                  <a:off x="6618288"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90" name="Google Shape;590;p17"/>
                <p:cNvCxnSpPr/>
                <p:nvPr/>
              </p:nvCxnSpPr>
              <p:spPr>
                <a:xfrm>
                  <a:off x="6964363"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91" name="Google Shape;591;p17"/>
                <p:cNvCxnSpPr/>
                <p:nvPr/>
              </p:nvCxnSpPr>
              <p:spPr>
                <a:xfrm>
                  <a:off x="7310438"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92" name="Google Shape;592;p17"/>
                <p:cNvCxnSpPr/>
                <p:nvPr/>
              </p:nvCxnSpPr>
              <p:spPr>
                <a:xfrm>
                  <a:off x="7654925"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93" name="Google Shape;593;p17"/>
                <p:cNvCxnSpPr/>
                <p:nvPr/>
              </p:nvCxnSpPr>
              <p:spPr>
                <a:xfrm>
                  <a:off x="8001000"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94" name="Google Shape;594;p17"/>
                <p:cNvCxnSpPr/>
                <p:nvPr/>
              </p:nvCxnSpPr>
              <p:spPr>
                <a:xfrm>
                  <a:off x="8347075"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95" name="Google Shape;595;p17"/>
                <p:cNvCxnSpPr/>
                <p:nvPr/>
              </p:nvCxnSpPr>
              <p:spPr>
                <a:xfrm>
                  <a:off x="8693150"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96" name="Google Shape;596;p17"/>
                <p:cNvCxnSpPr/>
                <p:nvPr/>
              </p:nvCxnSpPr>
              <p:spPr>
                <a:xfrm>
                  <a:off x="9037638"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97" name="Google Shape;597;p17"/>
                <p:cNvCxnSpPr/>
                <p:nvPr/>
              </p:nvCxnSpPr>
              <p:spPr>
                <a:xfrm>
                  <a:off x="9383713"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98" name="Google Shape;598;p17"/>
                <p:cNvCxnSpPr/>
                <p:nvPr/>
              </p:nvCxnSpPr>
              <p:spPr>
                <a:xfrm>
                  <a:off x="9729788"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599" name="Google Shape;599;p17"/>
                <p:cNvCxnSpPr/>
                <p:nvPr/>
              </p:nvCxnSpPr>
              <p:spPr>
                <a:xfrm>
                  <a:off x="10075863"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600" name="Google Shape;600;p17"/>
                <p:cNvCxnSpPr/>
                <p:nvPr/>
              </p:nvCxnSpPr>
              <p:spPr>
                <a:xfrm>
                  <a:off x="10420350"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601" name="Google Shape;601;p17"/>
                <p:cNvCxnSpPr/>
                <p:nvPr/>
              </p:nvCxnSpPr>
              <p:spPr>
                <a:xfrm>
                  <a:off x="10766425"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602" name="Google Shape;602;p17"/>
                <p:cNvCxnSpPr/>
                <p:nvPr/>
              </p:nvCxnSpPr>
              <p:spPr>
                <a:xfrm>
                  <a:off x="11112500"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603" name="Google Shape;603;p17"/>
                <p:cNvCxnSpPr/>
                <p:nvPr/>
              </p:nvCxnSpPr>
              <p:spPr>
                <a:xfrm>
                  <a:off x="11460163" y="4279900"/>
                  <a:ext cx="0" cy="11113"/>
                </a:xfrm>
                <a:prstGeom prst="straightConnector1">
                  <a:avLst/>
                </a:prstGeom>
                <a:noFill/>
                <a:ln cap="flat" cmpd="sng" w="9525">
                  <a:solidFill>
                    <a:srgbClr val="000000"/>
                  </a:solidFill>
                  <a:prstDash val="solid"/>
                  <a:round/>
                  <a:headEnd len="med" w="med" type="none"/>
                  <a:tailEnd len="med" w="med" type="none"/>
                </a:ln>
              </p:spPr>
            </p:cxnSp>
            <p:cxnSp>
              <p:nvCxnSpPr>
                <p:cNvPr id="604" name="Google Shape;604;p17"/>
                <p:cNvCxnSpPr/>
                <p:nvPr/>
              </p:nvCxnSpPr>
              <p:spPr>
                <a:xfrm>
                  <a:off x="6618288" y="427355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605" name="Google Shape;605;p17"/>
                <p:cNvCxnSpPr/>
                <p:nvPr/>
              </p:nvCxnSpPr>
              <p:spPr>
                <a:xfrm>
                  <a:off x="7310438" y="427355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606" name="Google Shape;606;p17"/>
                <p:cNvCxnSpPr/>
                <p:nvPr/>
              </p:nvCxnSpPr>
              <p:spPr>
                <a:xfrm>
                  <a:off x="8001000" y="427355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607" name="Google Shape;607;p17"/>
                <p:cNvCxnSpPr/>
                <p:nvPr/>
              </p:nvCxnSpPr>
              <p:spPr>
                <a:xfrm>
                  <a:off x="8693150" y="427355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608" name="Google Shape;608;p17"/>
                <p:cNvCxnSpPr/>
                <p:nvPr/>
              </p:nvCxnSpPr>
              <p:spPr>
                <a:xfrm>
                  <a:off x="9383713" y="427355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609" name="Google Shape;609;p17"/>
                <p:cNvCxnSpPr/>
                <p:nvPr/>
              </p:nvCxnSpPr>
              <p:spPr>
                <a:xfrm>
                  <a:off x="10075863" y="427355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610" name="Google Shape;610;p17"/>
                <p:cNvCxnSpPr/>
                <p:nvPr/>
              </p:nvCxnSpPr>
              <p:spPr>
                <a:xfrm>
                  <a:off x="10766425" y="4273550"/>
                  <a:ext cx="0" cy="30163"/>
                </a:xfrm>
                <a:prstGeom prst="straightConnector1">
                  <a:avLst/>
                </a:prstGeom>
                <a:noFill/>
                <a:ln cap="flat" cmpd="sng" w="9525">
                  <a:solidFill>
                    <a:srgbClr val="000000"/>
                  </a:solidFill>
                  <a:prstDash val="solid"/>
                  <a:round/>
                  <a:headEnd len="med" w="med" type="none"/>
                  <a:tailEnd len="med" w="med" type="none"/>
                </a:ln>
              </p:spPr>
            </p:cxnSp>
            <p:cxnSp>
              <p:nvCxnSpPr>
                <p:cNvPr id="611" name="Google Shape;611;p17"/>
                <p:cNvCxnSpPr/>
                <p:nvPr/>
              </p:nvCxnSpPr>
              <p:spPr>
                <a:xfrm>
                  <a:off x="11460163" y="4273550"/>
                  <a:ext cx="0" cy="30163"/>
                </a:xfrm>
                <a:prstGeom prst="straightConnector1">
                  <a:avLst/>
                </a:prstGeom>
                <a:noFill/>
                <a:ln cap="flat" cmpd="sng" w="9525">
                  <a:solidFill>
                    <a:srgbClr val="000000"/>
                  </a:solidFill>
                  <a:prstDash val="solid"/>
                  <a:round/>
                  <a:headEnd len="med" w="med" type="none"/>
                  <a:tailEnd len="med" w="med" type="none"/>
                </a:ln>
              </p:spPr>
            </p:cxnSp>
            <p:sp>
              <p:nvSpPr>
                <p:cNvPr id="612" name="Google Shape;612;p17"/>
                <p:cNvSpPr/>
                <p:nvPr/>
              </p:nvSpPr>
              <p:spPr>
                <a:xfrm>
                  <a:off x="6575425" y="4318000"/>
                  <a:ext cx="254878"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613" name="Google Shape;613;p17"/>
                <p:cNvSpPr/>
                <p:nvPr/>
              </p:nvSpPr>
              <p:spPr>
                <a:xfrm>
                  <a:off x="7297738" y="4318000"/>
                  <a:ext cx="70532"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a:t>
                  </a:r>
                  <a:endParaRPr b="0" i="0" sz="1000" u="none" cap="none" strike="noStrike">
                    <a:solidFill>
                      <a:schemeClr val="dk1"/>
                    </a:solidFill>
                    <a:latin typeface="Arial"/>
                    <a:ea typeface="Arial"/>
                    <a:cs typeface="Arial"/>
                    <a:sym typeface="Arial"/>
                  </a:endParaRPr>
                </a:p>
              </p:txBody>
            </p:sp>
            <p:sp>
              <p:nvSpPr>
                <p:cNvPr id="614" name="Google Shape;614;p17"/>
                <p:cNvSpPr/>
                <p:nvPr/>
              </p:nvSpPr>
              <p:spPr>
                <a:xfrm>
                  <a:off x="7966075" y="4318000"/>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615" name="Google Shape;615;p17"/>
                <p:cNvSpPr/>
                <p:nvPr/>
              </p:nvSpPr>
              <p:spPr>
                <a:xfrm>
                  <a:off x="8656638" y="4318000"/>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400</a:t>
                  </a:r>
                  <a:endParaRPr b="0" i="0" sz="1000" u="none" cap="none" strike="noStrike">
                    <a:solidFill>
                      <a:schemeClr val="dk1"/>
                    </a:solidFill>
                    <a:latin typeface="Arial"/>
                    <a:ea typeface="Arial"/>
                    <a:cs typeface="Arial"/>
                    <a:sym typeface="Arial"/>
                  </a:endParaRPr>
                </a:p>
              </p:txBody>
            </p:sp>
            <p:sp>
              <p:nvSpPr>
                <p:cNvPr id="616" name="Google Shape;616;p17"/>
                <p:cNvSpPr/>
                <p:nvPr/>
              </p:nvSpPr>
              <p:spPr>
                <a:xfrm>
                  <a:off x="9348788" y="4318000"/>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600</a:t>
                  </a:r>
                  <a:endParaRPr b="0" i="0" sz="1000" u="none" cap="none" strike="noStrike">
                    <a:solidFill>
                      <a:schemeClr val="dk1"/>
                    </a:solidFill>
                    <a:latin typeface="Arial"/>
                    <a:ea typeface="Arial"/>
                    <a:cs typeface="Arial"/>
                    <a:sym typeface="Arial"/>
                  </a:endParaRPr>
                </a:p>
              </p:txBody>
            </p:sp>
            <p:sp>
              <p:nvSpPr>
                <p:cNvPr id="617" name="Google Shape;617;p17"/>
                <p:cNvSpPr/>
                <p:nvPr/>
              </p:nvSpPr>
              <p:spPr>
                <a:xfrm>
                  <a:off x="10039350" y="4318000"/>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800</a:t>
                  </a:r>
                  <a:endParaRPr b="0" i="0" sz="1000" u="none" cap="none" strike="noStrike">
                    <a:solidFill>
                      <a:schemeClr val="dk1"/>
                    </a:solidFill>
                    <a:latin typeface="Arial"/>
                    <a:ea typeface="Arial"/>
                    <a:cs typeface="Arial"/>
                    <a:sym typeface="Arial"/>
                  </a:endParaRPr>
                </a:p>
              </p:txBody>
            </p:sp>
            <p:sp>
              <p:nvSpPr>
                <p:cNvPr id="618" name="Google Shape;618;p17"/>
                <p:cNvSpPr/>
                <p:nvPr/>
              </p:nvSpPr>
              <p:spPr>
                <a:xfrm>
                  <a:off x="10718800" y="4318000"/>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1000</a:t>
                  </a:r>
                  <a:endParaRPr b="0" i="0" sz="1000" u="none" cap="none" strike="noStrike">
                    <a:solidFill>
                      <a:schemeClr val="dk1"/>
                    </a:solidFill>
                    <a:latin typeface="Arial"/>
                    <a:ea typeface="Arial"/>
                    <a:cs typeface="Arial"/>
                    <a:sym typeface="Arial"/>
                  </a:endParaRPr>
                </a:p>
              </p:txBody>
            </p:sp>
            <p:sp>
              <p:nvSpPr>
                <p:cNvPr id="619" name="Google Shape;619;p17"/>
                <p:cNvSpPr/>
                <p:nvPr/>
              </p:nvSpPr>
              <p:spPr>
                <a:xfrm>
                  <a:off x="11412538" y="4318000"/>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1200</a:t>
                  </a:r>
                  <a:endParaRPr b="0" i="0" sz="1000" u="none" cap="none" strike="noStrike">
                    <a:solidFill>
                      <a:schemeClr val="dk1"/>
                    </a:solidFill>
                    <a:latin typeface="Arial"/>
                    <a:ea typeface="Arial"/>
                    <a:cs typeface="Arial"/>
                    <a:sym typeface="Arial"/>
                  </a:endParaRPr>
                </a:p>
              </p:txBody>
            </p:sp>
            <p:sp>
              <p:nvSpPr>
                <p:cNvPr id="620" name="Google Shape;620;p17"/>
                <p:cNvSpPr/>
                <p:nvPr/>
              </p:nvSpPr>
              <p:spPr>
                <a:xfrm>
                  <a:off x="8355013" y="1695450"/>
                  <a:ext cx="1881925" cy="24622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Histone H4  200 nM</a:t>
                  </a:r>
                  <a:endParaRPr b="0" i="0" sz="1600" u="none" cap="none" strike="noStrike">
                    <a:solidFill>
                      <a:schemeClr val="dk1"/>
                    </a:solidFill>
                    <a:latin typeface="Arial"/>
                    <a:ea typeface="Arial"/>
                    <a:cs typeface="Arial"/>
                    <a:sym typeface="Arial"/>
                  </a:endParaRPr>
                </a:p>
              </p:txBody>
            </p:sp>
            <p:sp>
              <p:nvSpPr>
                <p:cNvPr id="621" name="Google Shape;621;p17"/>
                <p:cNvSpPr/>
                <p:nvPr/>
              </p:nvSpPr>
              <p:spPr>
                <a:xfrm rot="-5400000">
                  <a:off x="5696379" y="2885167"/>
                  <a:ext cx="918521"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Response (RU)</a:t>
                  </a:r>
                  <a:endParaRPr b="0" i="0" sz="1000" u="none" cap="none" strike="noStrike">
                    <a:solidFill>
                      <a:schemeClr val="dk1"/>
                    </a:solidFill>
                    <a:latin typeface="Arial"/>
                    <a:ea typeface="Arial"/>
                    <a:cs typeface="Arial"/>
                    <a:sym typeface="Arial"/>
                  </a:endParaRPr>
                </a:p>
              </p:txBody>
            </p:sp>
            <p:sp>
              <p:nvSpPr>
                <p:cNvPr id="622" name="Google Shape;622;p17"/>
                <p:cNvSpPr/>
                <p:nvPr/>
              </p:nvSpPr>
              <p:spPr>
                <a:xfrm>
                  <a:off x="8774465" y="4454625"/>
                  <a:ext cx="49051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Time (s)</a:t>
                  </a:r>
                  <a:endParaRPr b="0" i="0" sz="1000" u="none" cap="none" strike="noStrike">
                    <a:solidFill>
                      <a:schemeClr val="dk1"/>
                    </a:solidFill>
                    <a:latin typeface="Arial"/>
                    <a:ea typeface="Arial"/>
                    <a:cs typeface="Arial"/>
                    <a:sym typeface="Arial"/>
                  </a:endParaRPr>
                </a:p>
              </p:txBody>
            </p:sp>
            <p:sp>
              <p:nvSpPr>
                <p:cNvPr id="623" name="Google Shape;623;p17"/>
                <p:cNvSpPr/>
                <p:nvPr/>
              </p:nvSpPr>
              <p:spPr>
                <a:xfrm flipH="1" rot="10800000">
                  <a:off x="7105650" y="2432050"/>
                  <a:ext cx="3192462" cy="1501775"/>
                </a:xfrm>
                <a:custGeom>
                  <a:rect b="b" l="l" r="r" t="t"/>
                  <a:pathLst>
                    <a:path extrusionOk="0" h="1015" w="2161">
                      <a:moveTo>
                        <a:pt x="0" y="0"/>
                      </a:moveTo>
                      <a:lnTo>
                        <a:pt x="1" y="0"/>
                      </a:lnTo>
                      <a:lnTo>
                        <a:pt x="3" y="0"/>
                      </a:lnTo>
                      <a:lnTo>
                        <a:pt x="4" y="0"/>
                      </a:lnTo>
                      <a:lnTo>
                        <a:pt x="6" y="0"/>
                      </a:lnTo>
                      <a:lnTo>
                        <a:pt x="7" y="0"/>
                      </a:lnTo>
                      <a:lnTo>
                        <a:pt x="8" y="0"/>
                      </a:lnTo>
                      <a:lnTo>
                        <a:pt x="10" y="0"/>
                      </a:lnTo>
                      <a:lnTo>
                        <a:pt x="11" y="0"/>
                      </a:lnTo>
                      <a:lnTo>
                        <a:pt x="13" y="0"/>
                      </a:lnTo>
                      <a:lnTo>
                        <a:pt x="14" y="0"/>
                      </a:lnTo>
                      <a:lnTo>
                        <a:pt x="15" y="0"/>
                      </a:lnTo>
                      <a:lnTo>
                        <a:pt x="17" y="0"/>
                      </a:lnTo>
                      <a:lnTo>
                        <a:pt x="18" y="0"/>
                      </a:lnTo>
                      <a:lnTo>
                        <a:pt x="20" y="0"/>
                      </a:lnTo>
                      <a:lnTo>
                        <a:pt x="21" y="0"/>
                      </a:lnTo>
                      <a:lnTo>
                        <a:pt x="22" y="0"/>
                      </a:lnTo>
                      <a:lnTo>
                        <a:pt x="24" y="1"/>
                      </a:lnTo>
                      <a:lnTo>
                        <a:pt x="25" y="1"/>
                      </a:lnTo>
                      <a:lnTo>
                        <a:pt x="27" y="1"/>
                      </a:lnTo>
                      <a:lnTo>
                        <a:pt x="28" y="1"/>
                      </a:lnTo>
                      <a:lnTo>
                        <a:pt x="30" y="1"/>
                      </a:lnTo>
                      <a:lnTo>
                        <a:pt x="31" y="1"/>
                      </a:lnTo>
                      <a:lnTo>
                        <a:pt x="32" y="1"/>
                      </a:lnTo>
                      <a:lnTo>
                        <a:pt x="34" y="1"/>
                      </a:lnTo>
                      <a:lnTo>
                        <a:pt x="35" y="1"/>
                      </a:lnTo>
                      <a:lnTo>
                        <a:pt x="37" y="1"/>
                      </a:lnTo>
                      <a:lnTo>
                        <a:pt x="38" y="1"/>
                      </a:lnTo>
                      <a:lnTo>
                        <a:pt x="39" y="1"/>
                      </a:lnTo>
                      <a:lnTo>
                        <a:pt x="41" y="1"/>
                      </a:lnTo>
                      <a:lnTo>
                        <a:pt x="42" y="1"/>
                      </a:lnTo>
                      <a:lnTo>
                        <a:pt x="44" y="1"/>
                      </a:lnTo>
                      <a:lnTo>
                        <a:pt x="45" y="1"/>
                      </a:lnTo>
                      <a:lnTo>
                        <a:pt x="46" y="1"/>
                      </a:lnTo>
                      <a:lnTo>
                        <a:pt x="48" y="1"/>
                      </a:lnTo>
                      <a:lnTo>
                        <a:pt x="49" y="1"/>
                      </a:lnTo>
                      <a:lnTo>
                        <a:pt x="51" y="1"/>
                      </a:lnTo>
                      <a:lnTo>
                        <a:pt x="52" y="1"/>
                      </a:lnTo>
                      <a:lnTo>
                        <a:pt x="53" y="1"/>
                      </a:lnTo>
                      <a:lnTo>
                        <a:pt x="55" y="1"/>
                      </a:lnTo>
                      <a:lnTo>
                        <a:pt x="56" y="1"/>
                      </a:lnTo>
                      <a:lnTo>
                        <a:pt x="58" y="1"/>
                      </a:lnTo>
                      <a:lnTo>
                        <a:pt x="59" y="1"/>
                      </a:lnTo>
                      <a:lnTo>
                        <a:pt x="60" y="1"/>
                      </a:lnTo>
                      <a:lnTo>
                        <a:pt x="62" y="1"/>
                      </a:lnTo>
                      <a:lnTo>
                        <a:pt x="63" y="1"/>
                      </a:lnTo>
                      <a:lnTo>
                        <a:pt x="65" y="1"/>
                      </a:lnTo>
                      <a:lnTo>
                        <a:pt x="66" y="1"/>
                      </a:lnTo>
                      <a:lnTo>
                        <a:pt x="67" y="1"/>
                      </a:lnTo>
                      <a:lnTo>
                        <a:pt x="69" y="1"/>
                      </a:lnTo>
                      <a:lnTo>
                        <a:pt x="70" y="1"/>
                      </a:lnTo>
                      <a:lnTo>
                        <a:pt x="72" y="1"/>
                      </a:lnTo>
                      <a:lnTo>
                        <a:pt x="73" y="1"/>
                      </a:lnTo>
                      <a:lnTo>
                        <a:pt x="74" y="1"/>
                      </a:lnTo>
                      <a:lnTo>
                        <a:pt x="76" y="1"/>
                      </a:lnTo>
                      <a:lnTo>
                        <a:pt x="77" y="1"/>
                      </a:lnTo>
                      <a:lnTo>
                        <a:pt x="79" y="1"/>
                      </a:lnTo>
                      <a:lnTo>
                        <a:pt x="80" y="1"/>
                      </a:lnTo>
                      <a:lnTo>
                        <a:pt x="81" y="1"/>
                      </a:lnTo>
                      <a:lnTo>
                        <a:pt x="83" y="1"/>
                      </a:lnTo>
                      <a:lnTo>
                        <a:pt x="84" y="1"/>
                      </a:lnTo>
                      <a:lnTo>
                        <a:pt x="86" y="1"/>
                      </a:lnTo>
                      <a:lnTo>
                        <a:pt x="87" y="1"/>
                      </a:lnTo>
                      <a:lnTo>
                        <a:pt x="88" y="1"/>
                      </a:lnTo>
                      <a:lnTo>
                        <a:pt x="90" y="1"/>
                      </a:lnTo>
                      <a:lnTo>
                        <a:pt x="91" y="1"/>
                      </a:lnTo>
                      <a:lnTo>
                        <a:pt x="93" y="1"/>
                      </a:lnTo>
                      <a:lnTo>
                        <a:pt x="94" y="1"/>
                      </a:lnTo>
                      <a:lnTo>
                        <a:pt x="96" y="1"/>
                      </a:lnTo>
                      <a:lnTo>
                        <a:pt x="97" y="1"/>
                      </a:lnTo>
                      <a:lnTo>
                        <a:pt x="98" y="2"/>
                      </a:lnTo>
                      <a:lnTo>
                        <a:pt x="100" y="2"/>
                      </a:lnTo>
                      <a:lnTo>
                        <a:pt x="101" y="2"/>
                      </a:lnTo>
                      <a:lnTo>
                        <a:pt x="103" y="2"/>
                      </a:lnTo>
                      <a:lnTo>
                        <a:pt x="104" y="2"/>
                      </a:lnTo>
                      <a:lnTo>
                        <a:pt x="105" y="2"/>
                      </a:lnTo>
                      <a:lnTo>
                        <a:pt x="107" y="2"/>
                      </a:lnTo>
                      <a:lnTo>
                        <a:pt x="108" y="2"/>
                      </a:lnTo>
                      <a:lnTo>
                        <a:pt x="110" y="2"/>
                      </a:lnTo>
                      <a:lnTo>
                        <a:pt x="111" y="2"/>
                      </a:lnTo>
                      <a:lnTo>
                        <a:pt x="112" y="2"/>
                      </a:lnTo>
                      <a:lnTo>
                        <a:pt x="114" y="2"/>
                      </a:lnTo>
                      <a:lnTo>
                        <a:pt x="115" y="2"/>
                      </a:lnTo>
                      <a:lnTo>
                        <a:pt x="117" y="2"/>
                      </a:lnTo>
                      <a:lnTo>
                        <a:pt x="118" y="2"/>
                      </a:lnTo>
                      <a:lnTo>
                        <a:pt x="119" y="2"/>
                      </a:lnTo>
                      <a:lnTo>
                        <a:pt x="121" y="2"/>
                      </a:lnTo>
                      <a:lnTo>
                        <a:pt x="122" y="2"/>
                      </a:lnTo>
                      <a:lnTo>
                        <a:pt x="124" y="2"/>
                      </a:lnTo>
                      <a:lnTo>
                        <a:pt x="125" y="2"/>
                      </a:lnTo>
                      <a:lnTo>
                        <a:pt x="126" y="2"/>
                      </a:lnTo>
                      <a:lnTo>
                        <a:pt x="128" y="2"/>
                      </a:lnTo>
                      <a:lnTo>
                        <a:pt x="129" y="2"/>
                      </a:lnTo>
                      <a:lnTo>
                        <a:pt x="131" y="2"/>
                      </a:lnTo>
                      <a:lnTo>
                        <a:pt x="132" y="2"/>
                      </a:lnTo>
                      <a:lnTo>
                        <a:pt x="133" y="2"/>
                      </a:lnTo>
                      <a:lnTo>
                        <a:pt x="135" y="2"/>
                      </a:lnTo>
                      <a:lnTo>
                        <a:pt x="136" y="2"/>
                      </a:lnTo>
                      <a:lnTo>
                        <a:pt x="138" y="2"/>
                      </a:lnTo>
                      <a:lnTo>
                        <a:pt x="139" y="2"/>
                      </a:lnTo>
                      <a:lnTo>
                        <a:pt x="140" y="2"/>
                      </a:lnTo>
                      <a:lnTo>
                        <a:pt x="142" y="2"/>
                      </a:lnTo>
                      <a:lnTo>
                        <a:pt x="143" y="2"/>
                      </a:lnTo>
                      <a:lnTo>
                        <a:pt x="145" y="2"/>
                      </a:lnTo>
                      <a:lnTo>
                        <a:pt x="146" y="2"/>
                      </a:lnTo>
                      <a:lnTo>
                        <a:pt x="147" y="2"/>
                      </a:lnTo>
                      <a:lnTo>
                        <a:pt x="149" y="2"/>
                      </a:lnTo>
                      <a:lnTo>
                        <a:pt x="150" y="2"/>
                      </a:lnTo>
                      <a:lnTo>
                        <a:pt x="152" y="2"/>
                      </a:lnTo>
                      <a:lnTo>
                        <a:pt x="153" y="2"/>
                      </a:lnTo>
                      <a:lnTo>
                        <a:pt x="154" y="2"/>
                      </a:lnTo>
                      <a:lnTo>
                        <a:pt x="156" y="2"/>
                      </a:lnTo>
                      <a:lnTo>
                        <a:pt x="157" y="2"/>
                      </a:lnTo>
                      <a:lnTo>
                        <a:pt x="159" y="2"/>
                      </a:lnTo>
                      <a:lnTo>
                        <a:pt x="160" y="2"/>
                      </a:lnTo>
                      <a:lnTo>
                        <a:pt x="162" y="2"/>
                      </a:lnTo>
                      <a:lnTo>
                        <a:pt x="163" y="41"/>
                      </a:lnTo>
                      <a:lnTo>
                        <a:pt x="164" y="61"/>
                      </a:lnTo>
                      <a:lnTo>
                        <a:pt x="166" y="75"/>
                      </a:lnTo>
                      <a:lnTo>
                        <a:pt x="167" y="89"/>
                      </a:lnTo>
                      <a:lnTo>
                        <a:pt x="169" y="102"/>
                      </a:lnTo>
                      <a:lnTo>
                        <a:pt x="170" y="116"/>
                      </a:lnTo>
                      <a:lnTo>
                        <a:pt x="171" y="129"/>
                      </a:lnTo>
                      <a:lnTo>
                        <a:pt x="173" y="141"/>
                      </a:lnTo>
                      <a:lnTo>
                        <a:pt x="174" y="154"/>
                      </a:lnTo>
                      <a:lnTo>
                        <a:pt x="176" y="166"/>
                      </a:lnTo>
                      <a:lnTo>
                        <a:pt x="177" y="177"/>
                      </a:lnTo>
                      <a:lnTo>
                        <a:pt x="178" y="188"/>
                      </a:lnTo>
                      <a:lnTo>
                        <a:pt x="180" y="199"/>
                      </a:lnTo>
                      <a:lnTo>
                        <a:pt x="181" y="209"/>
                      </a:lnTo>
                      <a:lnTo>
                        <a:pt x="183" y="218"/>
                      </a:lnTo>
                      <a:lnTo>
                        <a:pt x="184" y="227"/>
                      </a:lnTo>
                      <a:lnTo>
                        <a:pt x="185" y="236"/>
                      </a:lnTo>
                      <a:lnTo>
                        <a:pt x="187" y="244"/>
                      </a:lnTo>
                      <a:lnTo>
                        <a:pt x="188" y="253"/>
                      </a:lnTo>
                      <a:lnTo>
                        <a:pt x="190" y="261"/>
                      </a:lnTo>
                      <a:lnTo>
                        <a:pt x="191" y="269"/>
                      </a:lnTo>
                      <a:lnTo>
                        <a:pt x="192" y="276"/>
                      </a:lnTo>
                      <a:lnTo>
                        <a:pt x="194" y="284"/>
                      </a:lnTo>
                      <a:lnTo>
                        <a:pt x="195" y="292"/>
                      </a:lnTo>
                      <a:lnTo>
                        <a:pt x="197" y="299"/>
                      </a:lnTo>
                      <a:lnTo>
                        <a:pt x="198" y="307"/>
                      </a:lnTo>
                      <a:lnTo>
                        <a:pt x="199" y="314"/>
                      </a:lnTo>
                      <a:lnTo>
                        <a:pt x="201" y="321"/>
                      </a:lnTo>
                      <a:lnTo>
                        <a:pt x="202" y="329"/>
                      </a:lnTo>
                      <a:lnTo>
                        <a:pt x="204" y="336"/>
                      </a:lnTo>
                      <a:lnTo>
                        <a:pt x="205" y="343"/>
                      </a:lnTo>
                      <a:lnTo>
                        <a:pt x="206" y="350"/>
                      </a:lnTo>
                      <a:lnTo>
                        <a:pt x="208" y="358"/>
                      </a:lnTo>
                      <a:lnTo>
                        <a:pt x="209" y="365"/>
                      </a:lnTo>
                      <a:lnTo>
                        <a:pt x="211" y="372"/>
                      </a:lnTo>
                      <a:lnTo>
                        <a:pt x="212" y="379"/>
                      </a:lnTo>
                      <a:lnTo>
                        <a:pt x="213" y="386"/>
                      </a:lnTo>
                      <a:lnTo>
                        <a:pt x="215" y="393"/>
                      </a:lnTo>
                      <a:lnTo>
                        <a:pt x="216" y="400"/>
                      </a:lnTo>
                      <a:lnTo>
                        <a:pt x="218" y="407"/>
                      </a:lnTo>
                      <a:lnTo>
                        <a:pt x="219" y="414"/>
                      </a:lnTo>
                      <a:lnTo>
                        <a:pt x="221" y="421"/>
                      </a:lnTo>
                      <a:lnTo>
                        <a:pt x="222" y="428"/>
                      </a:lnTo>
                      <a:lnTo>
                        <a:pt x="223" y="435"/>
                      </a:lnTo>
                      <a:lnTo>
                        <a:pt x="225" y="441"/>
                      </a:lnTo>
                      <a:lnTo>
                        <a:pt x="226" y="448"/>
                      </a:lnTo>
                      <a:lnTo>
                        <a:pt x="228" y="455"/>
                      </a:lnTo>
                      <a:lnTo>
                        <a:pt x="229" y="462"/>
                      </a:lnTo>
                      <a:lnTo>
                        <a:pt x="230" y="469"/>
                      </a:lnTo>
                      <a:lnTo>
                        <a:pt x="232" y="476"/>
                      </a:lnTo>
                      <a:lnTo>
                        <a:pt x="233" y="482"/>
                      </a:lnTo>
                      <a:lnTo>
                        <a:pt x="235" y="489"/>
                      </a:lnTo>
                      <a:lnTo>
                        <a:pt x="236" y="496"/>
                      </a:lnTo>
                      <a:lnTo>
                        <a:pt x="237" y="503"/>
                      </a:lnTo>
                      <a:lnTo>
                        <a:pt x="239" y="509"/>
                      </a:lnTo>
                      <a:lnTo>
                        <a:pt x="240" y="516"/>
                      </a:lnTo>
                      <a:lnTo>
                        <a:pt x="242" y="523"/>
                      </a:lnTo>
                      <a:lnTo>
                        <a:pt x="243" y="529"/>
                      </a:lnTo>
                      <a:lnTo>
                        <a:pt x="244" y="536"/>
                      </a:lnTo>
                      <a:lnTo>
                        <a:pt x="246" y="543"/>
                      </a:lnTo>
                      <a:lnTo>
                        <a:pt x="247" y="549"/>
                      </a:lnTo>
                      <a:lnTo>
                        <a:pt x="249" y="556"/>
                      </a:lnTo>
                      <a:lnTo>
                        <a:pt x="250" y="563"/>
                      </a:lnTo>
                      <a:lnTo>
                        <a:pt x="251" y="569"/>
                      </a:lnTo>
                      <a:lnTo>
                        <a:pt x="253" y="576"/>
                      </a:lnTo>
                      <a:lnTo>
                        <a:pt x="254" y="582"/>
                      </a:lnTo>
                      <a:lnTo>
                        <a:pt x="256" y="589"/>
                      </a:lnTo>
                      <a:lnTo>
                        <a:pt x="257" y="595"/>
                      </a:lnTo>
                      <a:lnTo>
                        <a:pt x="258" y="601"/>
                      </a:lnTo>
                      <a:lnTo>
                        <a:pt x="260" y="608"/>
                      </a:lnTo>
                      <a:lnTo>
                        <a:pt x="261" y="614"/>
                      </a:lnTo>
                      <a:lnTo>
                        <a:pt x="263" y="620"/>
                      </a:lnTo>
                      <a:lnTo>
                        <a:pt x="264" y="626"/>
                      </a:lnTo>
                      <a:lnTo>
                        <a:pt x="265" y="633"/>
                      </a:lnTo>
                      <a:lnTo>
                        <a:pt x="267" y="639"/>
                      </a:lnTo>
                      <a:lnTo>
                        <a:pt x="268" y="645"/>
                      </a:lnTo>
                      <a:lnTo>
                        <a:pt x="270" y="651"/>
                      </a:lnTo>
                      <a:lnTo>
                        <a:pt x="271" y="657"/>
                      </a:lnTo>
                      <a:lnTo>
                        <a:pt x="272" y="662"/>
                      </a:lnTo>
                      <a:lnTo>
                        <a:pt x="274" y="668"/>
                      </a:lnTo>
                      <a:lnTo>
                        <a:pt x="275" y="674"/>
                      </a:lnTo>
                      <a:lnTo>
                        <a:pt x="277" y="680"/>
                      </a:lnTo>
                      <a:lnTo>
                        <a:pt x="278" y="685"/>
                      </a:lnTo>
                      <a:lnTo>
                        <a:pt x="279" y="691"/>
                      </a:lnTo>
                      <a:lnTo>
                        <a:pt x="281" y="696"/>
                      </a:lnTo>
                      <a:lnTo>
                        <a:pt x="282" y="701"/>
                      </a:lnTo>
                      <a:lnTo>
                        <a:pt x="284" y="707"/>
                      </a:lnTo>
                      <a:lnTo>
                        <a:pt x="285" y="712"/>
                      </a:lnTo>
                      <a:lnTo>
                        <a:pt x="287" y="717"/>
                      </a:lnTo>
                      <a:lnTo>
                        <a:pt x="288" y="722"/>
                      </a:lnTo>
                      <a:lnTo>
                        <a:pt x="289" y="727"/>
                      </a:lnTo>
                      <a:lnTo>
                        <a:pt x="291" y="732"/>
                      </a:lnTo>
                      <a:lnTo>
                        <a:pt x="292" y="736"/>
                      </a:lnTo>
                      <a:lnTo>
                        <a:pt x="294" y="741"/>
                      </a:lnTo>
                      <a:lnTo>
                        <a:pt x="295" y="746"/>
                      </a:lnTo>
                      <a:lnTo>
                        <a:pt x="296" y="750"/>
                      </a:lnTo>
                      <a:lnTo>
                        <a:pt x="298" y="755"/>
                      </a:lnTo>
                      <a:lnTo>
                        <a:pt x="299" y="759"/>
                      </a:lnTo>
                      <a:lnTo>
                        <a:pt x="301" y="763"/>
                      </a:lnTo>
                      <a:lnTo>
                        <a:pt x="302" y="768"/>
                      </a:lnTo>
                      <a:lnTo>
                        <a:pt x="303" y="772"/>
                      </a:lnTo>
                      <a:lnTo>
                        <a:pt x="305" y="776"/>
                      </a:lnTo>
                      <a:lnTo>
                        <a:pt x="306" y="780"/>
                      </a:lnTo>
                      <a:lnTo>
                        <a:pt x="308" y="784"/>
                      </a:lnTo>
                      <a:lnTo>
                        <a:pt x="309" y="788"/>
                      </a:lnTo>
                      <a:lnTo>
                        <a:pt x="310" y="792"/>
                      </a:lnTo>
                      <a:lnTo>
                        <a:pt x="312" y="795"/>
                      </a:lnTo>
                      <a:lnTo>
                        <a:pt x="313" y="799"/>
                      </a:lnTo>
                      <a:lnTo>
                        <a:pt x="315" y="802"/>
                      </a:lnTo>
                      <a:lnTo>
                        <a:pt x="316" y="806"/>
                      </a:lnTo>
                      <a:lnTo>
                        <a:pt x="317" y="809"/>
                      </a:lnTo>
                      <a:lnTo>
                        <a:pt x="319" y="813"/>
                      </a:lnTo>
                      <a:lnTo>
                        <a:pt x="320" y="816"/>
                      </a:lnTo>
                      <a:lnTo>
                        <a:pt x="322" y="819"/>
                      </a:lnTo>
                      <a:lnTo>
                        <a:pt x="323" y="822"/>
                      </a:lnTo>
                      <a:lnTo>
                        <a:pt x="324" y="825"/>
                      </a:lnTo>
                      <a:lnTo>
                        <a:pt x="326" y="828"/>
                      </a:lnTo>
                      <a:lnTo>
                        <a:pt x="327" y="831"/>
                      </a:lnTo>
                      <a:lnTo>
                        <a:pt x="329" y="834"/>
                      </a:lnTo>
                      <a:lnTo>
                        <a:pt x="330" y="837"/>
                      </a:lnTo>
                      <a:lnTo>
                        <a:pt x="331" y="840"/>
                      </a:lnTo>
                      <a:lnTo>
                        <a:pt x="333" y="843"/>
                      </a:lnTo>
                      <a:lnTo>
                        <a:pt x="334" y="845"/>
                      </a:lnTo>
                      <a:lnTo>
                        <a:pt x="336" y="848"/>
                      </a:lnTo>
                      <a:lnTo>
                        <a:pt x="337" y="850"/>
                      </a:lnTo>
                      <a:lnTo>
                        <a:pt x="338" y="853"/>
                      </a:lnTo>
                      <a:lnTo>
                        <a:pt x="340" y="855"/>
                      </a:lnTo>
                      <a:lnTo>
                        <a:pt x="341" y="858"/>
                      </a:lnTo>
                      <a:lnTo>
                        <a:pt x="343" y="860"/>
                      </a:lnTo>
                      <a:lnTo>
                        <a:pt x="344" y="863"/>
                      </a:lnTo>
                      <a:lnTo>
                        <a:pt x="345" y="865"/>
                      </a:lnTo>
                      <a:lnTo>
                        <a:pt x="347" y="867"/>
                      </a:lnTo>
                      <a:lnTo>
                        <a:pt x="348" y="869"/>
                      </a:lnTo>
                      <a:lnTo>
                        <a:pt x="350" y="872"/>
                      </a:lnTo>
                      <a:lnTo>
                        <a:pt x="351" y="874"/>
                      </a:lnTo>
                      <a:lnTo>
                        <a:pt x="353" y="876"/>
                      </a:lnTo>
                      <a:lnTo>
                        <a:pt x="354" y="878"/>
                      </a:lnTo>
                      <a:lnTo>
                        <a:pt x="355" y="880"/>
                      </a:lnTo>
                      <a:lnTo>
                        <a:pt x="357" y="882"/>
                      </a:lnTo>
                      <a:lnTo>
                        <a:pt x="358" y="884"/>
                      </a:lnTo>
                      <a:lnTo>
                        <a:pt x="360" y="886"/>
                      </a:lnTo>
                      <a:lnTo>
                        <a:pt x="361" y="888"/>
                      </a:lnTo>
                      <a:lnTo>
                        <a:pt x="362" y="890"/>
                      </a:lnTo>
                      <a:lnTo>
                        <a:pt x="364" y="891"/>
                      </a:lnTo>
                      <a:lnTo>
                        <a:pt x="365" y="893"/>
                      </a:lnTo>
                      <a:lnTo>
                        <a:pt x="367" y="895"/>
                      </a:lnTo>
                      <a:lnTo>
                        <a:pt x="368" y="897"/>
                      </a:lnTo>
                      <a:lnTo>
                        <a:pt x="369" y="899"/>
                      </a:lnTo>
                      <a:lnTo>
                        <a:pt x="371" y="900"/>
                      </a:lnTo>
                      <a:lnTo>
                        <a:pt x="372" y="902"/>
                      </a:lnTo>
                      <a:lnTo>
                        <a:pt x="374" y="904"/>
                      </a:lnTo>
                      <a:lnTo>
                        <a:pt x="375" y="905"/>
                      </a:lnTo>
                      <a:lnTo>
                        <a:pt x="376" y="907"/>
                      </a:lnTo>
                      <a:lnTo>
                        <a:pt x="378" y="908"/>
                      </a:lnTo>
                      <a:lnTo>
                        <a:pt x="379" y="910"/>
                      </a:lnTo>
                      <a:lnTo>
                        <a:pt x="381" y="911"/>
                      </a:lnTo>
                      <a:lnTo>
                        <a:pt x="382" y="913"/>
                      </a:lnTo>
                      <a:lnTo>
                        <a:pt x="383" y="914"/>
                      </a:lnTo>
                      <a:lnTo>
                        <a:pt x="385" y="916"/>
                      </a:lnTo>
                      <a:lnTo>
                        <a:pt x="386" y="917"/>
                      </a:lnTo>
                      <a:lnTo>
                        <a:pt x="388" y="919"/>
                      </a:lnTo>
                      <a:lnTo>
                        <a:pt x="389" y="920"/>
                      </a:lnTo>
                      <a:lnTo>
                        <a:pt x="390" y="921"/>
                      </a:lnTo>
                      <a:lnTo>
                        <a:pt x="392" y="923"/>
                      </a:lnTo>
                      <a:lnTo>
                        <a:pt x="393" y="924"/>
                      </a:lnTo>
                      <a:lnTo>
                        <a:pt x="395" y="925"/>
                      </a:lnTo>
                      <a:lnTo>
                        <a:pt x="396" y="927"/>
                      </a:lnTo>
                      <a:lnTo>
                        <a:pt x="397" y="928"/>
                      </a:lnTo>
                      <a:lnTo>
                        <a:pt x="399" y="929"/>
                      </a:lnTo>
                      <a:lnTo>
                        <a:pt x="400" y="930"/>
                      </a:lnTo>
                      <a:lnTo>
                        <a:pt x="402" y="931"/>
                      </a:lnTo>
                      <a:lnTo>
                        <a:pt x="403" y="933"/>
                      </a:lnTo>
                      <a:lnTo>
                        <a:pt x="404" y="934"/>
                      </a:lnTo>
                      <a:lnTo>
                        <a:pt x="406" y="935"/>
                      </a:lnTo>
                      <a:lnTo>
                        <a:pt x="407" y="936"/>
                      </a:lnTo>
                      <a:lnTo>
                        <a:pt x="409" y="937"/>
                      </a:lnTo>
                      <a:lnTo>
                        <a:pt x="410" y="938"/>
                      </a:lnTo>
                      <a:lnTo>
                        <a:pt x="412" y="939"/>
                      </a:lnTo>
                      <a:lnTo>
                        <a:pt x="413" y="941"/>
                      </a:lnTo>
                      <a:lnTo>
                        <a:pt x="414" y="942"/>
                      </a:lnTo>
                      <a:lnTo>
                        <a:pt x="416" y="943"/>
                      </a:lnTo>
                      <a:lnTo>
                        <a:pt x="417" y="944"/>
                      </a:lnTo>
                      <a:lnTo>
                        <a:pt x="419" y="945"/>
                      </a:lnTo>
                      <a:lnTo>
                        <a:pt x="420" y="946"/>
                      </a:lnTo>
                      <a:lnTo>
                        <a:pt x="421" y="947"/>
                      </a:lnTo>
                      <a:lnTo>
                        <a:pt x="423" y="948"/>
                      </a:lnTo>
                      <a:lnTo>
                        <a:pt x="424" y="949"/>
                      </a:lnTo>
                      <a:lnTo>
                        <a:pt x="426" y="950"/>
                      </a:lnTo>
                      <a:lnTo>
                        <a:pt x="427" y="951"/>
                      </a:lnTo>
                      <a:lnTo>
                        <a:pt x="428" y="952"/>
                      </a:lnTo>
                      <a:lnTo>
                        <a:pt x="430" y="953"/>
                      </a:lnTo>
                      <a:lnTo>
                        <a:pt x="431" y="953"/>
                      </a:lnTo>
                      <a:lnTo>
                        <a:pt x="433" y="954"/>
                      </a:lnTo>
                      <a:lnTo>
                        <a:pt x="434" y="955"/>
                      </a:lnTo>
                      <a:lnTo>
                        <a:pt x="435" y="956"/>
                      </a:lnTo>
                      <a:lnTo>
                        <a:pt x="437" y="957"/>
                      </a:lnTo>
                      <a:lnTo>
                        <a:pt x="438" y="958"/>
                      </a:lnTo>
                      <a:lnTo>
                        <a:pt x="440" y="959"/>
                      </a:lnTo>
                      <a:lnTo>
                        <a:pt x="441" y="960"/>
                      </a:lnTo>
                      <a:lnTo>
                        <a:pt x="442" y="960"/>
                      </a:lnTo>
                      <a:lnTo>
                        <a:pt x="444" y="961"/>
                      </a:lnTo>
                      <a:lnTo>
                        <a:pt x="445" y="962"/>
                      </a:lnTo>
                      <a:lnTo>
                        <a:pt x="447" y="963"/>
                      </a:lnTo>
                      <a:lnTo>
                        <a:pt x="448" y="964"/>
                      </a:lnTo>
                      <a:lnTo>
                        <a:pt x="449" y="965"/>
                      </a:lnTo>
                      <a:lnTo>
                        <a:pt x="451" y="965"/>
                      </a:lnTo>
                      <a:lnTo>
                        <a:pt x="452" y="966"/>
                      </a:lnTo>
                      <a:lnTo>
                        <a:pt x="454" y="967"/>
                      </a:lnTo>
                      <a:lnTo>
                        <a:pt x="455" y="968"/>
                      </a:lnTo>
                      <a:lnTo>
                        <a:pt x="456" y="968"/>
                      </a:lnTo>
                      <a:lnTo>
                        <a:pt x="458" y="969"/>
                      </a:lnTo>
                      <a:lnTo>
                        <a:pt x="459" y="970"/>
                      </a:lnTo>
                      <a:lnTo>
                        <a:pt x="461" y="971"/>
                      </a:lnTo>
                      <a:lnTo>
                        <a:pt x="462" y="971"/>
                      </a:lnTo>
                      <a:lnTo>
                        <a:pt x="463" y="972"/>
                      </a:lnTo>
                      <a:lnTo>
                        <a:pt x="465" y="973"/>
                      </a:lnTo>
                      <a:lnTo>
                        <a:pt x="466" y="973"/>
                      </a:lnTo>
                      <a:lnTo>
                        <a:pt x="468" y="974"/>
                      </a:lnTo>
                      <a:lnTo>
                        <a:pt x="469" y="975"/>
                      </a:lnTo>
                      <a:lnTo>
                        <a:pt x="470" y="975"/>
                      </a:lnTo>
                      <a:lnTo>
                        <a:pt x="472" y="976"/>
                      </a:lnTo>
                      <a:lnTo>
                        <a:pt x="473" y="977"/>
                      </a:lnTo>
                      <a:lnTo>
                        <a:pt x="475" y="977"/>
                      </a:lnTo>
                      <a:lnTo>
                        <a:pt x="476" y="978"/>
                      </a:lnTo>
                      <a:lnTo>
                        <a:pt x="478" y="979"/>
                      </a:lnTo>
                      <a:lnTo>
                        <a:pt x="479" y="979"/>
                      </a:lnTo>
                      <a:lnTo>
                        <a:pt x="480" y="980"/>
                      </a:lnTo>
                      <a:lnTo>
                        <a:pt x="482" y="981"/>
                      </a:lnTo>
                      <a:lnTo>
                        <a:pt x="483" y="981"/>
                      </a:lnTo>
                      <a:lnTo>
                        <a:pt x="485" y="982"/>
                      </a:lnTo>
                      <a:lnTo>
                        <a:pt x="486" y="983"/>
                      </a:lnTo>
                      <a:lnTo>
                        <a:pt x="487" y="983"/>
                      </a:lnTo>
                      <a:lnTo>
                        <a:pt x="489" y="984"/>
                      </a:lnTo>
                      <a:lnTo>
                        <a:pt x="490" y="984"/>
                      </a:lnTo>
                      <a:lnTo>
                        <a:pt x="492" y="985"/>
                      </a:lnTo>
                      <a:lnTo>
                        <a:pt x="493" y="986"/>
                      </a:lnTo>
                      <a:lnTo>
                        <a:pt x="494" y="986"/>
                      </a:lnTo>
                      <a:lnTo>
                        <a:pt x="496" y="987"/>
                      </a:lnTo>
                      <a:lnTo>
                        <a:pt x="497" y="987"/>
                      </a:lnTo>
                      <a:lnTo>
                        <a:pt x="499" y="988"/>
                      </a:lnTo>
                      <a:lnTo>
                        <a:pt x="500" y="988"/>
                      </a:lnTo>
                      <a:lnTo>
                        <a:pt x="501" y="989"/>
                      </a:lnTo>
                      <a:lnTo>
                        <a:pt x="503" y="990"/>
                      </a:lnTo>
                      <a:lnTo>
                        <a:pt x="504" y="990"/>
                      </a:lnTo>
                      <a:lnTo>
                        <a:pt x="506" y="991"/>
                      </a:lnTo>
                      <a:lnTo>
                        <a:pt x="507" y="991"/>
                      </a:lnTo>
                      <a:lnTo>
                        <a:pt x="508" y="992"/>
                      </a:lnTo>
                      <a:lnTo>
                        <a:pt x="510" y="992"/>
                      </a:lnTo>
                      <a:lnTo>
                        <a:pt x="511" y="993"/>
                      </a:lnTo>
                      <a:lnTo>
                        <a:pt x="513" y="993"/>
                      </a:lnTo>
                      <a:lnTo>
                        <a:pt x="514" y="994"/>
                      </a:lnTo>
                      <a:lnTo>
                        <a:pt x="515" y="994"/>
                      </a:lnTo>
                      <a:lnTo>
                        <a:pt x="517" y="995"/>
                      </a:lnTo>
                      <a:lnTo>
                        <a:pt x="518" y="995"/>
                      </a:lnTo>
                      <a:lnTo>
                        <a:pt x="520" y="996"/>
                      </a:lnTo>
                      <a:lnTo>
                        <a:pt x="521" y="996"/>
                      </a:lnTo>
                      <a:lnTo>
                        <a:pt x="522" y="997"/>
                      </a:lnTo>
                      <a:lnTo>
                        <a:pt x="524" y="997"/>
                      </a:lnTo>
                      <a:lnTo>
                        <a:pt x="525" y="998"/>
                      </a:lnTo>
                      <a:lnTo>
                        <a:pt x="527" y="998"/>
                      </a:lnTo>
                      <a:lnTo>
                        <a:pt x="528" y="999"/>
                      </a:lnTo>
                      <a:lnTo>
                        <a:pt x="529" y="999"/>
                      </a:lnTo>
                      <a:lnTo>
                        <a:pt x="531" y="1000"/>
                      </a:lnTo>
                      <a:lnTo>
                        <a:pt x="532" y="1000"/>
                      </a:lnTo>
                      <a:lnTo>
                        <a:pt x="534" y="1001"/>
                      </a:lnTo>
                      <a:lnTo>
                        <a:pt x="535" y="1001"/>
                      </a:lnTo>
                      <a:lnTo>
                        <a:pt x="537" y="1002"/>
                      </a:lnTo>
                      <a:lnTo>
                        <a:pt x="538" y="1002"/>
                      </a:lnTo>
                      <a:lnTo>
                        <a:pt x="539" y="1002"/>
                      </a:lnTo>
                      <a:lnTo>
                        <a:pt x="541" y="1003"/>
                      </a:lnTo>
                      <a:lnTo>
                        <a:pt x="542" y="1003"/>
                      </a:lnTo>
                      <a:lnTo>
                        <a:pt x="544" y="1004"/>
                      </a:lnTo>
                      <a:lnTo>
                        <a:pt x="545" y="1004"/>
                      </a:lnTo>
                      <a:lnTo>
                        <a:pt x="546" y="1005"/>
                      </a:lnTo>
                      <a:lnTo>
                        <a:pt x="548" y="1005"/>
                      </a:lnTo>
                      <a:lnTo>
                        <a:pt x="549" y="1006"/>
                      </a:lnTo>
                      <a:lnTo>
                        <a:pt x="551" y="1006"/>
                      </a:lnTo>
                      <a:lnTo>
                        <a:pt x="552" y="1006"/>
                      </a:lnTo>
                      <a:lnTo>
                        <a:pt x="553" y="1007"/>
                      </a:lnTo>
                      <a:lnTo>
                        <a:pt x="555" y="1007"/>
                      </a:lnTo>
                      <a:lnTo>
                        <a:pt x="556" y="1008"/>
                      </a:lnTo>
                      <a:lnTo>
                        <a:pt x="558" y="1008"/>
                      </a:lnTo>
                      <a:lnTo>
                        <a:pt x="559" y="1008"/>
                      </a:lnTo>
                      <a:lnTo>
                        <a:pt x="560" y="1009"/>
                      </a:lnTo>
                      <a:lnTo>
                        <a:pt x="562" y="1009"/>
                      </a:lnTo>
                      <a:lnTo>
                        <a:pt x="563" y="1010"/>
                      </a:lnTo>
                      <a:lnTo>
                        <a:pt x="565" y="1010"/>
                      </a:lnTo>
                      <a:lnTo>
                        <a:pt x="566" y="1011"/>
                      </a:lnTo>
                      <a:lnTo>
                        <a:pt x="567" y="1011"/>
                      </a:lnTo>
                      <a:lnTo>
                        <a:pt x="569" y="1011"/>
                      </a:lnTo>
                      <a:lnTo>
                        <a:pt x="570" y="1012"/>
                      </a:lnTo>
                      <a:lnTo>
                        <a:pt x="572" y="1012"/>
                      </a:lnTo>
                      <a:lnTo>
                        <a:pt x="573" y="1012"/>
                      </a:lnTo>
                      <a:lnTo>
                        <a:pt x="574" y="1013"/>
                      </a:lnTo>
                      <a:lnTo>
                        <a:pt x="576" y="1013"/>
                      </a:lnTo>
                      <a:lnTo>
                        <a:pt x="577" y="1014"/>
                      </a:lnTo>
                      <a:lnTo>
                        <a:pt x="579" y="1014"/>
                      </a:lnTo>
                      <a:lnTo>
                        <a:pt x="580" y="1014"/>
                      </a:lnTo>
                      <a:lnTo>
                        <a:pt x="581" y="1015"/>
                      </a:lnTo>
                      <a:lnTo>
                        <a:pt x="583" y="985"/>
                      </a:lnTo>
                      <a:lnTo>
                        <a:pt x="584" y="967"/>
                      </a:lnTo>
                      <a:lnTo>
                        <a:pt x="586" y="965"/>
                      </a:lnTo>
                      <a:lnTo>
                        <a:pt x="587" y="963"/>
                      </a:lnTo>
                      <a:lnTo>
                        <a:pt x="588" y="962"/>
                      </a:lnTo>
                      <a:lnTo>
                        <a:pt x="590" y="960"/>
                      </a:lnTo>
                      <a:lnTo>
                        <a:pt x="591" y="959"/>
                      </a:lnTo>
                      <a:lnTo>
                        <a:pt x="593" y="958"/>
                      </a:lnTo>
                      <a:lnTo>
                        <a:pt x="594" y="957"/>
                      </a:lnTo>
                      <a:lnTo>
                        <a:pt x="595" y="956"/>
                      </a:lnTo>
                      <a:lnTo>
                        <a:pt x="597" y="955"/>
                      </a:lnTo>
                      <a:lnTo>
                        <a:pt x="598" y="954"/>
                      </a:lnTo>
                      <a:lnTo>
                        <a:pt x="600" y="953"/>
                      </a:lnTo>
                      <a:lnTo>
                        <a:pt x="601" y="953"/>
                      </a:lnTo>
                      <a:lnTo>
                        <a:pt x="603" y="952"/>
                      </a:lnTo>
                      <a:lnTo>
                        <a:pt x="604" y="951"/>
                      </a:lnTo>
                      <a:lnTo>
                        <a:pt x="605" y="951"/>
                      </a:lnTo>
                      <a:lnTo>
                        <a:pt x="607" y="950"/>
                      </a:lnTo>
                      <a:lnTo>
                        <a:pt x="608" y="950"/>
                      </a:lnTo>
                      <a:lnTo>
                        <a:pt x="610" y="949"/>
                      </a:lnTo>
                      <a:lnTo>
                        <a:pt x="611" y="949"/>
                      </a:lnTo>
                      <a:lnTo>
                        <a:pt x="612" y="948"/>
                      </a:lnTo>
                      <a:lnTo>
                        <a:pt x="614" y="948"/>
                      </a:lnTo>
                      <a:lnTo>
                        <a:pt x="615" y="947"/>
                      </a:lnTo>
                      <a:lnTo>
                        <a:pt x="617" y="947"/>
                      </a:lnTo>
                      <a:lnTo>
                        <a:pt x="618" y="946"/>
                      </a:lnTo>
                      <a:lnTo>
                        <a:pt x="619" y="946"/>
                      </a:lnTo>
                      <a:lnTo>
                        <a:pt x="621" y="945"/>
                      </a:lnTo>
                      <a:lnTo>
                        <a:pt x="622" y="945"/>
                      </a:lnTo>
                      <a:lnTo>
                        <a:pt x="624" y="945"/>
                      </a:lnTo>
                      <a:lnTo>
                        <a:pt x="625" y="944"/>
                      </a:lnTo>
                      <a:lnTo>
                        <a:pt x="626" y="944"/>
                      </a:lnTo>
                      <a:lnTo>
                        <a:pt x="628" y="944"/>
                      </a:lnTo>
                      <a:lnTo>
                        <a:pt x="629" y="943"/>
                      </a:lnTo>
                      <a:lnTo>
                        <a:pt x="631" y="943"/>
                      </a:lnTo>
                      <a:lnTo>
                        <a:pt x="632" y="943"/>
                      </a:lnTo>
                      <a:lnTo>
                        <a:pt x="633" y="942"/>
                      </a:lnTo>
                      <a:lnTo>
                        <a:pt x="635" y="942"/>
                      </a:lnTo>
                      <a:lnTo>
                        <a:pt x="636" y="942"/>
                      </a:lnTo>
                      <a:lnTo>
                        <a:pt x="638" y="941"/>
                      </a:lnTo>
                      <a:lnTo>
                        <a:pt x="639" y="941"/>
                      </a:lnTo>
                      <a:lnTo>
                        <a:pt x="640" y="941"/>
                      </a:lnTo>
                      <a:lnTo>
                        <a:pt x="642" y="941"/>
                      </a:lnTo>
                      <a:lnTo>
                        <a:pt x="643" y="940"/>
                      </a:lnTo>
                      <a:lnTo>
                        <a:pt x="645" y="940"/>
                      </a:lnTo>
                      <a:lnTo>
                        <a:pt x="646" y="940"/>
                      </a:lnTo>
                      <a:lnTo>
                        <a:pt x="647" y="940"/>
                      </a:lnTo>
                      <a:lnTo>
                        <a:pt x="649" y="939"/>
                      </a:lnTo>
                      <a:lnTo>
                        <a:pt x="650" y="939"/>
                      </a:lnTo>
                      <a:lnTo>
                        <a:pt x="652" y="939"/>
                      </a:lnTo>
                      <a:lnTo>
                        <a:pt x="653" y="939"/>
                      </a:lnTo>
                      <a:lnTo>
                        <a:pt x="654" y="938"/>
                      </a:lnTo>
                      <a:lnTo>
                        <a:pt x="656" y="938"/>
                      </a:lnTo>
                      <a:lnTo>
                        <a:pt x="657" y="938"/>
                      </a:lnTo>
                      <a:lnTo>
                        <a:pt x="659" y="938"/>
                      </a:lnTo>
                      <a:lnTo>
                        <a:pt x="660" y="938"/>
                      </a:lnTo>
                      <a:lnTo>
                        <a:pt x="661" y="937"/>
                      </a:lnTo>
                      <a:lnTo>
                        <a:pt x="663" y="937"/>
                      </a:lnTo>
                      <a:lnTo>
                        <a:pt x="664" y="937"/>
                      </a:lnTo>
                      <a:lnTo>
                        <a:pt x="666" y="937"/>
                      </a:lnTo>
                      <a:lnTo>
                        <a:pt x="667" y="937"/>
                      </a:lnTo>
                      <a:lnTo>
                        <a:pt x="669" y="936"/>
                      </a:lnTo>
                      <a:lnTo>
                        <a:pt x="670" y="936"/>
                      </a:lnTo>
                      <a:lnTo>
                        <a:pt x="671" y="936"/>
                      </a:lnTo>
                      <a:lnTo>
                        <a:pt x="673" y="936"/>
                      </a:lnTo>
                      <a:lnTo>
                        <a:pt x="674" y="936"/>
                      </a:lnTo>
                      <a:lnTo>
                        <a:pt x="676" y="936"/>
                      </a:lnTo>
                      <a:lnTo>
                        <a:pt x="677" y="935"/>
                      </a:lnTo>
                      <a:lnTo>
                        <a:pt x="678" y="935"/>
                      </a:lnTo>
                      <a:lnTo>
                        <a:pt x="680" y="935"/>
                      </a:lnTo>
                      <a:lnTo>
                        <a:pt x="681" y="935"/>
                      </a:lnTo>
                      <a:lnTo>
                        <a:pt x="683" y="935"/>
                      </a:lnTo>
                      <a:lnTo>
                        <a:pt x="684" y="935"/>
                      </a:lnTo>
                      <a:lnTo>
                        <a:pt x="685" y="934"/>
                      </a:lnTo>
                      <a:lnTo>
                        <a:pt x="687" y="934"/>
                      </a:lnTo>
                      <a:lnTo>
                        <a:pt x="688" y="934"/>
                      </a:lnTo>
                      <a:lnTo>
                        <a:pt x="690" y="934"/>
                      </a:lnTo>
                      <a:lnTo>
                        <a:pt x="691" y="934"/>
                      </a:lnTo>
                      <a:lnTo>
                        <a:pt x="692" y="934"/>
                      </a:lnTo>
                      <a:lnTo>
                        <a:pt x="694" y="934"/>
                      </a:lnTo>
                      <a:lnTo>
                        <a:pt x="695" y="933"/>
                      </a:lnTo>
                      <a:lnTo>
                        <a:pt x="697" y="933"/>
                      </a:lnTo>
                      <a:lnTo>
                        <a:pt x="698" y="933"/>
                      </a:lnTo>
                      <a:lnTo>
                        <a:pt x="699" y="933"/>
                      </a:lnTo>
                      <a:lnTo>
                        <a:pt x="701" y="933"/>
                      </a:lnTo>
                      <a:lnTo>
                        <a:pt x="702" y="933"/>
                      </a:lnTo>
                      <a:lnTo>
                        <a:pt x="704" y="933"/>
                      </a:lnTo>
                      <a:lnTo>
                        <a:pt x="705" y="932"/>
                      </a:lnTo>
                      <a:lnTo>
                        <a:pt x="706" y="932"/>
                      </a:lnTo>
                      <a:lnTo>
                        <a:pt x="708" y="932"/>
                      </a:lnTo>
                      <a:lnTo>
                        <a:pt x="709" y="932"/>
                      </a:lnTo>
                      <a:lnTo>
                        <a:pt x="711" y="932"/>
                      </a:lnTo>
                      <a:lnTo>
                        <a:pt x="712" y="932"/>
                      </a:lnTo>
                      <a:lnTo>
                        <a:pt x="713" y="932"/>
                      </a:lnTo>
                      <a:lnTo>
                        <a:pt x="715" y="932"/>
                      </a:lnTo>
                      <a:lnTo>
                        <a:pt x="716" y="932"/>
                      </a:lnTo>
                      <a:lnTo>
                        <a:pt x="718" y="931"/>
                      </a:lnTo>
                      <a:lnTo>
                        <a:pt x="719" y="931"/>
                      </a:lnTo>
                      <a:lnTo>
                        <a:pt x="720" y="931"/>
                      </a:lnTo>
                      <a:lnTo>
                        <a:pt x="722" y="931"/>
                      </a:lnTo>
                      <a:lnTo>
                        <a:pt x="723" y="931"/>
                      </a:lnTo>
                      <a:lnTo>
                        <a:pt x="725" y="931"/>
                      </a:lnTo>
                      <a:lnTo>
                        <a:pt x="726" y="931"/>
                      </a:lnTo>
                      <a:lnTo>
                        <a:pt x="728" y="931"/>
                      </a:lnTo>
                      <a:lnTo>
                        <a:pt x="729" y="931"/>
                      </a:lnTo>
                      <a:lnTo>
                        <a:pt x="730" y="931"/>
                      </a:lnTo>
                      <a:lnTo>
                        <a:pt x="732" y="930"/>
                      </a:lnTo>
                      <a:lnTo>
                        <a:pt x="733" y="930"/>
                      </a:lnTo>
                      <a:lnTo>
                        <a:pt x="735" y="930"/>
                      </a:lnTo>
                      <a:lnTo>
                        <a:pt x="736" y="930"/>
                      </a:lnTo>
                      <a:lnTo>
                        <a:pt x="737" y="930"/>
                      </a:lnTo>
                      <a:lnTo>
                        <a:pt x="739" y="930"/>
                      </a:lnTo>
                      <a:lnTo>
                        <a:pt x="740" y="930"/>
                      </a:lnTo>
                      <a:lnTo>
                        <a:pt x="742" y="930"/>
                      </a:lnTo>
                      <a:lnTo>
                        <a:pt x="743" y="930"/>
                      </a:lnTo>
                      <a:lnTo>
                        <a:pt x="744" y="930"/>
                      </a:lnTo>
                      <a:lnTo>
                        <a:pt x="746" y="930"/>
                      </a:lnTo>
                      <a:lnTo>
                        <a:pt x="747" y="929"/>
                      </a:lnTo>
                      <a:lnTo>
                        <a:pt x="749" y="929"/>
                      </a:lnTo>
                      <a:lnTo>
                        <a:pt x="750" y="929"/>
                      </a:lnTo>
                      <a:lnTo>
                        <a:pt x="751" y="929"/>
                      </a:lnTo>
                      <a:lnTo>
                        <a:pt x="753" y="929"/>
                      </a:lnTo>
                      <a:lnTo>
                        <a:pt x="754" y="929"/>
                      </a:lnTo>
                      <a:lnTo>
                        <a:pt x="756" y="929"/>
                      </a:lnTo>
                      <a:lnTo>
                        <a:pt x="757" y="929"/>
                      </a:lnTo>
                      <a:lnTo>
                        <a:pt x="758" y="929"/>
                      </a:lnTo>
                      <a:lnTo>
                        <a:pt x="760" y="929"/>
                      </a:lnTo>
                      <a:lnTo>
                        <a:pt x="761" y="929"/>
                      </a:lnTo>
                      <a:lnTo>
                        <a:pt x="763" y="929"/>
                      </a:lnTo>
                      <a:lnTo>
                        <a:pt x="764" y="928"/>
                      </a:lnTo>
                      <a:lnTo>
                        <a:pt x="765" y="928"/>
                      </a:lnTo>
                      <a:lnTo>
                        <a:pt x="767" y="928"/>
                      </a:lnTo>
                      <a:lnTo>
                        <a:pt x="768" y="928"/>
                      </a:lnTo>
                      <a:lnTo>
                        <a:pt x="770" y="928"/>
                      </a:lnTo>
                      <a:lnTo>
                        <a:pt x="771" y="928"/>
                      </a:lnTo>
                      <a:lnTo>
                        <a:pt x="772" y="928"/>
                      </a:lnTo>
                      <a:lnTo>
                        <a:pt x="774" y="928"/>
                      </a:lnTo>
                      <a:lnTo>
                        <a:pt x="775" y="928"/>
                      </a:lnTo>
                      <a:lnTo>
                        <a:pt x="777" y="928"/>
                      </a:lnTo>
                      <a:lnTo>
                        <a:pt x="778" y="928"/>
                      </a:lnTo>
                      <a:lnTo>
                        <a:pt x="779" y="928"/>
                      </a:lnTo>
                      <a:lnTo>
                        <a:pt x="781" y="928"/>
                      </a:lnTo>
                      <a:lnTo>
                        <a:pt x="782" y="928"/>
                      </a:lnTo>
                      <a:lnTo>
                        <a:pt x="784" y="928"/>
                      </a:lnTo>
                      <a:lnTo>
                        <a:pt x="785" y="927"/>
                      </a:lnTo>
                      <a:lnTo>
                        <a:pt x="786" y="927"/>
                      </a:lnTo>
                      <a:lnTo>
                        <a:pt x="788" y="927"/>
                      </a:lnTo>
                      <a:lnTo>
                        <a:pt x="789" y="927"/>
                      </a:lnTo>
                      <a:lnTo>
                        <a:pt x="791" y="927"/>
                      </a:lnTo>
                      <a:lnTo>
                        <a:pt x="792" y="927"/>
                      </a:lnTo>
                      <a:lnTo>
                        <a:pt x="794" y="927"/>
                      </a:lnTo>
                      <a:lnTo>
                        <a:pt x="795" y="927"/>
                      </a:lnTo>
                      <a:lnTo>
                        <a:pt x="796" y="927"/>
                      </a:lnTo>
                      <a:lnTo>
                        <a:pt x="798" y="927"/>
                      </a:lnTo>
                      <a:lnTo>
                        <a:pt x="799" y="927"/>
                      </a:lnTo>
                      <a:lnTo>
                        <a:pt x="801" y="927"/>
                      </a:lnTo>
                      <a:lnTo>
                        <a:pt x="802" y="927"/>
                      </a:lnTo>
                      <a:lnTo>
                        <a:pt x="803" y="927"/>
                      </a:lnTo>
                      <a:lnTo>
                        <a:pt x="805" y="927"/>
                      </a:lnTo>
                      <a:lnTo>
                        <a:pt x="806" y="927"/>
                      </a:lnTo>
                      <a:lnTo>
                        <a:pt x="808" y="927"/>
                      </a:lnTo>
                      <a:lnTo>
                        <a:pt x="809" y="926"/>
                      </a:lnTo>
                      <a:lnTo>
                        <a:pt x="810" y="926"/>
                      </a:lnTo>
                      <a:lnTo>
                        <a:pt x="812" y="926"/>
                      </a:lnTo>
                      <a:lnTo>
                        <a:pt x="813" y="926"/>
                      </a:lnTo>
                      <a:lnTo>
                        <a:pt x="815" y="926"/>
                      </a:lnTo>
                      <a:lnTo>
                        <a:pt x="816" y="926"/>
                      </a:lnTo>
                      <a:lnTo>
                        <a:pt x="817" y="926"/>
                      </a:lnTo>
                      <a:lnTo>
                        <a:pt x="819" y="926"/>
                      </a:lnTo>
                      <a:lnTo>
                        <a:pt x="820" y="926"/>
                      </a:lnTo>
                      <a:lnTo>
                        <a:pt x="822" y="926"/>
                      </a:lnTo>
                      <a:lnTo>
                        <a:pt x="823" y="926"/>
                      </a:lnTo>
                      <a:lnTo>
                        <a:pt x="824" y="926"/>
                      </a:lnTo>
                      <a:lnTo>
                        <a:pt x="826" y="926"/>
                      </a:lnTo>
                      <a:lnTo>
                        <a:pt x="827" y="926"/>
                      </a:lnTo>
                      <a:lnTo>
                        <a:pt x="829" y="926"/>
                      </a:lnTo>
                      <a:lnTo>
                        <a:pt x="830" y="926"/>
                      </a:lnTo>
                      <a:lnTo>
                        <a:pt x="831" y="926"/>
                      </a:lnTo>
                      <a:lnTo>
                        <a:pt x="833" y="926"/>
                      </a:lnTo>
                      <a:lnTo>
                        <a:pt x="834" y="926"/>
                      </a:lnTo>
                      <a:lnTo>
                        <a:pt x="836" y="926"/>
                      </a:lnTo>
                      <a:lnTo>
                        <a:pt x="837" y="926"/>
                      </a:lnTo>
                      <a:lnTo>
                        <a:pt x="838" y="925"/>
                      </a:lnTo>
                      <a:lnTo>
                        <a:pt x="840" y="925"/>
                      </a:lnTo>
                      <a:lnTo>
                        <a:pt x="841" y="925"/>
                      </a:lnTo>
                      <a:lnTo>
                        <a:pt x="843" y="925"/>
                      </a:lnTo>
                      <a:lnTo>
                        <a:pt x="844" y="925"/>
                      </a:lnTo>
                      <a:lnTo>
                        <a:pt x="845" y="925"/>
                      </a:lnTo>
                      <a:lnTo>
                        <a:pt x="847" y="925"/>
                      </a:lnTo>
                      <a:lnTo>
                        <a:pt x="848" y="925"/>
                      </a:lnTo>
                      <a:lnTo>
                        <a:pt x="850" y="925"/>
                      </a:lnTo>
                      <a:lnTo>
                        <a:pt x="851" y="925"/>
                      </a:lnTo>
                      <a:lnTo>
                        <a:pt x="852" y="925"/>
                      </a:lnTo>
                      <a:lnTo>
                        <a:pt x="854" y="925"/>
                      </a:lnTo>
                      <a:lnTo>
                        <a:pt x="855" y="925"/>
                      </a:lnTo>
                      <a:lnTo>
                        <a:pt x="857" y="925"/>
                      </a:lnTo>
                      <a:lnTo>
                        <a:pt x="858" y="925"/>
                      </a:lnTo>
                      <a:lnTo>
                        <a:pt x="860" y="925"/>
                      </a:lnTo>
                      <a:lnTo>
                        <a:pt x="861" y="925"/>
                      </a:lnTo>
                      <a:lnTo>
                        <a:pt x="862" y="925"/>
                      </a:lnTo>
                      <a:lnTo>
                        <a:pt x="864" y="925"/>
                      </a:lnTo>
                      <a:lnTo>
                        <a:pt x="865" y="925"/>
                      </a:lnTo>
                      <a:lnTo>
                        <a:pt x="867" y="925"/>
                      </a:lnTo>
                      <a:lnTo>
                        <a:pt x="868" y="925"/>
                      </a:lnTo>
                      <a:lnTo>
                        <a:pt x="869" y="925"/>
                      </a:lnTo>
                      <a:lnTo>
                        <a:pt x="871" y="925"/>
                      </a:lnTo>
                      <a:lnTo>
                        <a:pt x="872" y="925"/>
                      </a:lnTo>
                      <a:lnTo>
                        <a:pt x="874" y="925"/>
                      </a:lnTo>
                      <a:lnTo>
                        <a:pt x="875" y="925"/>
                      </a:lnTo>
                      <a:lnTo>
                        <a:pt x="876" y="924"/>
                      </a:lnTo>
                      <a:lnTo>
                        <a:pt x="878" y="924"/>
                      </a:lnTo>
                      <a:lnTo>
                        <a:pt x="879" y="924"/>
                      </a:lnTo>
                      <a:lnTo>
                        <a:pt x="881" y="924"/>
                      </a:lnTo>
                      <a:lnTo>
                        <a:pt x="882" y="924"/>
                      </a:lnTo>
                      <a:lnTo>
                        <a:pt x="883" y="924"/>
                      </a:lnTo>
                      <a:lnTo>
                        <a:pt x="885" y="924"/>
                      </a:lnTo>
                      <a:lnTo>
                        <a:pt x="886" y="924"/>
                      </a:lnTo>
                      <a:lnTo>
                        <a:pt x="888" y="924"/>
                      </a:lnTo>
                      <a:lnTo>
                        <a:pt x="889" y="924"/>
                      </a:lnTo>
                      <a:lnTo>
                        <a:pt x="890" y="924"/>
                      </a:lnTo>
                      <a:lnTo>
                        <a:pt x="892" y="924"/>
                      </a:lnTo>
                      <a:lnTo>
                        <a:pt x="893" y="924"/>
                      </a:lnTo>
                      <a:lnTo>
                        <a:pt x="895" y="924"/>
                      </a:lnTo>
                      <a:lnTo>
                        <a:pt x="896" y="924"/>
                      </a:lnTo>
                      <a:lnTo>
                        <a:pt x="897" y="924"/>
                      </a:lnTo>
                      <a:lnTo>
                        <a:pt x="899" y="924"/>
                      </a:lnTo>
                      <a:lnTo>
                        <a:pt x="900" y="924"/>
                      </a:lnTo>
                      <a:lnTo>
                        <a:pt x="902" y="924"/>
                      </a:lnTo>
                      <a:lnTo>
                        <a:pt x="903" y="924"/>
                      </a:lnTo>
                      <a:lnTo>
                        <a:pt x="904" y="924"/>
                      </a:lnTo>
                      <a:lnTo>
                        <a:pt x="906" y="924"/>
                      </a:lnTo>
                      <a:lnTo>
                        <a:pt x="907" y="924"/>
                      </a:lnTo>
                      <a:lnTo>
                        <a:pt x="909" y="924"/>
                      </a:lnTo>
                      <a:lnTo>
                        <a:pt x="910" y="924"/>
                      </a:lnTo>
                      <a:lnTo>
                        <a:pt x="911" y="924"/>
                      </a:lnTo>
                      <a:lnTo>
                        <a:pt x="913" y="924"/>
                      </a:lnTo>
                      <a:lnTo>
                        <a:pt x="914" y="924"/>
                      </a:lnTo>
                      <a:lnTo>
                        <a:pt x="916" y="924"/>
                      </a:lnTo>
                      <a:lnTo>
                        <a:pt x="917" y="924"/>
                      </a:lnTo>
                      <a:lnTo>
                        <a:pt x="919" y="924"/>
                      </a:lnTo>
                      <a:lnTo>
                        <a:pt x="920" y="924"/>
                      </a:lnTo>
                      <a:lnTo>
                        <a:pt x="921" y="924"/>
                      </a:lnTo>
                      <a:lnTo>
                        <a:pt x="923" y="924"/>
                      </a:lnTo>
                      <a:lnTo>
                        <a:pt x="924" y="924"/>
                      </a:lnTo>
                      <a:lnTo>
                        <a:pt x="926" y="924"/>
                      </a:lnTo>
                      <a:lnTo>
                        <a:pt x="927" y="924"/>
                      </a:lnTo>
                      <a:lnTo>
                        <a:pt x="928" y="924"/>
                      </a:lnTo>
                      <a:lnTo>
                        <a:pt x="930" y="924"/>
                      </a:lnTo>
                      <a:lnTo>
                        <a:pt x="931" y="924"/>
                      </a:lnTo>
                      <a:lnTo>
                        <a:pt x="933" y="924"/>
                      </a:lnTo>
                      <a:lnTo>
                        <a:pt x="934" y="923"/>
                      </a:lnTo>
                      <a:lnTo>
                        <a:pt x="935" y="923"/>
                      </a:lnTo>
                      <a:lnTo>
                        <a:pt x="937" y="923"/>
                      </a:lnTo>
                      <a:lnTo>
                        <a:pt x="938" y="923"/>
                      </a:lnTo>
                      <a:lnTo>
                        <a:pt x="940" y="923"/>
                      </a:lnTo>
                      <a:lnTo>
                        <a:pt x="941" y="923"/>
                      </a:lnTo>
                      <a:lnTo>
                        <a:pt x="942" y="923"/>
                      </a:lnTo>
                      <a:lnTo>
                        <a:pt x="944" y="923"/>
                      </a:lnTo>
                      <a:lnTo>
                        <a:pt x="945" y="923"/>
                      </a:lnTo>
                      <a:lnTo>
                        <a:pt x="947" y="923"/>
                      </a:lnTo>
                      <a:lnTo>
                        <a:pt x="948" y="923"/>
                      </a:lnTo>
                      <a:lnTo>
                        <a:pt x="949" y="923"/>
                      </a:lnTo>
                      <a:lnTo>
                        <a:pt x="951" y="923"/>
                      </a:lnTo>
                      <a:lnTo>
                        <a:pt x="952" y="923"/>
                      </a:lnTo>
                      <a:lnTo>
                        <a:pt x="954" y="923"/>
                      </a:lnTo>
                      <a:lnTo>
                        <a:pt x="955" y="923"/>
                      </a:lnTo>
                      <a:lnTo>
                        <a:pt x="956" y="923"/>
                      </a:lnTo>
                      <a:lnTo>
                        <a:pt x="958" y="923"/>
                      </a:lnTo>
                      <a:lnTo>
                        <a:pt x="959" y="923"/>
                      </a:lnTo>
                      <a:lnTo>
                        <a:pt x="961" y="923"/>
                      </a:lnTo>
                      <a:lnTo>
                        <a:pt x="962" y="923"/>
                      </a:lnTo>
                      <a:lnTo>
                        <a:pt x="963" y="923"/>
                      </a:lnTo>
                      <a:lnTo>
                        <a:pt x="965" y="923"/>
                      </a:lnTo>
                      <a:lnTo>
                        <a:pt x="966" y="923"/>
                      </a:lnTo>
                      <a:lnTo>
                        <a:pt x="968" y="923"/>
                      </a:lnTo>
                      <a:lnTo>
                        <a:pt x="969" y="923"/>
                      </a:lnTo>
                      <a:lnTo>
                        <a:pt x="970" y="923"/>
                      </a:lnTo>
                      <a:lnTo>
                        <a:pt x="972" y="923"/>
                      </a:lnTo>
                      <a:lnTo>
                        <a:pt x="973" y="923"/>
                      </a:lnTo>
                      <a:lnTo>
                        <a:pt x="975" y="923"/>
                      </a:lnTo>
                      <a:lnTo>
                        <a:pt x="976" y="923"/>
                      </a:lnTo>
                      <a:lnTo>
                        <a:pt x="977" y="923"/>
                      </a:lnTo>
                      <a:lnTo>
                        <a:pt x="979" y="923"/>
                      </a:lnTo>
                      <a:lnTo>
                        <a:pt x="980" y="923"/>
                      </a:lnTo>
                      <a:lnTo>
                        <a:pt x="982" y="923"/>
                      </a:lnTo>
                      <a:lnTo>
                        <a:pt x="983" y="923"/>
                      </a:lnTo>
                      <a:lnTo>
                        <a:pt x="985" y="923"/>
                      </a:lnTo>
                      <a:lnTo>
                        <a:pt x="986" y="923"/>
                      </a:lnTo>
                      <a:lnTo>
                        <a:pt x="987" y="923"/>
                      </a:lnTo>
                      <a:lnTo>
                        <a:pt x="989" y="923"/>
                      </a:lnTo>
                      <a:lnTo>
                        <a:pt x="990" y="923"/>
                      </a:lnTo>
                      <a:lnTo>
                        <a:pt x="992" y="923"/>
                      </a:lnTo>
                      <a:lnTo>
                        <a:pt x="993" y="923"/>
                      </a:lnTo>
                      <a:lnTo>
                        <a:pt x="994" y="923"/>
                      </a:lnTo>
                      <a:lnTo>
                        <a:pt x="996" y="923"/>
                      </a:lnTo>
                      <a:lnTo>
                        <a:pt x="997" y="923"/>
                      </a:lnTo>
                      <a:lnTo>
                        <a:pt x="999" y="923"/>
                      </a:lnTo>
                      <a:lnTo>
                        <a:pt x="1000" y="923"/>
                      </a:lnTo>
                      <a:lnTo>
                        <a:pt x="1001" y="923"/>
                      </a:lnTo>
                      <a:lnTo>
                        <a:pt x="1003" y="923"/>
                      </a:lnTo>
                      <a:lnTo>
                        <a:pt x="1004" y="923"/>
                      </a:lnTo>
                      <a:lnTo>
                        <a:pt x="1006" y="923"/>
                      </a:lnTo>
                      <a:lnTo>
                        <a:pt x="1007" y="923"/>
                      </a:lnTo>
                      <a:lnTo>
                        <a:pt x="1008" y="923"/>
                      </a:lnTo>
                      <a:lnTo>
                        <a:pt x="1010" y="923"/>
                      </a:lnTo>
                      <a:lnTo>
                        <a:pt x="1011" y="923"/>
                      </a:lnTo>
                      <a:lnTo>
                        <a:pt x="1013" y="923"/>
                      </a:lnTo>
                      <a:lnTo>
                        <a:pt x="1014" y="923"/>
                      </a:lnTo>
                      <a:lnTo>
                        <a:pt x="1015" y="923"/>
                      </a:lnTo>
                      <a:lnTo>
                        <a:pt x="1017" y="923"/>
                      </a:lnTo>
                      <a:lnTo>
                        <a:pt x="1018" y="923"/>
                      </a:lnTo>
                      <a:lnTo>
                        <a:pt x="1020" y="923"/>
                      </a:lnTo>
                      <a:lnTo>
                        <a:pt x="1021" y="923"/>
                      </a:lnTo>
                      <a:lnTo>
                        <a:pt x="1022" y="923"/>
                      </a:lnTo>
                      <a:lnTo>
                        <a:pt x="1024" y="923"/>
                      </a:lnTo>
                      <a:lnTo>
                        <a:pt x="1025" y="923"/>
                      </a:lnTo>
                      <a:lnTo>
                        <a:pt x="1027" y="923"/>
                      </a:lnTo>
                      <a:lnTo>
                        <a:pt x="1028" y="923"/>
                      </a:lnTo>
                      <a:lnTo>
                        <a:pt x="1029" y="923"/>
                      </a:lnTo>
                      <a:lnTo>
                        <a:pt x="1031" y="923"/>
                      </a:lnTo>
                      <a:lnTo>
                        <a:pt x="1032" y="923"/>
                      </a:lnTo>
                      <a:lnTo>
                        <a:pt x="1034" y="923"/>
                      </a:lnTo>
                      <a:lnTo>
                        <a:pt x="1035" y="923"/>
                      </a:lnTo>
                      <a:lnTo>
                        <a:pt x="1036" y="923"/>
                      </a:lnTo>
                      <a:lnTo>
                        <a:pt x="1038" y="923"/>
                      </a:lnTo>
                      <a:lnTo>
                        <a:pt x="1039" y="923"/>
                      </a:lnTo>
                      <a:lnTo>
                        <a:pt x="1041" y="923"/>
                      </a:lnTo>
                      <a:lnTo>
                        <a:pt x="1042" y="923"/>
                      </a:lnTo>
                      <a:lnTo>
                        <a:pt x="1043" y="923"/>
                      </a:lnTo>
                      <a:lnTo>
                        <a:pt x="1045" y="923"/>
                      </a:lnTo>
                      <a:lnTo>
                        <a:pt x="1046" y="923"/>
                      </a:lnTo>
                      <a:lnTo>
                        <a:pt x="1048" y="923"/>
                      </a:lnTo>
                      <a:lnTo>
                        <a:pt x="1049" y="923"/>
                      </a:lnTo>
                      <a:lnTo>
                        <a:pt x="1051" y="923"/>
                      </a:lnTo>
                      <a:lnTo>
                        <a:pt x="1052" y="923"/>
                      </a:lnTo>
                      <a:lnTo>
                        <a:pt x="1053" y="923"/>
                      </a:lnTo>
                      <a:lnTo>
                        <a:pt x="1055" y="923"/>
                      </a:lnTo>
                      <a:lnTo>
                        <a:pt x="1056" y="923"/>
                      </a:lnTo>
                      <a:lnTo>
                        <a:pt x="1058" y="923"/>
                      </a:lnTo>
                      <a:lnTo>
                        <a:pt x="1059" y="923"/>
                      </a:lnTo>
                      <a:lnTo>
                        <a:pt x="1060" y="923"/>
                      </a:lnTo>
                      <a:lnTo>
                        <a:pt x="1062" y="923"/>
                      </a:lnTo>
                      <a:lnTo>
                        <a:pt x="1063" y="923"/>
                      </a:lnTo>
                      <a:lnTo>
                        <a:pt x="1065" y="923"/>
                      </a:lnTo>
                      <a:lnTo>
                        <a:pt x="1066" y="923"/>
                      </a:lnTo>
                      <a:lnTo>
                        <a:pt x="1067" y="923"/>
                      </a:lnTo>
                      <a:lnTo>
                        <a:pt x="1069" y="923"/>
                      </a:lnTo>
                      <a:lnTo>
                        <a:pt x="1070" y="923"/>
                      </a:lnTo>
                      <a:lnTo>
                        <a:pt x="1072" y="922"/>
                      </a:lnTo>
                      <a:lnTo>
                        <a:pt x="1073" y="922"/>
                      </a:lnTo>
                      <a:lnTo>
                        <a:pt x="1074" y="922"/>
                      </a:lnTo>
                      <a:lnTo>
                        <a:pt x="1076" y="922"/>
                      </a:lnTo>
                      <a:lnTo>
                        <a:pt x="1077" y="922"/>
                      </a:lnTo>
                      <a:lnTo>
                        <a:pt x="1079" y="922"/>
                      </a:lnTo>
                      <a:lnTo>
                        <a:pt x="1080" y="922"/>
                      </a:lnTo>
                      <a:lnTo>
                        <a:pt x="1081" y="922"/>
                      </a:lnTo>
                      <a:lnTo>
                        <a:pt x="1083" y="922"/>
                      </a:lnTo>
                      <a:lnTo>
                        <a:pt x="1084" y="922"/>
                      </a:lnTo>
                      <a:lnTo>
                        <a:pt x="1086" y="922"/>
                      </a:lnTo>
                      <a:lnTo>
                        <a:pt x="1087" y="922"/>
                      </a:lnTo>
                      <a:lnTo>
                        <a:pt x="1088" y="922"/>
                      </a:lnTo>
                      <a:lnTo>
                        <a:pt x="1090" y="922"/>
                      </a:lnTo>
                      <a:lnTo>
                        <a:pt x="1091" y="922"/>
                      </a:lnTo>
                      <a:lnTo>
                        <a:pt x="1093" y="922"/>
                      </a:lnTo>
                      <a:lnTo>
                        <a:pt x="1094" y="922"/>
                      </a:lnTo>
                      <a:lnTo>
                        <a:pt x="1095" y="922"/>
                      </a:lnTo>
                      <a:lnTo>
                        <a:pt x="1097" y="922"/>
                      </a:lnTo>
                      <a:lnTo>
                        <a:pt x="1098" y="922"/>
                      </a:lnTo>
                      <a:lnTo>
                        <a:pt x="1100" y="922"/>
                      </a:lnTo>
                      <a:lnTo>
                        <a:pt x="1101" y="922"/>
                      </a:lnTo>
                      <a:lnTo>
                        <a:pt x="1102" y="922"/>
                      </a:lnTo>
                      <a:lnTo>
                        <a:pt x="1104" y="922"/>
                      </a:lnTo>
                      <a:lnTo>
                        <a:pt x="1105" y="922"/>
                      </a:lnTo>
                      <a:lnTo>
                        <a:pt x="1107" y="922"/>
                      </a:lnTo>
                      <a:lnTo>
                        <a:pt x="1108" y="922"/>
                      </a:lnTo>
                      <a:lnTo>
                        <a:pt x="1110" y="922"/>
                      </a:lnTo>
                      <a:lnTo>
                        <a:pt x="1111" y="922"/>
                      </a:lnTo>
                      <a:lnTo>
                        <a:pt x="1112" y="922"/>
                      </a:lnTo>
                      <a:lnTo>
                        <a:pt x="1114" y="922"/>
                      </a:lnTo>
                      <a:lnTo>
                        <a:pt x="1115" y="922"/>
                      </a:lnTo>
                      <a:lnTo>
                        <a:pt x="1117" y="922"/>
                      </a:lnTo>
                      <a:lnTo>
                        <a:pt x="1118" y="922"/>
                      </a:lnTo>
                      <a:lnTo>
                        <a:pt x="1119" y="922"/>
                      </a:lnTo>
                      <a:lnTo>
                        <a:pt x="1121" y="922"/>
                      </a:lnTo>
                      <a:lnTo>
                        <a:pt x="1122" y="922"/>
                      </a:lnTo>
                      <a:lnTo>
                        <a:pt x="1124" y="922"/>
                      </a:lnTo>
                      <a:lnTo>
                        <a:pt x="1125" y="922"/>
                      </a:lnTo>
                      <a:lnTo>
                        <a:pt x="1126" y="922"/>
                      </a:lnTo>
                      <a:lnTo>
                        <a:pt x="1128" y="922"/>
                      </a:lnTo>
                      <a:lnTo>
                        <a:pt x="1129" y="922"/>
                      </a:lnTo>
                      <a:lnTo>
                        <a:pt x="1131" y="922"/>
                      </a:lnTo>
                      <a:lnTo>
                        <a:pt x="1132" y="922"/>
                      </a:lnTo>
                      <a:lnTo>
                        <a:pt x="1133" y="922"/>
                      </a:lnTo>
                      <a:lnTo>
                        <a:pt x="1135" y="922"/>
                      </a:lnTo>
                      <a:lnTo>
                        <a:pt x="1136" y="922"/>
                      </a:lnTo>
                      <a:lnTo>
                        <a:pt x="1138" y="922"/>
                      </a:lnTo>
                      <a:lnTo>
                        <a:pt x="1139" y="922"/>
                      </a:lnTo>
                      <a:lnTo>
                        <a:pt x="1140" y="922"/>
                      </a:lnTo>
                      <a:lnTo>
                        <a:pt x="1142" y="922"/>
                      </a:lnTo>
                      <a:lnTo>
                        <a:pt x="1143" y="922"/>
                      </a:lnTo>
                      <a:lnTo>
                        <a:pt x="1145" y="922"/>
                      </a:lnTo>
                      <a:lnTo>
                        <a:pt x="1146" y="922"/>
                      </a:lnTo>
                      <a:lnTo>
                        <a:pt x="1147" y="922"/>
                      </a:lnTo>
                      <a:lnTo>
                        <a:pt x="1149" y="923"/>
                      </a:lnTo>
                      <a:lnTo>
                        <a:pt x="1150" y="923"/>
                      </a:lnTo>
                      <a:lnTo>
                        <a:pt x="1152" y="923"/>
                      </a:lnTo>
                      <a:lnTo>
                        <a:pt x="1153" y="923"/>
                      </a:lnTo>
                      <a:lnTo>
                        <a:pt x="1154" y="923"/>
                      </a:lnTo>
                      <a:lnTo>
                        <a:pt x="1156" y="923"/>
                      </a:lnTo>
                      <a:lnTo>
                        <a:pt x="1157" y="923"/>
                      </a:lnTo>
                      <a:lnTo>
                        <a:pt x="1159" y="923"/>
                      </a:lnTo>
                      <a:lnTo>
                        <a:pt x="1160" y="923"/>
                      </a:lnTo>
                      <a:lnTo>
                        <a:pt x="1161" y="923"/>
                      </a:lnTo>
                      <a:lnTo>
                        <a:pt x="1163" y="923"/>
                      </a:lnTo>
                      <a:lnTo>
                        <a:pt x="1164" y="923"/>
                      </a:lnTo>
                      <a:lnTo>
                        <a:pt x="1166" y="923"/>
                      </a:lnTo>
                      <a:lnTo>
                        <a:pt x="1167" y="923"/>
                      </a:lnTo>
                      <a:lnTo>
                        <a:pt x="1168" y="923"/>
                      </a:lnTo>
                      <a:lnTo>
                        <a:pt x="1170" y="923"/>
                      </a:lnTo>
                      <a:lnTo>
                        <a:pt x="1171" y="923"/>
                      </a:lnTo>
                      <a:lnTo>
                        <a:pt x="1173" y="923"/>
                      </a:lnTo>
                      <a:lnTo>
                        <a:pt x="1174" y="923"/>
                      </a:lnTo>
                      <a:lnTo>
                        <a:pt x="1176" y="923"/>
                      </a:lnTo>
                      <a:lnTo>
                        <a:pt x="1177" y="923"/>
                      </a:lnTo>
                      <a:lnTo>
                        <a:pt x="1178" y="923"/>
                      </a:lnTo>
                      <a:lnTo>
                        <a:pt x="1180" y="923"/>
                      </a:lnTo>
                      <a:lnTo>
                        <a:pt x="1181" y="923"/>
                      </a:lnTo>
                      <a:lnTo>
                        <a:pt x="1183" y="923"/>
                      </a:lnTo>
                      <a:lnTo>
                        <a:pt x="1184" y="923"/>
                      </a:lnTo>
                      <a:lnTo>
                        <a:pt x="1185" y="923"/>
                      </a:lnTo>
                      <a:lnTo>
                        <a:pt x="1187" y="923"/>
                      </a:lnTo>
                      <a:lnTo>
                        <a:pt x="1188" y="923"/>
                      </a:lnTo>
                      <a:lnTo>
                        <a:pt x="1190" y="923"/>
                      </a:lnTo>
                      <a:lnTo>
                        <a:pt x="1191" y="923"/>
                      </a:lnTo>
                      <a:lnTo>
                        <a:pt x="1192" y="923"/>
                      </a:lnTo>
                      <a:lnTo>
                        <a:pt x="1194" y="923"/>
                      </a:lnTo>
                      <a:lnTo>
                        <a:pt x="1195" y="923"/>
                      </a:lnTo>
                      <a:lnTo>
                        <a:pt x="1197" y="923"/>
                      </a:lnTo>
                      <a:lnTo>
                        <a:pt x="1198" y="923"/>
                      </a:lnTo>
                      <a:lnTo>
                        <a:pt x="1199" y="923"/>
                      </a:lnTo>
                      <a:lnTo>
                        <a:pt x="1201" y="923"/>
                      </a:lnTo>
                      <a:lnTo>
                        <a:pt x="1202" y="923"/>
                      </a:lnTo>
                      <a:lnTo>
                        <a:pt x="1204" y="923"/>
                      </a:lnTo>
                      <a:lnTo>
                        <a:pt x="1205" y="923"/>
                      </a:lnTo>
                      <a:lnTo>
                        <a:pt x="1206" y="923"/>
                      </a:lnTo>
                      <a:lnTo>
                        <a:pt x="1208" y="923"/>
                      </a:lnTo>
                      <a:lnTo>
                        <a:pt x="1209" y="923"/>
                      </a:lnTo>
                      <a:lnTo>
                        <a:pt x="1211" y="923"/>
                      </a:lnTo>
                      <a:lnTo>
                        <a:pt x="1212" y="923"/>
                      </a:lnTo>
                      <a:lnTo>
                        <a:pt x="1213" y="923"/>
                      </a:lnTo>
                      <a:lnTo>
                        <a:pt x="1215" y="923"/>
                      </a:lnTo>
                      <a:lnTo>
                        <a:pt x="1216" y="923"/>
                      </a:lnTo>
                      <a:lnTo>
                        <a:pt x="1218" y="923"/>
                      </a:lnTo>
                      <a:lnTo>
                        <a:pt x="1219" y="923"/>
                      </a:lnTo>
                      <a:lnTo>
                        <a:pt x="1220" y="923"/>
                      </a:lnTo>
                      <a:lnTo>
                        <a:pt x="1222" y="923"/>
                      </a:lnTo>
                      <a:lnTo>
                        <a:pt x="1223" y="923"/>
                      </a:lnTo>
                      <a:lnTo>
                        <a:pt x="1225" y="923"/>
                      </a:lnTo>
                      <a:lnTo>
                        <a:pt x="1226" y="923"/>
                      </a:lnTo>
                      <a:lnTo>
                        <a:pt x="1227" y="923"/>
                      </a:lnTo>
                      <a:lnTo>
                        <a:pt x="1229" y="923"/>
                      </a:lnTo>
                      <a:lnTo>
                        <a:pt x="1230" y="923"/>
                      </a:lnTo>
                      <a:lnTo>
                        <a:pt x="1232" y="923"/>
                      </a:lnTo>
                      <a:lnTo>
                        <a:pt x="1233" y="923"/>
                      </a:lnTo>
                      <a:lnTo>
                        <a:pt x="1235" y="923"/>
                      </a:lnTo>
                      <a:lnTo>
                        <a:pt x="1236" y="923"/>
                      </a:lnTo>
                      <a:lnTo>
                        <a:pt x="1237" y="923"/>
                      </a:lnTo>
                      <a:lnTo>
                        <a:pt x="1239" y="923"/>
                      </a:lnTo>
                      <a:lnTo>
                        <a:pt x="1240" y="923"/>
                      </a:lnTo>
                      <a:lnTo>
                        <a:pt x="1242" y="923"/>
                      </a:lnTo>
                      <a:lnTo>
                        <a:pt x="1243" y="923"/>
                      </a:lnTo>
                      <a:lnTo>
                        <a:pt x="1244" y="923"/>
                      </a:lnTo>
                      <a:lnTo>
                        <a:pt x="1246" y="923"/>
                      </a:lnTo>
                      <a:lnTo>
                        <a:pt x="1247" y="923"/>
                      </a:lnTo>
                      <a:lnTo>
                        <a:pt x="1249" y="923"/>
                      </a:lnTo>
                      <a:lnTo>
                        <a:pt x="1250" y="923"/>
                      </a:lnTo>
                      <a:lnTo>
                        <a:pt x="1251" y="923"/>
                      </a:lnTo>
                      <a:lnTo>
                        <a:pt x="1253" y="923"/>
                      </a:lnTo>
                      <a:lnTo>
                        <a:pt x="1254" y="923"/>
                      </a:lnTo>
                      <a:lnTo>
                        <a:pt x="1256" y="923"/>
                      </a:lnTo>
                      <a:lnTo>
                        <a:pt x="1257" y="923"/>
                      </a:lnTo>
                      <a:lnTo>
                        <a:pt x="1258" y="923"/>
                      </a:lnTo>
                      <a:lnTo>
                        <a:pt x="1260" y="923"/>
                      </a:lnTo>
                      <a:lnTo>
                        <a:pt x="1261" y="923"/>
                      </a:lnTo>
                      <a:lnTo>
                        <a:pt x="1263" y="923"/>
                      </a:lnTo>
                      <a:lnTo>
                        <a:pt x="1264" y="923"/>
                      </a:lnTo>
                      <a:lnTo>
                        <a:pt x="1265" y="923"/>
                      </a:lnTo>
                      <a:lnTo>
                        <a:pt x="1267" y="923"/>
                      </a:lnTo>
                      <a:lnTo>
                        <a:pt x="1268" y="923"/>
                      </a:lnTo>
                      <a:lnTo>
                        <a:pt x="1270" y="923"/>
                      </a:lnTo>
                      <a:lnTo>
                        <a:pt x="1271" y="923"/>
                      </a:lnTo>
                      <a:lnTo>
                        <a:pt x="1272" y="923"/>
                      </a:lnTo>
                      <a:lnTo>
                        <a:pt x="1274" y="923"/>
                      </a:lnTo>
                      <a:lnTo>
                        <a:pt x="1275" y="923"/>
                      </a:lnTo>
                      <a:lnTo>
                        <a:pt x="1277" y="923"/>
                      </a:lnTo>
                      <a:lnTo>
                        <a:pt x="1278" y="923"/>
                      </a:lnTo>
                      <a:lnTo>
                        <a:pt x="1279" y="923"/>
                      </a:lnTo>
                      <a:lnTo>
                        <a:pt x="1281" y="923"/>
                      </a:lnTo>
                      <a:lnTo>
                        <a:pt x="1282" y="923"/>
                      </a:lnTo>
                      <a:lnTo>
                        <a:pt x="1284" y="923"/>
                      </a:lnTo>
                      <a:lnTo>
                        <a:pt x="1285" y="923"/>
                      </a:lnTo>
                      <a:lnTo>
                        <a:pt x="1286" y="923"/>
                      </a:lnTo>
                      <a:lnTo>
                        <a:pt x="1288" y="923"/>
                      </a:lnTo>
                      <a:lnTo>
                        <a:pt x="1289" y="923"/>
                      </a:lnTo>
                      <a:lnTo>
                        <a:pt x="1291" y="923"/>
                      </a:lnTo>
                      <a:lnTo>
                        <a:pt x="1292" y="923"/>
                      </a:lnTo>
                      <a:lnTo>
                        <a:pt x="1293" y="923"/>
                      </a:lnTo>
                      <a:lnTo>
                        <a:pt x="1295" y="923"/>
                      </a:lnTo>
                      <a:lnTo>
                        <a:pt x="1296" y="923"/>
                      </a:lnTo>
                      <a:lnTo>
                        <a:pt x="1298" y="923"/>
                      </a:lnTo>
                      <a:lnTo>
                        <a:pt x="1299" y="923"/>
                      </a:lnTo>
                      <a:lnTo>
                        <a:pt x="1301" y="923"/>
                      </a:lnTo>
                      <a:lnTo>
                        <a:pt x="1302" y="923"/>
                      </a:lnTo>
                      <a:lnTo>
                        <a:pt x="1303" y="923"/>
                      </a:lnTo>
                      <a:lnTo>
                        <a:pt x="1305" y="923"/>
                      </a:lnTo>
                      <a:lnTo>
                        <a:pt x="1306" y="923"/>
                      </a:lnTo>
                      <a:lnTo>
                        <a:pt x="1308" y="923"/>
                      </a:lnTo>
                      <a:lnTo>
                        <a:pt x="1309" y="923"/>
                      </a:lnTo>
                      <a:lnTo>
                        <a:pt x="1310" y="923"/>
                      </a:lnTo>
                      <a:lnTo>
                        <a:pt x="1312" y="923"/>
                      </a:lnTo>
                      <a:lnTo>
                        <a:pt x="1313" y="923"/>
                      </a:lnTo>
                      <a:lnTo>
                        <a:pt x="1315" y="923"/>
                      </a:lnTo>
                      <a:lnTo>
                        <a:pt x="1316" y="923"/>
                      </a:lnTo>
                      <a:lnTo>
                        <a:pt x="1317" y="923"/>
                      </a:lnTo>
                      <a:lnTo>
                        <a:pt x="1319" y="923"/>
                      </a:lnTo>
                      <a:lnTo>
                        <a:pt x="1320" y="923"/>
                      </a:lnTo>
                      <a:lnTo>
                        <a:pt x="1322" y="924"/>
                      </a:lnTo>
                      <a:lnTo>
                        <a:pt x="1323" y="924"/>
                      </a:lnTo>
                      <a:lnTo>
                        <a:pt x="1324" y="924"/>
                      </a:lnTo>
                      <a:lnTo>
                        <a:pt x="1326" y="924"/>
                      </a:lnTo>
                      <a:lnTo>
                        <a:pt x="1327" y="924"/>
                      </a:lnTo>
                      <a:lnTo>
                        <a:pt x="1329" y="924"/>
                      </a:lnTo>
                      <a:lnTo>
                        <a:pt x="1330" y="924"/>
                      </a:lnTo>
                      <a:lnTo>
                        <a:pt x="1331" y="924"/>
                      </a:lnTo>
                      <a:lnTo>
                        <a:pt x="1333" y="924"/>
                      </a:lnTo>
                      <a:lnTo>
                        <a:pt x="1334" y="924"/>
                      </a:lnTo>
                      <a:lnTo>
                        <a:pt x="1336" y="924"/>
                      </a:lnTo>
                      <a:lnTo>
                        <a:pt x="1337" y="924"/>
                      </a:lnTo>
                      <a:lnTo>
                        <a:pt x="1338" y="924"/>
                      </a:lnTo>
                      <a:lnTo>
                        <a:pt x="1340" y="924"/>
                      </a:lnTo>
                      <a:lnTo>
                        <a:pt x="1341" y="924"/>
                      </a:lnTo>
                      <a:lnTo>
                        <a:pt x="1343" y="924"/>
                      </a:lnTo>
                      <a:lnTo>
                        <a:pt x="1344" y="924"/>
                      </a:lnTo>
                      <a:lnTo>
                        <a:pt x="1345" y="924"/>
                      </a:lnTo>
                      <a:lnTo>
                        <a:pt x="1347" y="924"/>
                      </a:lnTo>
                      <a:lnTo>
                        <a:pt x="1348" y="924"/>
                      </a:lnTo>
                      <a:lnTo>
                        <a:pt x="1350" y="924"/>
                      </a:lnTo>
                      <a:lnTo>
                        <a:pt x="1351" y="924"/>
                      </a:lnTo>
                      <a:lnTo>
                        <a:pt x="1352" y="924"/>
                      </a:lnTo>
                      <a:lnTo>
                        <a:pt x="1354" y="924"/>
                      </a:lnTo>
                      <a:lnTo>
                        <a:pt x="1355" y="924"/>
                      </a:lnTo>
                      <a:lnTo>
                        <a:pt x="1357" y="924"/>
                      </a:lnTo>
                      <a:lnTo>
                        <a:pt x="1358" y="924"/>
                      </a:lnTo>
                      <a:lnTo>
                        <a:pt x="1359" y="924"/>
                      </a:lnTo>
                      <a:lnTo>
                        <a:pt x="1361" y="924"/>
                      </a:lnTo>
                      <a:lnTo>
                        <a:pt x="1362" y="924"/>
                      </a:lnTo>
                      <a:lnTo>
                        <a:pt x="1364" y="924"/>
                      </a:lnTo>
                      <a:lnTo>
                        <a:pt x="1365" y="924"/>
                      </a:lnTo>
                      <a:lnTo>
                        <a:pt x="1367" y="924"/>
                      </a:lnTo>
                      <a:lnTo>
                        <a:pt x="1368" y="924"/>
                      </a:lnTo>
                      <a:lnTo>
                        <a:pt x="1369" y="924"/>
                      </a:lnTo>
                      <a:lnTo>
                        <a:pt x="1371" y="924"/>
                      </a:lnTo>
                      <a:lnTo>
                        <a:pt x="1372" y="924"/>
                      </a:lnTo>
                      <a:lnTo>
                        <a:pt x="1374" y="924"/>
                      </a:lnTo>
                      <a:lnTo>
                        <a:pt x="1375" y="924"/>
                      </a:lnTo>
                      <a:lnTo>
                        <a:pt x="1376" y="924"/>
                      </a:lnTo>
                      <a:lnTo>
                        <a:pt x="1378" y="924"/>
                      </a:lnTo>
                      <a:lnTo>
                        <a:pt x="1379" y="924"/>
                      </a:lnTo>
                      <a:lnTo>
                        <a:pt x="1381" y="924"/>
                      </a:lnTo>
                      <a:lnTo>
                        <a:pt x="1382" y="924"/>
                      </a:lnTo>
                      <a:lnTo>
                        <a:pt x="1383" y="924"/>
                      </a:lnTo>
                      <a:lnTo>
                        <a:pt x="1385" y="924"/>
                      </a:lnTo>
                      <a:lnTo>
                        <a:pt x="1386" y="924"/>
                      </a:lnTo>
                      <a:lnTo>
                        <a:pt x="1388" y="924"/>
                      </a:lnTo>
                      <a:lnTo>
                        <a:pt x="1389" y="924"/>
                      </a:lnTo>
                      <a:lnTo>
                        <a:pt x="1390" y="924"/>
                      </a:lnTo>
                      <a:lnTo>
                        <a:pt x="1392" y="924"/>
                      </a:lnTo>
                      <a:lnTo>
                        <a:pt x="1393" y="924"/>
                      </a:lnTo>
                      <a:lnTo>
                        <a:pt x="1395" y="924"/>
                      </a:lnTo>
                      <a:lnTo>
                        <a:pt x="1396" y="924"/>
                      </a:lnTo>
                      <a:lnTo>
                        <a:pt x="1397" y="924"/>
                      </a:lnTo>
                      <a:lnTo>
                        <a:pt x="1399" y="924"/>
                      </a:lnTo>
                      <a:lnTo>
                        <a:pt x="1400" y="924"/>
                      </a:lnTo>
                      <a:lnTo>
                        <a:pt x="1402" y="924"/>
                      </a:lnTo>
                      <a:lnTo>
                        <a:pt x="1403" y="924"/>
                      </a:lnTo>
                      <a:lnTo>
                        <a:pt x="1404" y="924"/>
                      </a:lnTo>
                      <a:lnTo>
                        <a:pt x="1406" y="924"/>
                      </a:lnTo>
                      <a:lnTo>
                        <a:pt x="1407" y="924"/>
                      </a:lnTo>
                      <a:lnTo>
                        <a:pt x="1409" y="924"/>
                      </a:lnTo>
                      <a:lnTo>
                        <a:pt x="1410" y="924"/>
                      </a:lnTo>
                      <a:lnTo>
                        <a:pt x="1411" y="924"/>
                      </a:lnTo>
                      <a:lnTo>
                        <a:pt x="1413" y="924"/>
                      </a:lnTo>
                      <a:lnTo>
                        <a:pt x="1414" y="924"/>
                      </a:lnTo>
                      <a:lnTo>
                        <a:pt x="1416" y="924"/>
                      </a:lnTo>
                      <a:lnTo>
                        <a:pt x="1417" y="924"/>
                      </a:lnTo>
                      <a:lnTo>
                        <a:pt x="1418" y="925"/>
                      </a:lnTo>
                      <a:lnTo>
                        <a:pt x="1420" y="925"/>
                      </a:lnTo>
                      <a:lnTo>
                        <a:pt x="1421" y="925"/>
                      </a:lnTo>
                      <a:lnTo>
                        <a:pt x="1423" y="925"/>
                      </a:lnTo>
                      <a:lnTo>
                        <a:pt x="1424" y="925"/>
                      </a:lnTo>
                      <a:lnTo>
                        <a:pt x="1426" y="925"/>
                      </a:lnTo>
                      <a:lnTo>
                        <a:pt x="1427" y="925"/>
                      </a:lnTo>
                      <a:lnTo>
                        <a:pt x="1428" y="925"/>
                      </a:lnTo>
                      <a:lnTo>
                        <a:pt x="1430" y="925"/>
                      </a:lnTo>
                      <a:lnTo>
                        <a:pt x="1431" y="925"/>
                      </a:lnTo>
                      <a:lnTo>
                        <a:pt x="1433" y="925"/>
                      </a:lnTo>
                      <a:lnTo>
                        <a:pt x="1434" y="925"/>
                      </a:lnTo>
                      <a:lnTo>
                        <a:pt x="1435" y="925"/>
                      </a:lnTo>
                      <a:lnTo>
                        <a:pt x="1437" y="925"/>
                      </a:lnTo>
                      <a:lnTo>
                        <a:pt x="1438" y="925"/>
                      </a:lnTo>
                      <a:lnTo>
                        <a:pt x="1440" y="925"/>
                      </a:lnTo>
                      <a:lnTo>
                        <a:pt x="1441" y="925"/>
                      </a:lnTo>
                      <a:lnTo>
                        <a:pt x="1442" y="925"/>
                      </a:lnTo>
                      <a:lnTo>
                        <a:pt x="1444" y="925"/>
                      </a:lnTo>
                      <a:lnTo>
                        <a:pt x="1445" y="925"/>
                      </a:lnTo>
                      <a:lnTo>
                        <a:pt x="1447" y="925"/>
                      </a:lnTo>
                      <a:lnTo>
                        <a:pt x="1448" y="925"/>
                      </a:lnTo>
                      <a:lnTo>
                        <a:pt x="1449" y="925"/>
                      </a:lnTo>
                      <a:lnTo>
                        <a:pt x="1451" y="925"/>
                      </a:lnTo>
                      <a:lnTo>
                        <a:pt x="1452" y="925"/>
                      </a:lnTo>
                      <a:lnTo>
                        <a:pt x="1454" y="925"/>
                      </a:lnTo>
                      <a:lnTo>
                        <a:pt x="1455" y="925"/>
                      </a:lnTo>
                      <a:lnTo>
                        <a:pt x="1456" y="925"/>
                      </a:lnTo>
                      <a:lnTo>
                        <a:pt x="1458" y="925"/>
                      </a:lnTo>
                      <a:lnTo>
                        <a:pt x="1459" y="925"/>
                      </a:lnTo>
                      <a:lnTo>
                        <a:pt x="1461" y="925"/>
                      </a:lnTo>
                      <a:lnTo>
                        <a:pt x="1462" y="925"/>
                      </a:lnTo>
                      <a:lnTo>
                        <a:pt x="1463" y="925"/>
                      </a:lnTo>
                      <a:lnTo>
                        <a:pt x="1465" y="925"/>
                      </a:lnTo>
                      <a:lnTo>
                        <a:pt x="1466" y="925"/>
                      </a:lnTo>
                      <a:lnTo>
                        <a:pt x="1468" y="925"/>
                      </a:lnTo>
                      <a:lnTo>
                        <a:pt x="1469" y="925"/>
                      </a:lnTo>
                      <a:lnTo>
                        <a:pt x="1470" y="925"/>
                      </a:lnTo>
                      <a:lnTo>
                        <a:pt x="1472" y="925"/>
                      </a:lnTo>
                      <a:lnTo>
                        <a:pt x="1473" y="925"/>
                      </a:lnTo>
                      <a:lnTo>
                        <a:pt x="1475" y="925"/>
                      </a:lnTo>
                      <a:lnTo>
                        <a:pt x="1476" y="925"/>
                      </a:lnTo>
                      <a:lnTo>
                        <a:pt x="1477" y="925"/>
                      </a:lnTo>
                      <a:lnTo>
                        <a:pt x="1479" y="925"/>
                      </a:lnTo>
                      <a:lnTo>
                        <a:pt x="1480" y="925"/>
                      </a:lnTo>
                      <a:lnTo>
                        <a:pt x="1482" y="925"/>
                      </a:lnTo>
                      <a:lnTo>
                        <a:pt x="1483" y="925"/>
                      </a:lnTo>
                      <a:lnTo>
                        <a:pt x="1484" y="925"/>
                      </a:lnTo>
                      <a:lnTo>
                        <a:pt x="1486" y="925"/>
                      </a:lnTo>
                      <a:lnTo>
                        <a:pt x="1487" y="925"/>
                      </a:lnTo>
                      <a:lnTo>
                        <a:pt x="1489" y="925"/>
                      </a:lnTo>
                      <a:lnTo>
                        <a:pt x="1490" y="925"/>
                      </a:lnTo>
                      <a:lnTo>
                        <a:pt x="1492" y="925"/>
                      </a:lnTo>
                      <a:lnTo>
                        <a:pt x="1493" y="925"/>
                      </a:lnTo>
                      <a:lnTo>
                        <a:pt x="1494" y="925"/>
                      </a:lnTo>
                      <a:lnTo>
                        <a:pt x="1496" y="925"/>
                      </a:lnTo>
                      <a:lnTo>
                        <a:pt x="1497" y="925"/>
                      </a:lnTo>
                      <a:lnTo>
                        <a:pt x="1499" y="925"/>
                      </a:lnTo>
                      <a:lnTo>
                        <a:pt x="1500" y="926"/>
                      </a:lnTo>
                      <a:lnTo>
                        <a:pt x="1501" y="926"/>
                      </a:lnTo>
                      <a:lnTo>
                        <a:pt x="1503" y="926"/>
                      </a:lnTo>
                      <a:lnTo>
                        <a:pt x="1504" y="926"/>
                      </a:lnTo>
                      <a:lnTo>
                        <a:pt x="1506" y="926"/>
                      </a:lnTo>
                      <a:lnTo>
                        <a:pt x="1507" y="926"/>
                      </a:lnTo>
                      <a:lnTo>
                        <a:pt x="1508" y="926"/>
                      </a:lnTo>
                      <a:lnTo>
                        <a:pt x="1510" y="926"/>
                      </a:lnTo>
                      <a:lnTo>
                        <a:pt x="1511" y="926"/>
                      </a:lnTo>
                      <a:lnTo>
                        <a:pt x="1513" y="926"/>
                      </a:lnTo>
                      <a:lnTo>
                        <a:pt x="1514" y="926"/>
                      </a:lnTo>
                      <a:lnTo>
                        <a:pt x="1515" y="926"/>
                      </a:lnTo>
                      <a:lnTo>
                        <a:pt x="1517" y="926"/>
                      </a:lnTo>
                      <a:lnTo>
                        <a:pt x="1518" y="926"/>
                      </a:lnTo>
                      <a:lnTo>
                        <a:pt x="1520" y="926"/>
                      </a:lnTo>
                      <a:lnTo>
                        <a:pt x="1521" y="926"/>
                      </a:lnTo>
                      <a:lnTo>
                        <a:pt x="1522" y="926"/>
                      </a:lnTo>
                      <a:lnTo>
                        <a:pt x="1524" y="926"/>
                      </a:lnTo>
                      <a:lnTo>
                        <a:pt x="1525" y="926"/>
                      </a:lnTo>
                      <a:lnTo>
                        <a:pt x="1527" y="926"/>
                      </a:lnTo>
                      <a:lnTo>
                        <a:pt x="1528" y="926"/>
                      </a:lnTo>
                      <a:lnTo>
                        <a:pt x="1529" y="926"/>
                      </a:lnTo>
                      <a:lnTo>
                        <a:pt x="1531" y="926"/>
                      </a:lnTo>
                      <a:lnTo>
                        <a:pt x="1532" y="926"/>
                      </a:lnTo>
                      <a:lnTo>
                        <a:pt x="1534" y="926"/>
                      </a:lnTo>
                      <a:lnTo>
                        <a:pt x="1535" y="926"/>
                      </a:lnTo>
                      <a:lnTo>
                        <a:pt x="1536" y="926"/>
                      </a:lnTo>
                      <a:lnTo>
                        <a:pt x="1538" y="926"/>
                      </a:lnTo>
                      <a:lnTo>
                        <a:pt x="1539" y="926"/>
                      </a:lnTo>
                      <a:lnTo>
                        <a:pt x="1541" y="926"/>
                      </a:lnTo>
                      <a:lnTo>
                        <a:pt x="1542" y="926"/>
                      </a:lnTo>
                      <a:lnTo>
                        <a:pt x="1543" y="926"/>
                      </a:lnTo>
                      <a:lnTo>
                        <a:pt x="1545" y="926"/>
                      </a:lnTo>
                      <a:lnTo>
                        <a:pt x="1546" y="926"/>
                      </a:lnTo>
                      <a:lnTo>
                        <a:pt x="1548" y="926"/>
                      </a:lnTo>
                      <a:lnTo>
                        <a:pt x="1549" y="926"/>
                      </a:lnTo>
                      <a:lnTo>
                        <a:pt x="1550" y="926"/>
                      </a:lnTo>
                      <a:lnTo>
                        <a:pt x="1552" y="926"/>
                      </a:lnTo>
                      <a:lnTo>
                        <a:pt x="1553" y="926"/>
                      </a:lnTo>
                      <a:lnTo>
                        <a:pt x="1555" y="926"/>
                      </a:lnTo>
                      <a:lnTo>
                        <a:pt x="1556" y="926"/>
                      </a:lnTo>
                      <a:lnTo>
                        <a:pt x="1558" y="926"/>
                      </a:lnTo>
                      <a:lnTo>
                        <a:pt x="1559" y="926"/>
                      </a:lnTo>
                      <a:lnTo>
                        <a:pt x="1560" y="926"/>
                      </a:lnTo>
                      <a:lnTo>
                        <a:pt x="1562" y="926"/>
                      </a:lnTo>
                      <a:lnTo>
                        <a:pt x="1563" y="926"/>
                      </a:lnTo>
                      <a:lnTo>
                        <a:pt x="1565" y="926"/>
                      </a:lnTo>
                      <a:lnTo>
                        <a:pt x="1566" y="926"/>
                      </a:lnTo>
                      <a:lnTo>
                        <a:pt x="1567" y="926"/>
                      </a:lnTo>
                      <a:lnTo>
                        <a:pt x="1569" y="926"/>
                      </a:lnTo>
                      <a:lnTo>
                        <a:pt x="1570" y="926"/>
                      </a:lnTo>
                      <a:lnTo>
                        <a:pt x="1572" y="926"/>
                      </a:lnTo>
                      <a:lnTo>
                        <a:pt x="1573" y="927"/>
                      </a:lnTo>
                      <a:lnTo>
                        <a:pt x="1574" y="927"/>
                      </a:lnTo>
                      <a:lnTo>
                        <a:pt x="1576" y="927"/>
                      </a:lnTo>
                      <a:lnTo>
                        <a:pt x="1577" y="927"/>
                      </a:lnTo>
                      <a:lnTo>
                        <a:pt x="1579" y="927"/>
                      </a:lnTo>
                      <a:lnTo>
                        <a:pt x="1580" y="927"/>
                      </a:lnTo>
                      <a:lnTo>
                        <a:pt x="1581" y="927"/>
                      </a:lnTo>
                      <a:lnTo>
                        <a:pt x="1583" y="927"/>
                      </a:lnTo>
                      <a:lnTo>
                        <a:pt x="1584" y="927"/>
                      </a:lnTo>
                      <a:lnTo>
                        <a:pt x="1586" y="927"/>
                      </a:lnTo>
                      <a:lnTo>
                        <a:pt x="1587" y="927"/>
                      </a:lnTo>
                      <a:lnTo>
                        <a:pt x="1588" y="927"/>
                      </a:lnTo>
                      <a:lnTo>
                        <a:pt x="1590" y="927"/>
                      </a:lnTo>
                      <a:lnTo>
                        <a:pt x="1591" y="927"/>
                      </a:lnTo>
                      <a:lnTo>
                        <a:pt x="1593" y="927"/>
                      </a:lnTo>
                      <a:lnTo>
                        <a:pt x="1594" y="927"/>
                      </a:lnTo>
                      <a:lnTo>
                        <a:pt x="1595" y="927"/>
                      </a:lnTo>
                      <a:lnTo>
                        <a:pt x="1597" y="927"/>
                      </a:lnTo>
                      <a:lnTo>
                        <a:pt x="1598" y="927"/>
                      </a:lnTo>
                      <a:lnTo>
                        <a:pt x="1600" y="927"/>
                      </a:lnTo>
                      <a:lnTo>
                        <a:pt x="1601" y="927"/>
                      </a:lnTo>
                      <a:lnTo>
                        <a:pt x="1602" y="927"/>
                      </a:lnTo>
                      <a:lnTo>
                        <a:pt x="1604" y="927"/>
                      </a:lnTo>
                      <a:lnTo>
                        <a:pt x="1605" y="927"/>
                      </a:lnTo>
                      <a:lnTo>
                        <a:pt x="1607" y="927"/>
                      </a:lnTo>
                      <a:lnTo>
                        <a:pt x="1608" y="927"/>
                      </a:lnTo>
                      <a:lnTo>
                        <a:pt x="1609" y="927"/>
                      </a:lnTo>
                      <a:lnTo>
                        <a:pt x="1611" y="927"/>
                      </a:lnTo>
                      <a:lnTo>
                        <a:pt x="1612" y="927"/>
                      </a:lnTo>
                      <a:lnTo>
                        <a:pt x="1614" y="927"/>
                      </a:lnTo>
                      <a:lnTo>
                        <a:pt x="1615" y="927"/>
                      </a:lnTo>
                      <a:lnTo>
                        <a:pt x="1617" y="927"/>
                      </a:lnTo>
                      <a:lnTo>
                        <a:pt x="1618" y="927"/>
                      </a:lnTo>
                      <a:lnTo>
                        <a:pt x="1619" y="927"/>
                      </a:lnTo>
                      <a:lnTo>
                        <a:pt x="1621" y="927"/>
                      </a:lnTo>
                      <a:lnTo>
                        <a:pt x="1622" y="927"/>
                      </a:lnTo>
                      <a:lnTo>
                        <a:pt x="1624" y="927"/>
                      </a:lnTo>
                      <a:lnTo>
                        <a:pt x="1625" y="927"/>
                      </a:lnTo>
                      <a:lnTo>
                        <a:pt x="1626" y="927"/>
                      </a:lnTo>
                      <a:lnTo>
                        <a:pt x="1628" y="927"/>
                      </a:lnTo>
                      <a:lnTo>
                        <a:pt x="1629" y="927"/>
                      </a:lnTo>
                      <a:lnTo>
                        <a:pt x="1631" y="927"/>
                      </a:lnTo>
                      <a:lnTo>
                        <a:pt x="1632" y="927"/>
                      </a:lnTo>
                      <a:lnTo>
                        <a:pt x="1633" y="927"/>
                      </a:lnTo>
                      <a:lnTo>
                        <a:pt x="1635" y="927"/>
                      </a:lnTo>
                      <a:lnTo>
                        <a:pt x="1636" y="927"/>
                      </a:lnTo>
                      <a:lnTo>
                        <a:pt x="1638" y="927"/>
                      </a:lnTo>
                      <a:lnTo>
                        <a:pt x="1639" y="927"/>
                      </a:lnTo>
                      <a:lnTo>
                        <a:pt x="1640" y="927"/>
                      </a:lnTo>
                      <a:lnTo>
                        <a:pt x="1642" y="928"/>
                      </a:lnTo>
                      <a:lnTo>
                        <a:pt x="1643" y="928"/>
                      </a:lnTo>
                      <a:lnTo>
                        <a:pt x="1645" y="928"/>
                      </a:lnTo>
                      <a:lnTo>
                        <a:pt x="1646" y="928"/>
                      </a:lnTo>
                      <a:lnTo>
                        <a:pt x="1647" y="928"/>
                      </a:lnTo>
                      <a:lnTo>
                        <a:pt x="1649" y="928"/>
                      </a:lnTo>
                      <a:lnTo>
                        <a:pt x="1650" y="928"/>
                      </a:lnTo>
                      <a:lnTo>
                        <a:pt x="1652" y="928"/>
                      </a:lnTo>
                      <a:lnTo>
                        <a:pt x="1653" y="928"/>
                      </a:lnTo>
                      <a:lnTo>
                        <a:pt x="1654" y="928"/>
                      </a:lnTo>
                      <a:lnTo>
                        <a:pt x="1656" y="928"/>
                      </a:lnTo>
                      <a:lnTo>
                        <a:pt x="1657" y="928"/>
                      </a:lnTo>
                      <a:lnTo>
                        <a:pt x="1659" y="928"/>
                      </a:lnTo>
                      <a:lnTo>
                        <a:pt x="1660" y="928"/>
                      </a:lnTo>
                      <a:lnTo>
                        <a:pt x="1661" y="928"/>
                      </a:lnTo>
                      <a:lnTo>
                        <a:pt x="1663" y="928"/>
                      </a:lnTo>
                      <a:lnTo>
                        <a:pt x="1664" y="928"/>
                      </a:lnTo>
                      <a:lnTo>
                        <a:pt x="1666" y="928"/>
                      </a:lnTo>
                      <a:lnTo>
                        <a:pt x="1667" y="928"/>
                      </a:lnTo>
                      <a:lnTo>
                        <a:pt x="1668" y="928"/>
                      </a:lnTo>
                      <a:lnTo>
                        <a:pt x="1670" y="928"/>
                      </a:lnTo>
                      <a:lnTo>
                        <a:pt x="1671" y="928"/>
                      </a:lnTo>
                      <a:lnTo>
                        <a:pt x="1673" y="928"/>
                      </a:lnTo>
                      <a:lnTo>
                        <a:pt x="1674" y="928"/>
                      </a:lnTo>
                      <a:lnTo>
                        <a:pt x="1675" y="928"/>
                      </a:lnTo>
                      <a:lnTo>
                        <a:pt x="1677" y="928"/>
                      </a:lnTo>
                      <a:lnTo>
                        <a:pt x="1678" y="928"/>
                      </a:lnTo>
                      <a:lnTo>
                        <a:pt x="1680" y="928"/>
                      </a:lnTo>
                      <a:lnTo>
                        <a:pt x="1681" y="928"/>
                      </a:lnTo>
                      <a:lnTo>
                        <a:pt x="1683" y="928"/>
                      </a:lnTo>
                      <a:lnTo>
                        <a:pt x="1684" y="928"/>
                      </a:lnTo>
                      <a:lnTo>
                        <a:pt x="1685" y="928"/>
                      </a:lnTo>
                      <a:lnTo>
                        <a:pt x="1687" y="928"/>
                      </a:lnTo>
                      <a:lnTo>
                        <a:pt x="1688" y="928"/>
                      </a:lnTo>
                      <a:lnTo>
                        <a:pt x="1690" y="928"/>
                      </a:lnTo>
                      <a:lnTo>
                        <a:pt x="1691" y="928"/>
                      </a:lnTo>
                      <a:lnTo>
                        <a:pt x="1692" y="928"/>
                      </a:lnTo>
                      <a:lnTo>
                        <a:pt x="1694" y="928"/>
                      </a:lnTo>
                      <a:lnTo>
                        <a:pt x="1695" y="928"/>
                      </a:lnTo>
                      <a:lnTo>
                        <a:pt x="1697" y="928"/>
                      </a:lnTo>
                      <a:lnTo>
                        <a:pt x="1698" y="928"/>
                      </a:lnTo>
                      <a:lnTo>
                        <a:pt x="1699" y="928"/>
                      </a:lnTo>
                      <a:lnTo>
                        <a:pt x="1701" y="928"/>
                      </a:lnTo>
                      <a:lnTo>
                        <a:pt x="1702" y="928"/>
                      </a:lnTo>
                      <a:lnTo>
                        <a:pt x="1704" y="928"/>
                      </a:lnTo>
                      <a:lnTo>
                        <a:pt x="1705" y="928"/>
                      </a:lnTo>
                      <a:lnTo>
                        <a:pt x="1706" y="929"/>
                      </a:lnTo>
                      <a:lnTo>
                        <a:pt x="1708" y="929"/>
                      </a:lnTo>
                      <a:lnTo>
                        <a:pt x="1709" y="929"/>
                      </a:lnTo>
                      <a:lnTo>
                        <a:pt x="1711" y="929"/>
                      </a:lnTo>
                      <a:lnTo>
                        <a:pt x="1712" y="929"/>
                      </a:lnTo>
                      <a:lnTo>
                        <a:pt x="1713" y="929"/>
                      </a:lnTo>
                      <a:lnTo>
                        <a:pt x="1715" y="929"/>
                      </a:lnTo>
                      <a:lnTo>
                        <a:pt x="1716" y="929"/>
                      </a:lnTo>
                      <a:lnTo>
                        <a:pt x="1718" y="929"/>
                      </a:lnTo>
                      <a:lnTo>
                        <a:pt x="1719" y="929"/>
                      </a:lnTo>
                      <a:lnTo>
                        <a:pt x="1720" y="929"/>
                      </a:lnTo>
                      <a:lnTo>
                        <a:pt x="1722" y="929"/>
                      </a:lnTo>
                      <a:lnTo>
                        <a:pt x="1723" y="929"/>
                      </a:lnTo>
                      <a:lnTo>
                        <a:pt x="1725" y="929"/>
                      </a:lnTo>
                      <a:lnTo>
                        <a:pt x="1726" y="929"/>
                      </a:lnTo>
                      <a:lnTo>
                        <a:pt x="1727" y="929"/>
                      </a:lnTo>
                      <a:lnTo>
                        <a:pt x="1729" y="929"/>
                      </a:lnTo>
                      <a:lnTo>
                        <a:pt x="1730" y="929"/>
                      </a:lnTo>
                      <a:lnTo>
                        <a:pt x="1732" y="929"/>
                      </a:lnTo>
                      <a:lnTo>
                        <a:pt x="1733" y="929"/>
                      </a:lnTo>
                      <a:lnTo>
                        <a:pt x="1734" y="929"/>
                      </a:lnTo>
                      <a:lnTo>
                        <a:pt x="1736" y="929"/>
                      </a:lnTo>
                      <a:lnTo>
                        <a:pt x="1737" y="929"/>
                      </a:lnTo>
                      <a:lnTo>
                        <a:pt x="1739" y="929"/>
                      </a:lnTo>
                      <a:lnTo>
                        <a:pt x="1740" y="929"/>
                      </a:lnTo>
                      <a:lnTo>
                        <a:pt x="1742" y="929"/>
                      </a:lnTo>
                      <a:lnTo>
                        <a:pt x="1743" y="929"/>
                      </a:lnTo>
                      <a:lnTo>
                        <a:pt x="1744" y="929"/>
                      </a:lnTo>
                      <a:lnTo>
                        <a:pt x="1746" y="929"/>
                      </a:lnTo>
                      <a:lnTo>
                        <a:pt x="1747" y="929"/>
                      </a:lnTo>
                      <a:lnTo>
                        <a:pt x="1749" y="929"/>
                      </a:lnTo>
                      <a:lnTo>
                        <a:pt x="1750" y="929"/>
                      </a:lnTo>
                      <a:lnTo>
                        <a:pt x="1751" y="929"/>
                      </a:lnTo>
                      <a:lnTo>
                        <a:pt x="1753" y="929"/>
                      </a:lnTo>
                      <a:lnTo>
                        <a:pt x="1754" y="929"/>
                      </a:lnTo>
                      <a:lnTo>
                        <a:pt x="1756" y="929"/>
                      </a:lnTo>
                      <a:lnTo>
                        <a:pt x="1757" y="929"/>
                      </a:lnTo>
                      <a:lnTo>
                        <a:pt x="1758" y="929"/>
                      </a:lnTo>
                      <a:lnTo>
                        <a:pt x="1760" y="929"/>
                      </a:lnTo>
                      <a:lnTo>
                        <a:pt x="1761" y="929"/>
                      </a:lnTo>
                      <a:lnTo>
                        <a:pt x="1763" y="929"/>
                      </a:lnTo>
                      <a:lnTo>
                        <a:pt x="1764" y="929"/>
                      </a:lnTo>
                      <a:lnTo>
                        <a:pt x="1765" y="929"/>
                      </a:lnTo>
                      <a:lnTo>
                        <a:pt x="1767" y="929"/>
                      </a:lnTo>
                      <a:lnTo>
                        <a:pt x="1768" y="929"/>
                      </a:lnTo>
                      <a:lnTo>
                        <a:pt x="1770" y="929"/>
                      </a:lnTo>
                      <a:lnTo>
                        <a:pt x="1771" y="929"/>
                      </a:lnTo>
                      <a:lnTo>
                        <a:pt x="1772" y="930"/>
                      </a:lnTo>
                      <a:lnTo>
                        <a:pt x="1774" y="930"/>
                      </a:lnTo>
                      <a:lnTo>
                        <a:pt x="1775" y="930"/>
                      </a:lnTo>
                      <a:lnTo>
                        <a:pt x="1777" y="930"/>
                      </a:lnTo>
                      <a:lnTo>
                        <a:pt x="1778" y="930"/>
                      </a:lnTo>
                      <a:lnTo>
                        <a:pt x="1779" y="930"/>
                      </a:lnTo>
                      <a:lnTo>
                        <a:pt x="1781" y="930"/>
                      </a:lnTo>
                      <a:lnTo>
                        <a:pt x="1782" y="930"/>
                      </a:lnTo>
                      <a:lnTo>
                        <a:pt x="1784" y="930"/>
                      </a:lnTo>
                      <a:lnTo>
                        <a:pt x="1785" y="930"/>
                      </a:lnTo>
                      <a:lnTo>
                        <a:pt x="1786" y="930"/>
                      </a:lnTo>
                      <a:lnTo>
                        <a:pt x="1788" y="930"/>
                      </a:lnTo>
                      <a:lnTo>
                        <a:pt x="1789" y="930"/>
                      </a:lnTo>
                      <a:lnTo>
                        <a:pt x="1791" y="930"/>
                      </a:lnTo>
                      <a:lnTo>
                        <a:pt x="1792" y="930"/>
                      </a:lnTo>
                      <a:lnTo>
                        <a:pt x="1793" y="930"/>
                      </a:lnTo>
                      <a:lnTo>
                        <a:pt x="1795" y="930"/>
                      </a:lnTo>
                      <a:lnTo>
                        <a:pt x="1796" y="930"/>
                      </a:lnTo>
                      <a:lnTo>
                        <a:pt x="1798" y="930"/>
                      </a:lnTo>
                      <a:lnTo>
                        <a:pt x="1799" y="930"/>
                      </a:lnTo>
                      <a:lnTo>
                        <a:pt x="1800" y="930"/>
                      </a:lnTo>
                      <a:lnTo>
                        <a:pt x="1802" y="930"/>
                      </a:lnTo>
                      <a:lnTo>
                        <a:pt x="1803" y="930"/>
                      </a:lnTo>
                      <a:lnTo>
                        <a:pt x="1805" y="930"/>
                      </a:lnTo>
                      <a:lnTo>
                        <a:pt x="1806" y="930"/>
                      </a:lnTo>
                      <a:lnTo>
                        <a:pt x="1808" y="930"/>
                      </a:lnTo>
                      <a:lnTo>
                        <a:pt x="1809" y="930"/>
                      </a:lnTo>
                      <a:lnTo>
                        <a:pt x="1810" y="930"/>
                      </a:lnTo>
                      <a:lnTo>
                        <a:pt x="1812" y="930"/>
                      </a:lnTo>
                      <a:lnTo>
                        <a:pt x="1813" y="930"/>
                      </a:lnTo>
                      <a:lnTo>
                        <a:pt x="1815" y="930"/>
                      </a:lnTo>
                      <a:lnTo>
                        <a:pt x="1816" y="930"/>
                      </a:lnTo>
                      <a:lnTo>
                        <a:pt x="1817" y="930"/>
                      </a:lnTo>
                      <a:lnTo>
                        <a:pt x="1819" y="930"/>
                      </a:lnTo>
                      <a:lnTo>
                        <a:pt x="1820" y="930"/>
                      </a:lnTo>
                      <a:lnTo>
                        <a:pt x="1822" y="930"/>
                      </a:lnTo>
                      <a:lnTo>
                        <a:pt x="1823" y="930"/>
                      </a:lnTo>
                      <a:lnTo>
                        <a:pt x="1824" y="930"/>
                      </a:lnTo>
                      <a:lnTo>
                        <a:pt x="1826" y="930"/>
                      </a:lnTo>
                      <a:lnTo>
                        <a:pt x="1827" y="930"/>
                      </a:lnTo>
                      <a:lnTo>
                        <a:pt x="1829" y="930"/>
                      </a:lnTo>
                      <a:lnTo>
                        <a:pt x="1830" y="930"/>
                      </a:lnTo>
                      <a:lnTo>
                        <a:pt x="1831" y="930"/>
                      </a:lnTo>
                      <a:lnTo>
                        <a:pt x="1833" y="930"/>
                      </a:lnTo>
                      <a:lnTo>
                        <a:pt x="1834" y="930"/>
                      </a:lnTo>
                      <a:lnTo>
                        <a:pt x="1836" y="931"/>
                      </a:lnTo>
                      <a:lnTo>
                        <a:pt x="1837" y="931"/>
                      </a:lnTo>
                      <a:lnTo>
                        <a:pt x="1838" y="931"/>
                      </a:lnTo>
                      <a:lnTo>
                        <a:pt x="1840" y="931"/>
                      </a:lnTo>
                      <a:lnTo>
                        <a:pt x="1841" y="931"/>
                      </a:lnTo>
                      <a:lnTo>
                        <a:pt x="1843" y="931"/>
                      </a:lnTo>
                      <a:lnTo>
                        <a:pt x="1844" y="931"/>
                      </a:lnTo>
                      <a:lnTo>
                        <a:pt x="1845" y="931"/>
                      </a:lnTo>
                      <a:lnTo>
                        <a:pt x="1847" y="931"/>
                      </a:lnTo>
                      <a:lnTo>
                        <a:pt x="1848" y="931"/>
                      </a:lnTo>
                      <a:lnTo>
                        <a:pt x="1850" y="931"/>
                      </a:lnTo>
                      <a:lnTo>
                        <a:pt x="1851" y="931"/>
                      </a:lnTo>
                      <a:lnTo>
                        <a:pt x="1852" y="931"/>
                      </a:lnTo>
                      <a:lnTo>
                        <a:pt x="1854" y="931"/>
                      </a:lnTo>
                      <a:lnTo>
                        <a:pt x="1855" y="931"/>
                      </a:lnTo>
                      <a:lnTo>
                        <a:pt x="1857" y="931"/>
                      </a:lnTo>
                      <a:lnTo>
                        <a:pt x="1858" y="931"/>
                      </a:lnTo>
                      <a:lnTo>
                        <a:pt x="1859" y="931"/>
                      </a:lnTo>
                      <a:lnTo>
                        <a:pt x="1861" y="931"/>
                      </a:lnTo>
                      <a:lnTo>
                        <a:pt x="1862" y="931"/>
                      </a:lnTo>
                      <a:lnTo>
                        <a:pt x="1864" y="931"/>
                      </a:lnTo>
                      <a:lnTo>
                        <a:pt x="1865" y="931"/>
                      </a:lnTo>
                      <a:lnTo>
                        <a:pt x="1866" y="931"/>
                      </a:lnTo>
                      <a:lnTo>
                        <a:pt x="1868" y="931"/>
                      </a:lnTo>
                      <a:lnTo>
                        <a:pt x="1869" y="931"/>
                      </a:lnTo>
                      <a:lnTo>
                        <a:pt x="1871" y="931"/>
                      </a:lnTo>
                      <a:lnTo>
                        <a:pt x="1872" y="931"/>
                      </a:lnTo>
                      <a:lnTo>
                        <a:pt x="1874" y="931"/>
                      </a:lnTo>
                      <a:lnTo>
                        <a:pt x="1875" y="931"/>
                      </a:lnTo>
                      <a:lnTo>
                        <a:pt x="1876" y="931"/>
                      </a:lnTo>
                      <a:lnTo>
                        <a:pt x="1878" y="931"/>
                      </a:lnTo>
                      <a:lnTo>
                        <a:pt x="1879" y="931"/>
                      </a:lnTo>
                      <a:lnTo>
                        <a:pt x="1881" y="931"/>
                      </a:lnTo>
                      <a:lnTo>
                        <a:pt x="1882" y="931"/>
                      </a:lnTo>
                      <a:lnTo>
                        <a:pt x="1883" y="931"/>
                      </a:lnTo>
                      <a:lnTo>
                        <a:pt x="1885" y="931"/>
                      </a:lnTo>
                      <a:lnTo>
                        <a:pt x="1886" y="931"/>
                      </a:lnTo>
                      <a:lnTo>
                        <a:pt x="1888" y="931"/>
                      </a:lnTo>
                      <a:lnTo>
                        <a:pt x="1889" y="931"/>
                      </a:lnTo>
                      <a:lnTo>
                        <a:pt x="1890" y="931"/>
                      </a:lnTo>
                      <a:lnTo>
                        <a:pt x="1892" y="931"/>
                      </a:lnTo>
                      <a:lnTo>
                        <a:pt x="1893" y="931"/>
                      </a:lnTo>
                      <a:lnTo>
                        <a:pt x="1895" y="931"/>
                      </a:lnTo>
                      <a:lnTo>
                        <a:pt x="1896" y="931"/>
                      </a:lnTo>
                      <a:lnTo>
                        <a:pt x="1897" y="932"/>
                      </a:lnTo>
                      <a:lnTo>
                        <a:pt x="1899" y="932"/>
                      </a:lnTo>
                      <a:lnTo>
                        <a:pt x="1900" y="932"/>
                      </a:lnTo>
                      <a:lnTo>
                        <a:pt x="1902" y="932"/>
                      </a:lnTo>
                      <a:lnTo>
                        <a:pt x="1903" y="932"/>
                      </a:lnTo>
                      <a:lnTo>
                        <a:pt x="1904" y="932"/>
                      </a:lnTo>
                      <a:lnTo>
                        <a:pt x="1906" y="932"/>
                      </a:lnTo>
                      <a:lnTo>
                        <a:pt x="1907" y="932"/>
                      </a:lnTo>
                      <a:lnTo>
                        <a:pt x="1909" y="932"/>
                      </a:lnTo>
                      <a:lnTo>
                        <a:pt x="1910" y="932"/>
                      </a:lnTo>
                      <a:lnTo>
                        <a:pt x="1911" y="932"/>
                      </a:lnTo>
                      <a:lnTo>
                        <a:pt x="1913" y="932"/>
                      </a:lnTo>
                      <a:lnTo>
                        <a:pt x="1914" y="932"/>
                      </a:lnTo>
                      <a:lnTo>
                        <a:pt x="1916" y="932"/>
                      </a:lnTo>
                      <a:lnTo>
                        <a:pt x="1917" y="932"/>
                      </a:lnTo>
                      <a:lnTo>
                        <a:pt x="1918" y="932"/>
                      </a:lnTo>
                      <a:lnTo>
                        <a:pt x="1920" y="932"/>
                      </a:lnTo>
                      <a:lnTo>
                        <a:pt x="1921" y="932"/>
                      </a:lnTo>
                      <a:lnTo>
                        <a:pt x="1923" y="932"/>
                      </a:lnTo>
                      <a:lnTo>
                        <a:pt x="1924" y="932"/>
                      </a:lnTo>
                      <a:lnTo>
                        <a:pt x="1925" y="932"/>
                      </a:lnTo>
                      <a:lnTo>
                        <a:pt x="1927" y="932"/>
                      </a:lnTo>
                      <a:lnTo>
                        <a:pt x="1928" y="932"/>
                      </a:lnTo>
                      <a:lnTo>
                        <a:pt x="1930" y="932"/>
                      </a:lnTo>
                      <a:lnTo>
                        <a:pt x="1931" y="932"/>
                      </a:lnTo>
                      <a:lnTo>
                        <a:pt x="1933" y="932"/>
                      </a:lnTo>
                      <a:lnTo>
                        <a:pt x="1934" y="932"/>
                      </a:lnTo>
                      <a:lnTo>
                        <a:pt x="1935" y="932"/>
                      </a:lnTo>
                      <a:lnTo>
                        <a:pt x="1937" y="932"/>
                      </a:lnTo>
                      <a:lnTo>
                        <a:pt x="1938" y="932"/>
                      </a:lnTo>
                      <a:lnTo>
                        <a:pt x="1940" y="932"/>
                      </a:lnTo>
                      <a:lnTo>
                        <a:pt x="1941" y="932"/>
                      </a:lnTo>
                      <a:lnTo>
                        <a:pt x="1942" y="932"/>
                      </a:lnTo>
                      <a:lnTo>
                        <a:pt x="1944" y="932"/>
                      </a:lnTo>
                      <a:lnTo>
                        <a:pt x="1945" y="932"/>
                      </a:lnTo>
                      <a:lnTo>
                        <a:pt x="1947" y="932"/>
                      </a:lnTo>
                      <a:lnTo>
                        <a:pt x="1948" y="932"/>
                      </a:lnTo>
                      <a:lnTo>
                        <a:pt x="1949" y="932"/>
                      </a:lnTo>
                      <a:lnTo>
                        <a:pt x="1951" y="932"/>
                      </a:lnTo>
                      <a:lnTo>
                        <a:pt x="1952" y="932"/>
                      </a:lnTo>
                      <a:lnTo>
                        <a:pt x="1954" y="932"/>
                      </a:lnTo>
                      <a:lnTo>
                        <a:pt x="1955" y="932"/>
                      </a:lnTo>
                      <a:lnTo>
                        <a:pt x="1956" y="932"/>
                      </a:lnTo>
                      <a:lnTo>
                        <a:pt x="1958" y="933"/>
                      </a:lnTo>
                      <a:lnTo>
                        <a:pt x="1959" y="933"/>
                      </a:lnTo>
                      <a:lnTo>
                        <a:pt x="1961" y="933"/>
                      </a:lnTo>
                      <a:lnTo>
                        <a:pt x="1962" y="933"/>
                      </a:lnTo>
                      <a:lnTo>
                        <a:pt x="1963" y="933"/>
                      </a:lnTo>
                      <a:lnTo>
                        <a:pt x="1965" y="933"/>
                      </a:lnTo>
                      <a:lnTo>
                        <a:pt x="1966" y="933"/>
                      </a:lnTo>
                      <a:lnTo>
                        <a:pt x="1968" y="933"/>
                      </a:lnTo>
                      <a:lnTo>
                        <a:pt x="1969" y="933"/>
                      </a:lnTo>
                      <a:lnTo>
                        <a:pt x="1970" y="933"/>
                      </a:lnTo>
                      <a:lnTo>
                        <a:pt x="1972" y="933"/>
                      </a:lnTo>
                      <a:lnTo>
                        <a:pt x="1973" y="933"/>
                      </a:lnTo>
                      <a:lnTo>
                        <a:pt x="1975" y="933"/>
                      </a:lnTo>
                      <a:lnTo>
                        <a:pt x="1976" y="933"/>
                      </a:lnTo>
                      <a:lnTo>
                        <a:pt x="1977" y="933"/>
                      </a:lnTo>
                      <a:lnTo>
                        <a:pt x="1979" y="933"/>
                      </a:lnTo>
                      <a:lnTo>
                        <a:pt x="1980" y="933"/>
                      </a:lnTo>
                      <a:lnTo>
                        <a:pt x="1982" y="933"/>
                      </a:lnTo>
                      <a:lnTo>
                        <a:pt x="1983" y="933"/>
                      </a:lnTo>
                      <a:lnTo>
                        <a:pt x="1984" y="933"/>
                      </a:lnTo>
                      <a:lnTo>
                        <a:pt x="1986" y="933"/>
                      </a:lnTo>
                      <a:lnTo>
                        <a:pt x="1987" y="933"/>
                      </a:lnTo>
                      <a:lnTo>
                        <a:pt x="1989" y="933"/>
                      </a:lnTo>
                      <a:lnTo>
                        <a:pt x="1990" y="933"/>
                      </a:lnTo>
                      <a:lnTo>
                        <a:pt x="1991" y="933"/>
                      </a:lnTo>
                      <a:lnTo>
                        <a:pt x="1993" y="933"/>
                      </a:lnTo>
                      <a:lnTo>
                        <a:pt x="1994" y="933"/>
                      </a:lnTo>
                      <a:lnTo>
                        <a:pt x="1996" y="934"/>
                      </a:lnTo>
                      <a:lnTo>
                        <a:pt x="1997" y="934"/>
                      </a:lnTo>
                      <a:lnTo>
                        <a:pt x="1999" y="934"/>
                      </a:lnTo>
                      <a:lnTo>
                        <a:pt x="2000" y="934"/>
                      </a:lnTo>
                      <a:lnTo>
                        <a:pt x="2001" y="934"/>
                      </a:lnTo>
                      <a:lnTo>
                        <a:pt x="2003" y="934"/>
                      </a:lnTo>
                      <a:lnTo>
                        <a:pt x="2004" y="935"/>
                      </a:lnTo>
                      <a:lnTo>
                        <a:pt x="2006" y="934"/>
                      </a:lnTo>
                      <a:lnTo>
                        <a:pt x="2007" y="934"/>
                      </a:lnTo>
                      <a:lnTo>
                        <a:pt x="2008" y="935"/>
                      </a:lnTo>
                      <a:lnTo>
                        <a:pt x="2010" y="935"/>
                      </a:lnTo>
                      <a:lnTo>
                        <a:pt x="2011" y="935"/>
                      </a:lnTo>
                      <a:lnTo>
                        <a:pt x="2013" y="935"/>
                      </a:lnTo>
                      <a:lnTo>
                        <a:pt x="2014" y="934"/>
                      </a:lnTo>
                      <a:lnTo>
                        <a:pt x="2015" y="933"/>
                      </a:lnTo>
                      <a:lnTo>
                        <a:pt x="2017" y="933"/>
                      </a:lnTo>
                      <a:lnTo>
                        <a:pt x="2018" y="933"/>
                      </a:lnTo>
                      <a:lnTo>
                        <a:pt x="2020" y="933"/>
                      </a:lnTo>
                      <a:lnTo>
                        <a:pt x="2021" y="933"/>
                      </a:lnTo>
                      <a:lnTo>
                        <a:pt x="2022" y="933"/>
                      </a:lnTo>
                      <a:lnTo>
                        <a:pt x="2024" y="933"/>
                      </a:lnTo>
                      <a:lnTo>
                        <a:pt x="2025" y="933"/>
                      </a:lnTo>
                      <a:lnTo>
                        <a:pt x="2027" y="933"/>
                      </a:lnTo>
                      <a:lnTo>
                        <a:pt x="2028" y="933"/>
                      </a:lnTo>
                      <a:lnTo>
                        <a:pt x="2029" y="934"/>
                      </a:lnTo>
                      <a:lnTo>
                        <a:pt x="2031" y="934"/>
                      </a:lnTo>
                      <a:lnTo>
                        <a:pt x="2032" y="935"/>
                      </a:lnTo>
                      <a:lnTo>
                        <a:pt x="2034" y="935"/>
                      </a:lnTo>
                      <a:lnTo>
                        <a:pt x="2035" y="935"/>
                      </a:lnTo>
                      <a:lnTo>
                        <a:pt x="2036" y="935"/>
                      </a:lnTo>
                      <a:lnTo>
                        <a:pt x="2038" y="935"/>
                      </a:lnTo>
                      <a:lnTo>
                        <a:pt x="2039" y="935"/>
                      </a:lnTo>
                      <a:lnTo>
                        <a:pt x="2041" y="934"/>
                      </a:lnTo>
                      <a:lnTo>
                        <a:pt x="2042" y="934"/>
                      </a:lnTo>
                      <a:lnTo>
                        <a:pt x="2043" y="933"/>
                      </a:lnTo>
                      <a:lnTo>
                        <a:pt x="2045" y="933"/>
                      </a:lnTo>
                      <a:lnTo>
                        <a:pt x="2046" y="932"/>
                      </a:lnTo>
                      <a:lnTo>
                        <a:pt x="2048" y="932"/>
                      </a:lnTo>
                      <a:lnTo>
                        <a:pt x="2049" y="932"/>
                      </a:lnTo>
                      <a:lnTo>
                        <a:pt x="2050" y="932"/>
                      </a:lnTo>
                      <a:lnTo>
                        <a:pt x="2052" y="932"/>
                      </a:lnTo>
                      <a:lnTo>
                        <a:pt x="2053" y="933"/>
                      </a:lnTo>
                      <a:lnTo>
                        <a:pt x="2055" y="933"/>
                      </a:lnTo>
                      <a:lnTo>
                        <a:pt x="2056" y="933"/>
                      </a:lnTo>
                      <a:lnTo>
                        <a:pt x="2057" y="932"/>
                      </a:lnTo>
                      <a:lnTo>
                        <a:pt x="2059" y="932"/>
                      </a:lnTo>
                      <a:lnTo>
                        <a:pt x="2060" y="932"/>
                      </a:lnTo>
                      <a:lnTo>
                        <a:pt x="2062" y="932"/>
                      </a:lnTo>
                      <a:lnTo>
                        <a:pt x="2063" y="932"/>
                      </a:lnTo>
                      <a:lnTo>
                        <a:pt x="2065" y="932"/>
                      </a:lnTo>
                      <a:lnTo>
                        <a:pt x="2066" y="932"/>
                      </a:lnTo>
                      <a:lnTo>
                        <a:pt x="2067" y="932"/>
                      </a:lnTo>
                      <a:lnTo>
                        <a:pt x="2069" y="932"/>
                      </a:lnTo>
                      <a:lnTo>
                        <a:pt x="2070" y="932"/>
                      </a:lnTo>
                      <a:lnTo>
                        <a:pt x="2072" y="932"/>
                      </a:lnTo>
                      <a:lnTo>
                        <a:pt x="2073" y="933"/>
                      </a:lnTo>
                      <a:lnTo>
                        <a:pt x="2074" y="933"/>
                      </a:lnTo>
                      <a:lnTo>
                        <a:pt x="2076" y="933"/>
                      </a:lnTo>
                      <a:lnTo>
                        <a:pt x="2077" y="933"/>
                      </a:lnTo>
                      <a:lnTo>
                        <a:pt x="2079" y="933"/>
                      </a:lnTo>
                      <a:lnTo>
                        <a:pt x="2080" y="933"/>
                      </a:lnTo>
                      <a:lnTo>
                        <a:pt x="2081" y="933"/>
                      </a:lnTo>
                      <a:lnTo>
                        <a:pt x="2083" y="933"/>
                      </a:lnTo>
                      <a:lnTo>
                        <a:pt x="2084" y="933"/>
                      </a:lnTo>
                      <a:lnTo>
                        <a:pt x="2086" y="933"/>
                      </a:lnTo>
                      <a:lnTo>
                        <a:pt x="2087" y="933"/>
                      </a:lnTo>
                      <a:lnTo>
                        <a:pt x="2088" y="933"/>
                      </a:lnTo>
                      <a:lnTo>
                        <a:pt x="2090" y="933"/>
                      </a:lnTo>
                      <a:lnTo>
                        <a:pt x="2091" y="933"/>
                      </a:lnTo>
                      <a:lnTo>
                        <a:pt x="2093" y="933"/>
                      </a:lnTo>
                      <a:lnTo>
                        <a:pt x="2094" y="933"/>
                      </a:lnTo>
                      <a:lnTo>
                        <a:pt x="2095" y="933"/>
                      </a:lnTo>
                      <a:lnTo>
                        <a:pt x="2097" y="933"/>
                      </a:lnTo>
                      <a:lnTo>
                        <a:pt x="2098" y="933"/>
                      </a:lnTo>
                      <a:lnTo>
                        <a:pt x="2100" y="933"/>
                      </a:lnTo>
                      <a:lnTo>
                        <a:pt x="2101" y="933"/>
                      </a:lnTo>
                      <a:lnTo>
                        <a:pt x="2102" y="933"/>
                      </a:lnTo>
                      <a:lnTo>
                        <a:pt x="2104" y="933"/>
                      </a:lnTo>
                      <a:lnTo>
                        <a:pt x="2105" y="933"/>
                      </a:lnTo>
                      <a:lnTo>
                        <a:pt x="2107" y="933"/>
                      </a:lnTo>
                      <a:lnTo>
                        <a:pt x="2108" y="933"/>
                      </a:lnTo>
                      <a:lnTo>
                        <a:pt x="2109" y="933"/>
                      </a:lnTo>
                      <a:lnTo>
                        <a:pt x="2111" y="933"/>
                      </a:lnTo>
                      <a:lnTo>
                        <a:pt x="2112" y="933"/>
                      </a:lnTo>
                      <a:lnTo>
                        <a:pt x="2114" y="933"/>
                      </a:lnTo>
                      <a:lnTo>
                        <a:pt x="2115" y="933"/>
                      </a:lnTo>
                      <a:lnTo>
                        <a:pt x="2116" y="933"/>
                      </a:lnTo>
                      <a:lnTo>
                        <a:pt x="2118" y="934"/>
                      </a:lnTo>
                      <a:lnTo>
                        <a:pt x="2119" y="934"/>
                      </a:lnTo>
                      <a:lnTo>
                        <a:pt x="2121" y="934"/>
                      </a:lnTo>
                      <a:lnTo>
                        <a:pt x="2122" y="934"/>
                      </a:lnTo>
                      <a:lnTo>
                        <a:pt x="2124" y="934"/>
                      </a:lnTo>
                      <a:lnTo>
                        <a:pt x="2125" y="934"/>
                      </a:lnTo>
                      <a:lnTo>
                        <a:pt x="2126" y="934"/>
                      </a:lnTo>
                      <a:lnTo>
                        <a:pt x="2128" y="934"/>
                      </a:lnTo>
                      <a:lnTo>
                        <a:pt x="2129" y="934"/>
                      </a:lnTo>
                      <a:lnTo>
                        <a:pt x="2131" y="934"/>
                      </a:lnTo>
                      <a:lnTo>
                        <a:pt x="2132" y="934"/>
                      </a:lnTo>
                      <a:lnTo>
                        <a:pt x="2133" y="934"/>
                      </a:lnTo>
                      <a:lnTo>
                        <a:pt x="2135" y="934"/>
                      </a:lnTo>
                      <a:lnTo>
                        <a:pt x="2136" y="934"/>
                      </a:lnTo>
                      <a:lnTo>
                        <a:pt x="2138" y="934"/>
                      </a:lnTo>
                      <a:lnTo>
                        <a:pt x="2139" y="934"/>
                      </a:lnTo>
                      <a:lnTo>
                        <a:pt x="2140" y="934"/>
                      </a:lnTo>
                      <a:lnTo>
                        <a:pt x="2142" y="934"/>
                      </a:lnTo>
                      <a:lnTo>
                        <a:pt x="2143" y="934"/>
                      </a:lnTo>
                      <a:lnTo>
                        <a:pt x="2145" y="934"/>
                      </a:lnTo>
                      <a:lnTo>
                        <a:pt x="2146" y="934"/>
                      </a:lnTo>
                      <a:lnTo>
                        <a:pt x="2147" y="934"/>
                      </a:lnTo>
                      <a:lnTo>
                        <a:pt x="2149" y="934"/>
                      </a:lnTo>
                      <a:lnTo>
                        <a:pt x="2150" y="934"/>
                      </a:lnTo>
                      <a:lnTo>
                        <a:pt x="2152" y="934"/>
                      </a:lnTo>
                      <a:lnTo>
                        <a:pt x="2153" y="934"/>
                      </a:lnTo>
                      <a:lnTo>
                        <a:pt x="2154" y="934"/>
                      </a:lnTo>
                      <a:lnTo>
                        <a:pt x="2156" y="934"/>
                      </a:lnTo>
                      <a:lnTo>
                        <a:pt x="2157" y="934"/>
                      </a:lnTo>
                      <a:lnTo>
                        <a:pt x="2159" y="934"/>
                      </a:lnTo>
                      <a:lnTo>
                        <a:pt x="2160" y="934"/>
                      </a:lnTo>
                      <a:lnTo>
                        <a:pt x="2161" y="934"/>
                      </a:lnTo>
                    </a:path>
                  </a:pathLst>
                </a:custGeom>
                <a:noFill/>
                <a:ln cap="flat" cmpd="sng" w="25400">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624" name="Google Shape;624;p17"/>
                <p:cNvSpPr/>
                <p:nvPr/>
              </p:nvSpPr>
              <p:spPr>
                <a:xfrm flipH="1" rot="10800000">
                  <a:off x="10577513" y="3971925"/>
                  <a:ext cx="355600" cy="7938"/>
                </a:xfrm>
                <a:custGeom>
                  <a:rect b="b" l="l" r="r" t="t"/>
                  <a:pathLst>
                    <a:path extrusionOk="0" h="5" w="241">
                      <a:moveTo>
                        <a:pt x="0" y="5"/>
                      </a:moveTo>
                      <a:lnTo>
                        <a:pt x="1" y="5"/>
                      </a:lnTo>
                      <a:lnTo>
                        <a:pt x="2" y="4"/>
                      </a:lnTo>
                      <a:lnTo>
                        <a:pt x="4" y="4"/>
                      </a:lnTo>
                      <a:lnTo>
                        <a:pt x="5" y="4"/>
                      </a:lnTo>
                      <a:lnTo>
                        <a:pt x="7" y="5"/>
                      </a:lnTo>
                      <a:lnTo>
                        <a:pt x="8" y="5"/>
                      </a:lnTo>
                      <a:lnTo>
                        <a:pt x="9" y="4"/>
                      </a:lnTo>
                      <a:lnTo>
                        <a:pt x="11" y="4"/>
                      </a:lnTo>
                      <a:lnTo>
                        <a:pt x="12" y="4"/>
                      </a:lnTo>
                      <a:lnTo>
                        <a:pt x="14" y="4"/>
                      </a:lnTo>
                      <a:lnTo>
                        <a:pt x="15" y="4"/>
                      </a:lnTo>
                      <a:lnTo>
                        <a:pt x="16" y="4"/>
                      </a:lnTo>
                      <a:lnTo>
                        <a:pt x="18" y="3"/>
                      </a:lnTo>
                      <a:lnTo>
                        <a:pt x="19" y="3"/>
                      </a:lnTo>
                      <a:lnTo>
                        <a:pt x="21" y="3"/>
                      </a:lnTo>
                      <a:lnTo>
                        <a:pt x="22" y="3"/>
                      </a:lnTo>
                      <a:lnTo>
                        <a:pt x="23" y="3"/>
                      </a:lnTo>
                      <a:lnTo>
                        <a:pt x="25" y="3"/>
                      </a:lnTo>
                      <a:lnTo>
                        <a:pt x="26" y="3"/>
                      </a:lnTo>
                      <a:lnTo>
                        <a:pt x="28" y="2"/>
                      </a:lnTo>
                      <a:lnTo>
                        <a:pt x="29" y="2"/>
                      </a:lnTo>
                      <a:lnTo>
                        <a:pt x="31" y="2"/>
                      </a:lnTo>
                      <a:lnTo>
                        <a:pt x="32" y="3"/>
                      </a:lnTo>
                      <a:lnTo>
                        <a:pt x="33" y="3"/>
                      </a:lnTo>
                      <a:lnTo>
                        <a:pt x="35" y="3"/>
                      </a:lnTo>
                      <a:lnTo>
                        <a:pt x="36" y="3"/>
                      </a:lnTo>
                      <a:lnTo>
                        <a:pt x="38" y="4"/>
                      </a:lnTo>
                      <a:lnTo>
                        <a:pt x="39" y="4"/>
                      </a:lnTo>
                      <a:lnTo>
                        <a:pt x="40" y="4"/>
                      </a:lnTo>
                      <a:lnTo>
                        <a:pt x="42" y="3"/>
                      </a:lnTo>
                      <a:lnTo>
                        <a:pt x="43" y="3"/>
                      </a:lnTo>
                      <a:lnTo>
                        <a:pt x="45" y="2"/>
                      </a:lnTo>
                      <a:lnTo>
                        <a:pt x="46" y="2"/>
                      </a:lnTo>
                      <a:lnTo>
                        <a:pt x="47" y="1"/>
                      </a:lnTo>
                      <a:lnTo>
                        <a:pt x="49" y="1"/>
                      </a:lnTo>
                      <a:lnTo>
                        <a:pt x="50" y="1"/>
                      </a:lnTo>
                      <a:lnTo>
                        <a:pt x="52" y="1"/>
                      </a:lnTo>
                      <a:lnTo>
                        <a:pt x="53" y="1"/>
                      </a:lnTo>
                      <a:lnTo>
                        <a:pt x="54" y="1"/>
                      </a:lnTo>
                      <a:lnTo>
                        <a:pt x="56" y="1"/>
                      </a:lnTo>
                      <a:lnTo>
                        <a:pt x="57" y="1"/>
                      </a:lnTo>
                      <a:lnTo>
                        <a:pt x="59" y="1"/>
                      </a:lnTo>
                      <a:lnTo>
                        <a:pt x="60" y="2"/>
                      </a:lnTo>
                      <a:lnTo>
                        <a:pt x="61" y="0"/>
                      </a:lnTo>
                      <a:lnTo>
                        <a:pt x="63" y="0"/>
                      </a:lnTo>
                      <a:lnTo>
                        <a:pt x="64" y="0"/>
                      </a:lnTo>
                      <a:lnTo>
                        <a:pt x="66" y="0"/>
                      </a:lnTo>
                      <a:lnTo>
                        <a:pt x="67" y="0"/>
                      </a:lnTo>
                      <a:lnTo>
                        <a:pt x="68" y="1"/>
                      </a:lnTo>
                      <a:lnTo>
                        <a:pt x="70" y="1"/>
                      </a:lnTo>
                      <a:lnTo>
                        <a:pt x="71" y="1"/>
                      </a:lnTo>
                      <a:lnTo>
                        <a:pt x="73" y="1"/>
                      </a:lnTo>
                      <a:lnTo>
                        <a:pt x="74" y="1"/>
                      </a:lnTo>
                      <a:lnTo>
                        <a:pt x="75" y="1"/>
                      </a:lnTo>
                      <a:lnTo>
                        <a:pt x="77" y="1"/>
                      </a:lnTo>
                      <a:lnTo>
                        <a:pt x="78" y="1"/>
                      </a:lnTo>
                      <a:lnTo>
                        <a:pt x="80" y="1"/>
                      </a:lnTo>
                      <a:lnTo>
                        <a:pt x="81" y="1"/>
                      </a:lnTo>
                      <a:lnTo>
                        <a:pt x="82" y="1"/>
                      </a:lnTo>
                      <a:lnTo>
                        <a:pt x="84" y="1"/>
                      </a:lnTo>
                      <a:lnTo>
                        <a:pt x="85" y="1"/>
                      </a:lnTo>
                      <a:lnTo>
                        <a:pt x="87" y="1"/>
                      </a:lnTo>
                      <a:lnTo>
                        <a:pt x="88" y="1"/>
                      </a:lnTo>
                      <a:lnTo>
                        <a:pt x="90" y="1"/>
                      </a:lnTo>
                      <a:lnTo>
                        <a:pt x="91" y="1"/>
                      </a:lnTo>
                      <a:lnTo>
                        <a:pt x="92" y="1"/>
                      </a:lnTo>
                      <a:lnTo>
                        <a:pt x="94" y="1"/>
                      </a:lnTo>
                      <a:lnTo>
                        <a:pt x="95" y="1"/>
                      </a:lnTo>
                      <a:lnTo>
                        <a:pt x="97" y="1"/>
                      </a:lnTo>
                      <a:lnTo>
                        <a:pt x="98" y="1"/>
                      </a:lnTo>
                      <a:lnTo>
                        <a:pt x="99" y="1"/>
                      </a:lnTo>
                      <a:lnTo>
                        <a:pt x="101" y="1"/>
                      </a:lnTo>
                      <a:lnTo>
                        <a:pt x="102" y="1"/>
                      </a:lnTo>
                      <a:lnTo>
                        <a:pt x="104" y="1"/>
                      </a:lnTo>
                      <a:lnTo>
                        <a:pt x="105" y="1"/>
                      </a:lnTo>
                      <a:lnTo>
                        <a:pt x="106" y="1"/>
                      </a:lnTo>
                      <a:lnTo>
                        <a:pt x="108" y="1"/>
                      </a:lnTo>
                      <a:lnTo>
                        <a:pt x="109" y="1"/>
                      </a:lnTo>
                      <a:lnTo>
                        <a:pt x="111" y="1"/>
                      </a:lnTo>
                      <a:lnTo>
                        <a:pt x="112" y="1"/>
                      </a:lnTo>
                      <a:lnTo>
                        <a:pt x="113" y="1"/>
                      </a:lnTo>
                      <a:lnTo>
                        <a:pt x="115" y="1"/>
                      </a:lnTo>
                      <a:lnTo>
                        <a:pt x="116" y="1"/>
                      </a:lnTo>
                      <a:lnTo>
                        <a:pt x="118" y="1"/>
                      </a:lnTo>
                      <a:lnTo>
                        <a:pt x="119" y="2"/>
                      </a:lnTo>
                      <a:lnTo>
                        <a:pt x="120" y="2"/>
                      </a:lnTo>
                      <a:lnTo>
                        <a:pt x="122" y="2"/>
                      </a:lnTo>
                      <a:lnTo>
                        <a:pt x="123" y="2"/>
                      </a:lnTo>
                      <a:lnTo>
                        <a:pt x="125" y="2"/>
                      </a:lnTo>
                      <a:lnTo>
                        <a:pt x="126" y="2"/>
                      </a:lnTo>
                      <a:lnTo>
                        <a:pt x="127" y="2"/>
                      </a:lnTo>
                      <a:lnTo>
                        <a:pt x="129" y="2"/>
                      </a:lnTo>
                      <a:lnTo>
                        <a:pt x="130" y="2"/>
                      </a:lnTo>
                      <a:lnTo>
                        <a:pt x="132" y="2"/>
                      </a:lnTo>
                      <a:lnTo>
                        <a:pt x="133" y="2"/>
                      </a:lnTo>
                      <a:lnTo>
                        <a:pt x="134" y="2"/>
                      </a:lnTo>
                      <a:lnTo>
                        <a:pt x="136" y="2"/>
                      </a:lnTo>
                      <a:lnTo>
                        <a:pt x="137" y="2"/>
                      </a:lnTo>
                      <a:lnTo>
                        <a:pt x="139" y="2"/>
                      </a:lnTo>
                      <a:lnTo>
                        <a:pt x="140" y="2"/>
                      </a:lnTo>
                      <a:lnTo>
                        <a:pt x="141" y="2"/>
                      </a:lnTo>
                      <a:lnTo>
                        <a:pt x="143" y="2"/>
                      </a:lnTo>
                      <a:lnTo>
                        <a:pt x="144" y="2"/>
                      </a:lnTo>
                      <a:lnTo>
                        <a:pt x="146" y="2"/>
                      </a:lnTo>
                      <a:lnTo>
                        <a:pt x="147" y="2"/>
                      </a:lnTo>
                      <a:lnTo>
                        <a:pt x="148" y="2"/>
                      </a:lnTo>
                      <a:lnTo>
                        <a:pt x="150" y="2"/>
                      </a:lnTo>
                      <a:lnTo>
                        <a:pt x="151" y="2"/>
                      </a:lnTo>
                      <a:lnTo>
                        <a:pt x="153" y="2"/>
                      </a:lnTo>
                      <a:lnTo>
                        <a:pt x="154" y="2"/>
                      </a:lnTo>
                      <a:lnTo>
                        <a:pt x="156" y="2"/>
                      </a:lnTo>
                      <a:lnTo>
                        <a:pt x="157" y="2"/>
                      </a:lnTo>
                      <a:lnTo>
                        <a:pt x="158" y="2"/>
                      </a:lnTo>
                      <a:lnTo>
                        <a:pt x="160" y="2"/>
                      </a:lnTo>
                      <a:lnTo>
                        <a:pt x="161" y="2"/>
                      </a:lnTo>
                      <a:lnTo>
                        <a:pt x="163" y="2"/>
                      </a:lnTo>
                      <a:lnTo>
                        <a:pt x="164" y="2"/>
                      </a:lnTo>
                      <a:lnTo>
                        <a:pt x="165" y="2"/>
                      </a:lnTo>
                      <a:lnTo>
                        <a:pt x="167" y="3"/>
                      </a:lnTo>
                      <a:lnTo>
                        <a:pt x="168" y="3"/>
                      </a:lnTo>
                      <a:lnTo>
                        <a:pt x="170" y="3"/>
                      </a:lnTo>
                      <a:lnTo>
                        <a:pt x="171" y="3"/>
                      </a:lnTo>
                      <a:lnTo>
                        <a:pt x="172" y="3"/>
                      </a:lnTo>
                      <a:lnTo>
                        <a:pt x="174" y="3"/>
                      </a:lnTo>
                      <a:lnTo>
                        <a:pt x="175" y="3"/>
                      </a:lnTo>
                      <a:lnTo>
                        <a:pt x="177" y="3"/>
                      </a:lnTo>
                      <a:lnTo>
                        <a:pt x="178" y="3"/>
                      </a:lnTo>
                      <a:lnTo>
                        <a:pt x="179" y="3"/>
                      </a:lnTo>
                      <a:lnTo>
                        <a:pt x="181" y="3"/>
                      </a:lnTo>
                      <a:lnTo>
                        <a:pt x="182" y="3"/>
                      </a:lnTo>
                      <a:lnTo>
                        <a:pt x="184" y="3"/>
                      </a:lnTo>
                      <a:lnTo>
                        <a:pt x="185" y="3"/>
                      </a:lnTo>
                      <a:lnTo>
                        <a:pt x="186" y="3"/>
                      </a:lnTo>
                      <a:lnTo>
                        <a:pt x="188" y="3"/>
                      </a:lnTo>
                      <a:lnTo>
                        <a:pt x="189" y="3"/>
                      </a:lnTo>
                      <a:lnTo>
                        <a:pt x="191" y="3"/>
                      </a:lnTo>
                      <a:lnTo>
                        <a:pt x="192" y="3"/>
                      </a:lnTo>
                      <a:lnTo>
                        <a:pt x="193" y="3"/>
                      </a:lnTo>
                      <a:lnTo>
                        <a:pt x="195" y="3"/>
                      </a:lnTo>
                      <a:lnTo>
                        <a:pt x="196" y="3"/>
                      </a:lnTo>
                      <a:lnTo>
                        <a:pt x="198" y="3"/>
                      </a:lnTo>
                      <a:lnTo>
                        <a:pt x="199" y="3"/>
                      </a:lnTo>
                      <a:lnTo>
                        <a:pt x="200" y="3"/>
                      </a:lnTo>
                      <a:lnTo>
                        <a:pt x="202" y="3"/>
                      </a:lnTo>
                      <a:lnTo>
                        <a:pt x="203" y="3"/>
                      </a:lnTo>
                      <a:lnTo>
                        <a:pt x="205" y="3"/>
                      </a:lnTo>
                      <a:lnTo>
                        <a:pt x="206" y="3"/>
                      </a:lnTo>
                      <a:lnTo>
                        <a:pt x="207" y="3"/>
                      </a:lnTo>
                      <a:lnTo>
                        <a:pt x="209" y="3"/>
                      </a:lnTo>
                      <a:lnTo>
                        <a:pt x="210" y="3"/>
                      </a:lnTo>
                      <a:lnTo>
                        <a:pt x="212" y="3"/>
                      </a:lnTo>
                      <a:lnTo>
                        <a:pt x="213" y="3"/>
                      </a:lnTo>
                      <a:lnTo>
                        <a:pt x="214" y="3"/>
                      </a:lnTo>
                      <a:lnTo>
                        <a:pt x="216" y="4"/>
                      </a:lnTo>
                      <a:lnTo>
                        <a:pt x="217" y="4"/>
                      </a:lnTo>
                      <a:lnTo>
                        <a:pt x="219" y="4"/>
                      </a:lnTo>
                      <a:lnTo>
                        <a:pt x="220" y="4"/>
                      </a:lnTo>
                      <a:lnTo>
                        <a:pt x="222" y="4"/>
                      </a:lnTo>
                      <a:lnTo>
                        <a:pt x="223" y="4"/>
                      </a:lnTo>
                      <a:lnTo>
                        <a:pt x="224" y="4"/>
                      </a:lnTo>
                      <a:lnTo>
                        <a:pt x="226" y="4"/>
                      </a:lnTo>
                      <a:lnTo>
                        <a:pt x="227" y="4"/>
                      </a:lnTo>
                      <a:lnTo>
                        <a:pt x="229" y="4"/>
                      </a:lnTo>
                      <a:lnTo>
                        <a:pt x="230" y="4"/>
                      </a:lnTo>
                      <a:lnTo>
                        <a:pt x="231" y="4"/>
                      </a:lnTo>
                      <a:lnTo>
                        <a:pt x="233" y="4"/>
                      </a:lnTo>
                      <a:lnTo>
                        <a:pt x="234" y="4"/>
                      </a:lnTo>
                      <a:lnTo>
                        <a:pt x="236" y="4"/>
                      </a:lnTo>
                      <a:lnTo>
                        <a:pt x="237" y="4"/>
                      </a:lnTo>
                      <a:lnTo>
                        <a:pt x="238" y="4"/>
                      </a:lnTo>
                      <a:lnTo>
                        <a:pt x="240" y="4"/>
                      </a:lnTo>
                      <a:lnTo>
                        <a:pt x="241" y="4"/>
                      </a:lnTo>
                    </a:path>
                  </a:pathLst>
                </a:custGeom>
                <a:noFill/>
                <a:ln cap="flat" cmpd="sng" w="25400">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625" name="Google Shape;625;p17"/>
                <p:cNvSpPr/>
                <p:nvPr/>
              </p:nvSpPr>
              <p:spPr>
                <a:xfrm flipH="1" rot="10800000">
                  <a:off x="7105650" y="2098675"/>
                  <a:ext cx="3192462" cy="1833563"/>
                </a:xfrm>
                <a:custGeom>
                  <a:rect b="b" l="l" r="r" t="t"/>
                  <a:pathLst>
                    <a:path extrusionOk="0" h="1239" w="2161">
                      <a:moveTo>
                        <a:pt x="0" y="0"/>
                      </a:moveTo>
                      <a:lnTo>
                        <a:pt x="1" y="0"/>
                      </a:lnTo>
                      <a:lnTo>
                        <a:pt x="3" y="0"/>
                      </a:lnTo>
                      <a:lnTo>
                        <a:pt x="4" y="0"/>
                      </a:lnTo>
                      <a:lnTo>
                        <a:pt x="6" y="0"/>
                      </a:lnTo>
                      <a:lnTo>
                        <a:pt x="7" y="0"/>
                      </a:lnTo>
                      <a:lnTo>
                        <a:pt x="8" y="0"/>
                      </a:lnTo>
                      <a:lnTo>
                        <a:pt x="10" y="0"/>
                      </a:lnTo>
                      <a:lnTo>
                        <a:pt x="11" y="0"/>
                      </a:lnTo>
                      <a:lnTo>
                        <a:pt x="13" y="0"/>
                      </a:lnTo>
                      <a:lnTo>
                        <a:pt x="14" y="0"/>
                      </a:lnTo>
                      <a:lnTo>
                        <a:pt x="15" y="0"/>
                      </a:lnTo>
                      <a:lnTo>
                        <a:pt x="17" y="0"/>
                      </a:lnTo>
                      <a:lnTo>
                        <a:pt x="18" y="0"/>
                      </a:lnTo>
                      <a:lnTo>
                        <a:pt x="20" y="0"/>
                      </a:lnTo>
                      <a:lnTo>
                        <a:pt x="21" y="0"/>
                      </a:lnTo>
                      <a:lnTo>
                        <a:pt x="22" y="0"/>
                      </a:lnTo>
                      <a:lnTo>
                        <a:pt x="24" y="0"/>
                      </a:lnTo>
                      <a:lnTo>
                        <a:pt x="25" y="0"/>
                      </a:lnTo>
                      <a:lnTo>
                        <a:pt x="27" y="0"/>
                      </a:lnTo>
                      <a:lnTo>
                        <a:pt x="28" y="0"/>
                      </a:lnTo>
                      <a:lnTo>
                        <a:pt x="30" y="0"/>
                      </a:lnTo>
                      <a:lnTo>
                        <a:pt x="31" y="0"/>
                      </a:lnTo>
                      <a:lnTo>
                        <a:pt x="32" y="0"/>
                      </a:lnTo>
                      <a:lnTo>
                        <a:pt x="34" y="0"/>
                      </a:lnTo>
                      <a:lnTo>
                        <a:pt x="35" y="0"/>
                      </a:lnTo>
                      <a:lnTo>
                        <a:pt x="37" y="0"/>
                      </a:lnTo>
                      <a:lnTo>
                        <a:pt x="38" y="0"/>
                      </a:lnTo>
                      <a:lnTo>
                        <a:pt x="39" y="0"/>
                      </a:lnTo>
                      <a:lnTo>
                        <a:pt x="41" y="0"/>
                      </a:lnTo>
                      <a:lnTo>
                        <a:pt x="42" y="0"/>
                      </a:lnTo>
                      <a:lnTo>
                        <a:pt x="44" y="0"/>
                      </a:lnTo>
                      <a:lnTo>
                        <a:pt x="45" y="0"/>
                      </a:lnTo>
                      <a:lnTo>
                        <a:pt x="46" y="0"/>
                      </a:lnTo>
                      <a:lnTo>
                        <a:pt x="48" y="0"/>
                      </a:lnTo>
                      <a:lnTo>
                        <a:pt x="49" y="0"/>
                      </a:lnTo>
                      <a:lnTo>
                        <a:pt x="51" y="0"/>
                      </a:lnTo>
                      <a:lnTo>
                        <a:pt x="52" y="0"/>
                      </a:lnTo>
                      <a:lnTo>
                        <a:pt x="53" y="0"/>
                      </a:lnTo>
                      <a:lnTo>
                        <a:pt x="55" y="0"/>
                      </a:lnTo>
                      <a:lnTo>
                        <a:pt x="56" y="0"/>
                      </a:lnTo>
                      <a:lnTo>
                        <a:pt x="58" y="0"/>
                      </a:lnTo>
                      <a:lnTo>
                        <a:pt x="59" y="0"/>
                      </a:lnTo>
                      <a:lnTo>
                        <a:pt x="60" y="0"/>
                      </a:lnTo>
                      <a:lnTo>
                        <a:pt x="62" y="0"/>
                      </a:lnTo>
                      <a:lnTo>
                        <a:pt x="63" y="0"/>
                      </a:lnTo>
                      <a:lnTo>
                        <a:pt x="65" y="0"/>
                      </a:lnTo>
                      <a:lnTo>
                        <a:pt x="66" y="0"/>
                      </a:lnTo>
                      <a:lnTo>
                        <a:pt x="67" y="0"/>
                      </a:lnTo>
                      <a:lnTo>
                        <a:pt x="69" y="1"/>
                      </a:lnTo>
                      <a:lnTo>
                        <a:pt x="70" y="1"/>
                      </a:lnTo>
                      <a:lnTo>
                        <a:pt x="72" y="1"/>
                      </a:lnTo>
                      <a:lnTo>
                        <a:pt x="73" y="1"/>
                      </a:lnTo>
                      <a:lnTo>
                        <a:pt x="74" y="1"/>
                      </a:lnTo>
                      <a:lnTo>
                        <a:pt x="76" y="1"/>
                      </a:lnTo>
                      <a:lnTo>
                        <a:pt x="77" y="1"/>
                      </a:lnTo>
                      <a:lnTo>
                        <a:pt x="79" y="1"/>
                      </a:lnTo>
                      <a:lnTo>
                        <a:pt x="80" y="1"/>
                      </a:lnTo>
                      <a:lnTo>
                        <a:pt x="81" y="1"/>
                      </a:lnTo>
                      <a:lnTo>
                        <a:pt x="83" y="1"/>
                      </a:lnTo>
                      <a:lnTo>
                        <a:pt x="84" y="1"/>
                      </a:lnTo>
                      <a:lnTo>
                        <a:pt x="86" y="1"/>
                      </a:lnTo>
                      <a:lnTo>
                        <a:pt x="87" y="1"/>
                      </a:lnTo>
                      <a:lnTo>
                        <a:pt x="88" y="1"/>
                      </a:lnTo>
                      <a:lnTo>
                        <a:pt x="90" y="1"/>
                      </a:lnTo>
                      <a:lnTo>
                        <a:pt x="91" y="1"/>
                      </a:lnTo>
                      <a:lnTo>
                        <a:pt x="93" y="1"/>
                      </a:lnTo>
                      <a:lnTo>
                        <a:pt x="94" y="1"/>
                      </a:lnTo>
                      <a:lnTo>
                        <a:pt x="96" y="1"/>
                      </a:lnTo>
                      <a:lnTo>
                        <a:pt x="97" y="1"/>
                      </a:lnTo>
                      <a:lnTo>
                        <a:pt x="98" y="1"/>
                      </a:lnTo>
                      <a:lnTo>
                        <a:pt x="100" y="1"/>
                      </a:lnTo>
                      <a:lnTo>
                        <a:pt x="101" y="1"/>
                      </a:lnTo>
                      <a:lnTo>
                        <a:pt x="103" y="1"/>
                      </a:lnTo>
                      <a:lnTo>
                        <a:pt x="104" y="1"/>
                      </a:lnTo>
                      <a:lnTo>
                        <a:pt x="105" y="1"/>
                      </a:lnTo>
                      <a:lnTo>
                        <a:pt x="107" y="1"/>
                      </a:lnTo>
                      <a:lnTo>
                        <a:pt x="108" y="1"/>
                      </a:lnTo>
                      <a:lnTo>
                        <a:pt x="110" y="1"/>
                      </a:lnTo>
                      <a:lnTo>
                        <a:pt x="111" y="1"/>
                      </a:lnTo>
                      <a:lnTo>
                        <a:pt x="112" y="1"/>
                      </a:lnTo>
                      <a:lnTo>
                        <a:pt x="114" y="1"/>
                      </a:lnTo>
                      <a:lnTo>
                        <a:pt x="115" y="1"/>
                      </a:lnTo>
                      <a:lnTo>
                        <a:pt x="117" y="1"/>
                      </a:lnTo>
                      <a:lnTo>
                        <a:pt x="118" y="1"/>
                      </a:lnTo>
                      <a:lnTo>
                        <a:pt x="119" y="1"/>
                      </a:lnTo>
                      <a:lnTo>
                        <a:pt x="121" y="1"/>
                      </a:lnTo>
                      <a:lnTo>
                        <a:pt x="122" y="1"/>
                      </a:lnTo>
                      <a:lnTo>
                        <a:pt x="124" y="1"/>
                      </a:lnTo>
                      <a:lnTo>
                        <a:pt x="125" y="1"/>
                      </a:lnTo>
                      <a:lnTo>
                        <a:pt x="126" y="1"/>
                      </a:lnTo>
                      <a:lnTo>
                        <a:pt x="128" y="1"/>
                      </a:lnTo>
                      <a:lnTo>
                        <a:pt x="129" y="1"/>
                      </a:lnTo>
                      <a:lnTo>
                        <a:pt x="131" y="1"/>
                      </a:lnTo>
                      <a:lnTo>
                        <a:pt x="132" y="1"/>
                      </a:lnTo>
                      <a:lnTo>
                        <a:pt x="133" y="1"/>
                      </a:lnTo>
                      <a:lnTo>
                        <a:pt x="135" y="1"/>
                      </a:lnTo>
                      <a:lnTo>
                        <a:pt x="136" y="1"/>
                      </a:lnTo>
                      <a:lnTo>
                        <a:pt x="138" y="1"/>
                      </a:lnTo>
                      <a:lnTo>
                        <a:pt x="139" y="1"/>
                      </a:lnTo>
                      <a:lnTo>
                        <a:pt x="140" y="1"/>
                      </a:lnTo>
                      <a:lnTo>
                        <a:pt x="142" y="1"/>
                      </a:lnTo>
                      <a:lnTo>
                        <a:pt x="143" y="1"/>
                      </a:lnTo>
                      <a:lnTo>
                        <a:pt x="145" y="1"/>
                      </a:lnTo>
                      <a:lnTo>
                        <a:pt x="146" y="1"/>
                      </a:lnTo>
                      <a:lnTo>
                        <a:pt x="147" y="1"/>
                      </a:lnTo>
                      <a:lnTo>
                        <a:pt x="149" y="1"/>
                      </a:lnTo>
                      <a:lnTo>
                        <a:pt x="150" y="1"/>
                      </a:lnTo>
                      <a:lnTo>
                        <a:pt x="152" y="1"/>
                      </a:lnTo>
                      <a:lnTo>
                        <a:pt x="153" y="1"/>
                      </a:lnTo>
                      <a:lnTo>
                        <a:pt x="154" y="1"/>
                      </a:lnTo>
                      <a:lnTo>
                        <a:pt x="156" y="1"/>
                      </a:lnTo>
                      <a:lnTo>
                        <a:pt x="157" y="1"/>
                      </a:lnTo>
                      <a:lnTo>
                        <a:pt x="159" y="1"/>
                      </a:lnTo>
                      <a:lnTo>
                        <a:pt x="160" y="1"/>
                      </a:lnTo>
                      <a:lnTo>
                        <a:pt x="162" y="1"/>
                      </a:lnTo>
                      <a:lnTo>
                        <a:pt x="163" y="1"/>
                      </a:lnTo>
                      <a:lnTo>
                        <a:pt x="164" y="21"/>
                      </a:lnTo>
                      <a:lnTo>
                        <a:pt x="166" y="53"/>
                      </a:lnTo>
                      <a:lnTo>
                        <a:pt x="167" y="71"/>
                      </a:lnTo>
                      <a:lnTo>
                        <a:pt x="169" y="85"/>
                      </a:lnTo>
                      <a:lnTo>
                        <a:pt x="170" y="98"/>
                      </a:lnTo>
                      <a:lnTo>
                        <a:pt x="171" y="111"/>
                      </a:lnTo>
                      <a:lnTo>
                        <a:pt x="173" y="124"/>
                      </a:lnTo>
                      <a:lnTo>
                        <a:pt x="174" y="137"/>
                      </a:lnTo>
                      <a:lnTo>
                        <a:pt x="176" y="150"/>
                      </a:lnTo>
                      <a:lnTo>
                        <a:pt x="177" y="163"/>
                      </a:lnTo>
                      <a:lnTo>
                        <a:pt x="178" y="176"/>
                      </a:lnTo>
                      <a:lnTo>
                        <a:pt x="180" y="189"/>
                      </a:lnTo>
                      <a:lnTo>
                        <a:pt x="181" y="203"/>
                      </a:lnTo>
                      <a:lnTo>
                        <a:pt x="183" y="216"/>
                      </a:lnTo>
                      <a:lnTo>
                        <a:pt x="184" y="230"/>
                      </a:lnTo>
                      <a:lnTo>
                        <a:pt x="185" y="243"/>
                      </a:lnTo>
                      <a:lnTo>
                        <a:pt x="187" y="257"/>
                      </a:lnTo>
                      <a:lnTo>
                        <a:pt x="188" y="271"/>
                      </a:lnTo>
                      <a:lnTo>
                        <a:pt x="190" y="285"/>
                      </a:lnTo>
                      <a:lnTo>
                        <a:pt x="191" y="300"/>
                      </a:lnTo>
                      <a:lnTo>
                        <a:pt x="192" y="314"/>
                      </a:lnTo>
                      <a:lnTo>
                        <a:pt x="194" y="328"/>
                      </a:lnTo>
                      <a:lnTo>
                        <a:pt x="195" y="342"/>
                      </a:lnTo>
                      <a:lnTo>
                        <a:pt x="197" y="356"/>
                      </a:lnTo>
                      <a:lnTo>
                        <a:pt x="198" y="370"/>
                      </a:lnTo>
                      <a:lnTo>
                        <a:pt x="199" y="384"/>
                      </a:lnTo>
                      <a:lnTo>
                        <a:pt x="201" y="398"/>
                      </a:lnTo>
                      <a:lnTo>
                        <a:pt x="202" y="411"/>
                      </a:lnTo>
                      <a:lnTo>
                        <a:pt x="204" y="424"/>
                      </a:lnTo>
                      <a:lnTo>
                        <a:pt x="205" y="437"/>
                      </a:lnTo>
                      <a:lnTo>
                        <a:pt x="206" y="449"/>
                      </a:lnTo>
                      <a:lnTo>
                        <a:pt x="208" y="462"/>
                      </a:lnTo>
                      <a:lnTo>
                        <a:pt x="209" y="474"/>
                      </a:lnTo>
                      <a:lnTo>
                        <a:pt x="211" y="485"/>
                      </a:lnTo>
                      <a:lnTo>
                        <a:pt x="212" y="496"/>
                      </a:lnTo>
                      <a:lnTo>
                        <a:pt x="213" y="507"/>
                      </a:lnTo>
                      <a:lnTo>
                        <a:pt x="215" y="517"/>
                      </a:lnTo>
                      <a:lnTo>
                        <a:pt x="216" y="527"/>
                      </a:lnTo>
                      <a:lnTo>
                        <a:pt x="218" y="537"/>
                      </a:lnTo>
                      <a:lnTo>
                        <a:pt x="219" y="547"/>
                      </a:lnTo>
                      <a:lnTo>
                        <a:pt x="221" y="556"/>
                      </a:lnTo>
                      <a:lnTo>
                        <a:pt x="222" y="565"/>
                      </a:lnTo>
                      <a:lnTo>
                        <a:pt x="223" y="574"/>
                      </a:lnTo>
                      <a:lnTo>
                        <a:pt x="225" y="583"/>
                      </a:lnTo>
                      <a:lnTo>
                        <a:pt x="226" y="591"/>
                      </a:lnTo>
                      <a:lnTo>
                        <a:pt x="228" y="600"/>
                      </a:lnTo>
                      <a:lnTo>
                        <a:pt x="229" y="608"/>
                      </a:lnTo>
                      <a:lnTo>
                        <a:pt x="230" y="616"/>
                      </a:lnTo>
                      <a:lnTo>
                        <a:pt x="232" y="624"/>
                      </a:lnTo>
                      <a:lnTo>
                        <a:pt x="233" y="632"/>
                      </a:lnTo>
                      <a:lnTo>
                        <a:pt x="235" y="639"/>
                      </a:lnTo>
                      <a:lnTo>
                        <a:pt x="236" y="647"/>
                      </a:lnTo>
                      <a:lnTo>
                        <a:pt x="237" y="655"/>
                      </a:lnTo>
                      <a:lnTo>
                        <a:pt x="239" y="662"/>
                      </a:lnTo>
                      <a:lnTo>
                        <a:pt x="240" y="670"/>
                      </a:lnTo>
                      <a:lnTo>
                        <a:pt x="242" y="677"/>
                      </a:lnTo>
                      <a:lnTo>
                        <a:pt x="243" y="685"/>
                      </a:lnTo>
                      <a:lnTo>
                        <a:pt x="244" y="692"/>
                      </a:lnTo>
                      <a:lnTo>
                        <a:pt x="246" y="699"/>
                      </a:lnTo>
                      <a:lnTo>
                        <a:pt x="247" y="707"/>
                      </a:lnTo>
                      <a:lnTo>
                        <a:pt x="249" y="714"/>
                      </a:lnTo>
                      <a:lnTo>
                        <a:pt x="250" y="721"/>
                      </a:lnTo>
                      <a:lnTo>
                        <a:pt x="251" y="728"/>
                      </a:lnTo>
                      <a:lnTo>
                        <a:pt x="253" y="735"/>
                      </a:lnTo>
                      <a:lnTo>
                        <a:pt x="254" y="742"/>
                      </a:lnTo>
                      <a:lnTo>
                        <a:pt x="256" y="749"/>
                      </a:lnTo>
                      <a:lnTo>
                        <a:pt x="257" y="756"/>
                      </a:lnTo>
                      <a:lnTo>
                        <a:pt x="258" y="763"/>
                      </a:lnTo>
                      <a:lnTo>
                        <a:pt x="260" y="770"/>
                      </a:lnTo>
                      <a:lnTo>
                        <a:pt x="261" y="777"/>
                      </a:lnTo>
                      <a:lnTo>
                        <a:pt x="263" y="784"/>
                      </a:lnTo>
                      <a:lnTo>
                        <a:pt x="264" y="790"/>
                      </a:lnTo>
                      <a:lnTo>
                        <a:pt x="265" y="797"/>
                      </a:lnTo>
                      <a:lnTo>
                        <a:pt x="267" y="804"/>
                      </a:lnTo>
                      <a:lnTo>
                        <a:pt x="268" y="810"/>
                      </a:lnTo>
                      <a:lnTo>
                        <a:pt x="270" y="817"/>
                      </a:lnTo>
                      <a:lnTo>
                        <a:pt x="271" y="823"/>
                      </a:lnTo>
                      <a:lnTo>
                        <a:pt x="272" y="830"/>
                      </a:lnTo>
                      <a:lnTo>
                        <a:pt x="274" y="836"/>
                      </a:lnTo>
                      <a:lnTo>
                        <a:pt x="275" y="842"/>
                      </a:lnTo>
                      <a:lnTo>
                        <a:pt x="277" y="849"/>
                      </a:lnTo>
                      <a:lnTo>
                        <a:pt x="278" y="855"/>
                      </a:lnTo>
                      <a:lnTo>
                        <a:pt x="279" y="861"/>
                      </a:lnTo>
                      <a:lnTo>
                        <a:pt x="281" y="867"/>
                      </a:lnTo>
                      <a:lnTo>
                        <a:pt x="282" y="873"/>
                      </a:lnTo>
                      <a:lnTo>
                        <a:pt x="284" y="879"/>
                      </a:lnTo>
                      <a:lnTo>
                        <a:pt x="285" y="885"/>
                      </a:lnTo>
                      <a:lnTo>
                        <a:pt x="287" y="891"/>
                      </a:lnTo>
                      <a:lnTo>
                        <a:pt x="288" y="896"/>
                      </a:lnTo>
                      <a:lnTo>
                        <a:pt x="289" y="902"/>
                      </a:lnTo>
                      <a:lnTo>
                        <a:pt x="291" y="908"/>
                      </a:lnTo>
                      <a:lnTo>
                        <a:pt x="292" y="913"/>
                      </a:lnTo>
                      <a:lnTo>
                        <a:pt x="294" y="919"/>
                      </a:lnTo>
                      <a:lnTo>
                        <a:pt x="295" y="924"/>
                      </a:lnTo>
                      <a:lnTo>
                        <a:pt x="296" y="930"/>
                      </a:lnTo>
                      <a:lnTo>
                        <a:pt x="298" y="935"/>
                      </a:lnTo>
                      <a:lnTo>
                        <a:pt x="299" y="940"/>
                      </a:lnTo>
                      <a:lnTo>
                        <a:pt x="301" y="945"/>
                      </a:lnTo>
                      <a:lnTo>
                        <a:pt x="302" y="950"/>
                      </a:lnTo>
                      <a:lnTo>
                        <a:pt x="303" y="955"/>
                      </a:lnTo>
                      <a:lnTo>
                        <a:pt x="305" y="960"/>
                      </a:lnTo>
                      <a:lnTo>
                        <a:pt x="306" y="965"/>
                      </a:lnTo>
                      <a:lnTo>
                        <a:pt x="308" y="970"/>
                      </a:lnTo>
                      <a:lnTo>
                        <a:pt x="309" y="975"/>
                      </a:lnTo>
                      <a:lnTo>
                        <a:pt x="310" y="979"/>
                      </a:lnTo>
                      <a:lnTo>
                        <a:pt x="312" y="984"/>
                      </a:lnTo>
                      <a:lnTo>
                        <a:pt x="313" y="989"/>
                      </a:lnTo>
                      <a:lnTo>
                        <a:pt x="315" y="993"/>
                      </a:lnTo>
                      <a:lnTo>
                        <a:pt x="316" y="997"/>
                      </a:lnTo>
                      <a:lnTo>
                        <a:pt x="317" y="1002"/>
                      </a:lnTo>
                      <a:lnTo>
                        <a:pt x="319" y="1006"/>
                      </a:lnTo>
                      <a:lnTo>
                        <a:pt x="320" y="1010"/>
                      </a:lnTo>
                      <a:lnTo>
                        <a:pt x="322" y="1014"/>
                      </a:lnTo>
                      <a:lnTo>
                        <a:pt x="323" y="1018"/>
                      </a:lnTo>
                      <a:lnTo>
                        <a:pt x="324" y="1022"/>
                      </a:lnTo>
                      <a:lnTo>
                        <a:pt x="326" y="1026"/>
                      </a:lnTo>
                      <a:lnTo>
                        <a:pt x="327" y="1030"/>
                      </a:lnTo>
                      <a:lnTo>
                        <a:pt x="329" y="1033"/>
                      </a:lnTo>
                      <a:lnTo>
                        <a:pt x="330" y="1037"/>
                      </a:lnTo>
                      <a:lnTo>
                        <a:pt x="331" y="1041"/>
                      </a:lnTo>
                      <a:lnTo>
                        <a:pt x="333" y="1044"/>
                      </a:lnTo>
                      <a:lnTo>
                        <a:pt x="334" y="1048"/>
                      </a:lnTo>
                      <a:lnTo>
                        <a:pt x="336" y="1051"/>
                      </a:lnTo>
                      <a:lnTo>
                        <a:pt x="337" y="1054"/>
                      </a:lnTo>
                      <a:lnTo>
                        <a:pt x="338" y="1058"/>
                      </a:lnTo>
                      <a:lnTo>
                        <a:pt x="340" y="1061"/>
                      </a:lnTo>
                      <a:lnTo>
                        <a:pt x="341" y="1064"/>
                      </a:lnTo>
                      <a:lnTo>
                        <a:pt x="343" y="1067"/>
                      </a:lnTo>
                      <a:lnTo>
                        <a:pt x="344" y="1070"/>
                      </a:lnTo>
                      <a:lnTo>
                        <a:pt x="345" y="1073"/>
                      </a:lnTo>
                      <a:lnTo>
                        <a:pt x="347" y="1076"/>
                      </a:lnTo>
                      <a:lnTo>
                        <a:pt x="348" y="1079"/>
                      </a:lnTo>
                      <a:lnTo>
                        <a:pt x="350" y="1082"/>
                      </a:lnTo>
                      <a:lnTo>
                        <a:pt x="351" y="1085"/>
                      </a:lnTo>
                      <a:lnTo>
                        <a:pt x="353" y="1088"/>
                      </a:lnTo>
                      <a:lnTo>
                        <a:pt x="354" y="1090"/>
                      </a:lnTo>
                      <a:lnTo>
                        <a:pt x="355" y="1093"/>
                      </a:lnTo>
                      <a:lnTo>
                        <a:pt x="357" y="1096"/>
                      </a:lnTo>
                      <a:lnTo>
                        <a:pt x="358" y="1098"/>
                      </a:lnTo>
                      <a:lnTo>
                        <a:pt x="360" y="1101"/>
                      </a:lnTo>
                      <a:lnTo>
                        <a:pt x="361" y="1103"/>
                      </a:lnTo>
                      <a:lnTo>
                        <a:pt x="362" y="1106"/>
                      </a:lnTo>
                      <a:lnTo>
                        <a:pt x="364" y="1108"/>
                      </a:lnTo>
                      <a:lnTo>
                        <a:pt x="365" y="1111"/>
                      </a:lnTo>
                      <a:lnTo>
                        <a:pt x="367" y="1113"/>
                      </a:lnTo>
                      <a:lnTo>
                        <a:pt x="368" y="1115"/>
                      </a:lnTo>
                      <a:lnTo>
                        <a:pt x="369" y="1117"/>
                      </a:lnTo>
                      <a:lnTo>
                        <a:pt x="371" y="1120"/>
                      </a:lnTo>
                      <a:lnTo>
                        <a:pt x="372" y="1122"/>
                      </a:lnTo>
                      <a:lnTo>
                        <a:pt x="374" y="1124"/>
                      </a:lnTo>
                      <a:lnTo>
                        <a:pt x="375" y="1126"/>
                      </a:lnTo>
                      <a:lnTo>
                        <a:pt x="376" y="1128"/>
                      </a:lnTo>
                      <a:lnTo>
                        <a:pt x="378" y="1130"/>
                      </a:lnTo>
                      <a:lnTo>
                        <a:pt x="379" y="1132"/>
                      </a:lnTo>
                      <a:lnTo>
                        <a:pt x="381" y="1134"/>
                      </a:lnTo>
                      <a:lnTo>
                        <a:pt x="382" y="1136"/>
                      </a:lnTo>
                      <a:lnTo>
                        <a:pt x="383" y="1138"/>
                      </a:lnTo>
                      <a:lnTo>
                        <a:pt x="385" y="1139"/>
                      </a:lnTo>
                      <a:lnTo>
                        <a:pt x="386" y="1141"/>
                      </a:lnTo>
                      <a:lnTo>
                        <a:pt x="388" y="1143"/>
                      </a:lnTo>
                      <a:lnTo>
                        <a:pt x="389" y="1144"/>
                      </a:lnTo>
                      <a:lnTo>
                        <a:pt x="390" y="1146"/>
                      </a:lnTo>
                      <a:lnTo>
                        <a:pt x="392" y="1148"/>
                      </a:lnTo>
                      <a:lnTo>
                        <a:pt x="393" y="1149"/>
                      </a:lnTo>
                      <a:lnTo>
                        <a:pt x="395" y="1151"/>
                      </a:lnTo>
                      <a:lnTo>
                        <a:pt x="396" y="1152"/>
                      </a:lnTo>
                      <a:lnTo>
                        <a:pt x="397" y="1154"/>
                      </a:lnTo>
                      <a:lnTo>
                        <a:pt x="399" y="1155"/>
                      </a:lnTo>
                      <a:lnTo>
                        <a:pt x="400" y="1157"/>
                      </a:lnTo>
                      <a:lnTo>
                        <a:pt x="402" y="1158"/>
                      </a:lnTo>
                      <a:lnTo>
                        <a:pt x="403" y="1159"/>
                      </a:lnTo>
                      <a:lnTo>
                        <a:pt x="404" y="1161"/>
                      </a:lnTo>
                      <a:lnTo>
                        <a:pt x="406" y="1162"/>
                      </a:lnTo>
                      <a:lnTo>
                        <a:pt x="407" y="1163"/>
                      </a:lnTo>
                      <a:lnTo>
                        <a:pt x="409" y="1165"/>
                      </a:lnTo>
                      <a:lnTo>
                        <a:pt x="410" y="1166"/>
                      </a:lnTo>
                      <a:lnTo>
                        <a:pt x="412" y="1167"/>
                      </a:lnTo>
                      <a:lnTo>
                        <a:pt x="413" y="1168"/>
                      </a:lnTo>
                      <a:lnTo>
                        <a:pt x="414" y="1170"/>
                      </a:lnTo>
                      <a:lnTo>
                        <a:pt x="416" y="1171"/>
                      </a:lnTo>
                      <a:lnTo>
                        <a:pt x="417" y="1172"/>
                      </a:lnTo>
                      <a:lnTo>
                        <a:pt x="419" y="1173"/>
                      </a:lnTo>
                      <a:lnTo>
                        <a:pt x="420" y="1174"/>
                      </a:lnTo>
                      <a:lnTo>
                        <a:pt x="421" y="1175"/>
                      </a:lnTo>
                      <a:lnTo>
                        <a:pt x="423" y="1176"/>
                      </a:lnTo>
                      <a:lnTo>
                        <a:pt x="424" y="1177"/>
                      </a:lnTo>
                      <a:lnTo>
                        <a:pt x="426" y="1179"/>
                      </a:lnTo>
                      <a:lnTo>
                        <a:pt x="427" y="1180"/>
                      </a:lnTo>
                      <a:lnTo>
                        <a:pt x="428" y="1181"/>
                      </a:lnTo>
                      <a:lnTo>
                        <a:pt x="430" y="1182"/>
                      </a:lnTo>
                      <a:lnTo>
                        <a:pt x="431" y="1183"/>
                      </a:lnTo>
                      <a:lnTo>
                        <a:pt x="433" y="1184"/>
                      </a:lnTo>
                      <a:lnTo>
                        <a:pt x="434" y="1184"/>
                      </a:lnTo>
                      <a:lnTo>
                        <a:pt x="435" y="1185"/>
                      </a:lnTo>
                      <a:lnTo>
                        <a:pt x="437" y="1186"/>
                      </a:lnTo>
                      <a:lnTo>
                        <a:pt x="438" y="1187"/>
                      </a:lnTo>
                      <a:lnTo>
                        <a:pt x="440" y="1188"/>
                      </a:lnTo>
                      <a:lnTo>
                        <a:pt x="441" y="1189"/>
                      </a:lnTo>
                      <a:lnTo>
                        <a:pt x="442" y="1190"/>
                      </a:lnTo>
                      <a:lnTo>
                        <a:pt x="444" y="1191"/>
                      </a:lnTo>
                      <a:lnTo>
                        <a:pt x="445" y="1191"/>
                      </a:lnTo>
                      <a:lnTo>
                        <a:pt x="447" y="1192"/>
                      </a:lnTo>
                      <a:lnTo>
                        <a:pt x="448" y="1193"/>
                      </a:lnTo>
                      <a:lnTo>
                        <a:pt x="449" y="1194"/>
                      </a:lnTo>
                      <a:lnTo>
                        <a:pt x="451" y="1194"/>
                      </a:lnTo>
                      <a:lnTo>
                        <a:pt x="452" y="1195"/>
                      </a:lnTo>
                      <a:lnTo>
                        <a:pt x="454" y="1196"/>
                      </a:lnTo>
                      <a:lnTo>
                        <a:pt x="455" y="1197"/>
                      </a:lnTo>
                      <a:lnTo>
                        <a:pt x="456" y="1197"/>
                      </a:lnTo>
                      <a:lnTo>
                        <a:pt x="458" y="1198"/>
                      </a:lnTo>
                      <a:lnTo>
                        <a:pt x="459" y="1199"/>
                      </a:lnTo>
                      <a:lnTo>
                        <a:pt x="461" y="1200"/>
                      </a:lnTo>
                      <a:lnTo>
                        <a:pt x="462" y="1200"/>
                      </a:lnTo>
                      <a:lnTo>
                        <a:pt x="463" y="1201"/>
                      </a:lnTo>
                      <a:lnTo>
                        <a:pt x="465" y="1202"/>
                      </a:lnTo>
                      <a:lnTo>
                        <a:pt x="466" y="1202"/>
                      </a:lnTo>
                      <a:lnTo>
                        <a:pt x="468" y="1203"/>
                      </a:lnTo>
                      <a:lnTo>
                        <a:pt x="469" y="1204"/>
                      </a:lnTo>
                      <a:lnTo>
                        <a:pt x="470" y="1204"/>
                      </a:lnTo>
                      <a:lnTo>
                        <a:pt x="472" y="1205"/>
                      </a:lnTo>
                      <a:lnTo>
                        <a:pt x="473" y="1206"/>
                      </a:lnTo>
                      <a:lnTo>
                        <a:pt x="475" y="1206"/>
                      </a:lnTo>
                      <a:lnTo>
                        <a:pt x="476" y="1207"/>
                      </a:lnTo>
                      <a:lnTo>
                        <a:pt x="478" y="1207"/>
                      </a:lnTo>
                      <a:lnTo>
                        <a:pt x="479" y="1208"/>
                      </a:lnTo>
                      <a:lnTo>
                        <a:pt x="480" y="1209"/>
                      </a:lnTo>
                      <a:lnTo>
                        <a:pt x="482" y="1209"/>
                      </a:lnTo>
                      <a:lnTo>
                        <a:pt x="483" y="1210"/>
                      </a:lnTo>
                      <a:lnTo>
                        <a:pt x="485" y="1210"/>
                      </a:lnTo>
                      <a:lnTo>
                        <a:pt x="486" y="1211"/>
                      </a:lnTo>
                      <a:lnTo>
                        <a:pt x="487" y="1212"/>
                      </a:lnTo>
                      <a:lnTo>
                        <a:pt x="489" y="1212"/>
                      </a:lnTo>
                      <a:lnTo>
                        <a:pt x="490" y="1213"/>
                      </a:lnTo>
                      <a:lnTo>
                        <a:pt x="492" y="1213"/>
                      </a:lnTo>
                      <a:lnTo>
                        <a:pt x="493" y="1214"/>
                      </a:lnTo>
                      <a:lnTo>
                        <a:pt x="494" y="1214"/>
                      </a:lnTo>
                      <a:lnTo>
                        <a:pt x="496" y="1215"/>
                      </a:lnTo>
                      <a:lnTo>
                        <a:pt x="497" y="1215"/>
                      </a:lnTo>
                      <a:lnTo>
                        <a:pt x="499" y="1216"/>
                      </a:lnTo>
                      <a:lnTo>
                        <a:pt x="500" y="1216"/>
                      </a:lnTo>
                      <a:lnTo>
                        <a:pt x="501" y="1217"/>
                      </a:lnTo>
                      <a:lnTo>
                        <a:pt x="503" y="1217"/>
                      </a:lnTo>
                      <a:lnTo>
                        <a:pt x="504" y="1218"/>
                      </a:lnTo>
                      <a:lnTo>
                        <a:pt x="506" y="1218"/>
                      </a:lnTo>
                      <a:lnTo>
                        <a:pt x="507" y="1219"/>
                      </a:lnTo>
                      <a:lnTo>
                        <a:pt x="508" y="1219"/>
                      </a:lnTo>
                      <a:lnTo>
                        <a:pt x="510" y="1220"/>
                      </a:lnTo>
                      <a:lnTo>
                        <a:pt x="511" y="1220"/>
                      </a:lnTo>
                      <a:lnTo>
                        <a:pt x="513" y="1221"/>
                      </a:lnTo>
                      <a:lnTo>
                        <a:pt x="514" y="1221"/>
                      </a:lnTo>
                      <a:lnTo>
                        <a:pt x="515" y="1222"/>
                      </a:lnTo>
                      <a:lnTo>
                        <a:pt x="517" y="1222"/>
                      </a:lnTo>
                      <a:lnTo>
                        <a:pt x="518" y="1222"/>
                      </a:lnTo>
                      <a:lnTo>
                        <a:pt x="520" y="1223"/>
                      </a:lnTo>
                      <a:lnTo>
                        <a:pt x="521" y="1223"/>
                      </a:lnTo>
                      <a:lnTo>
                        <a:pt x="522" y="1224"/>
                      </a:lnTo>
                      <a:lnTo>
                        <a:pt x="524" y="1224"/>
                      </a:lnTo>
                      <a:lnTo>
                        <a:pt x="525" y="1225"/>
                      </a:lnTo>
                      <a:lnTo>
                        <a:pt x="527" y="1225"/>
                      </a:lnTo>
                      <a:lnTo>
                        <a:pt x="528" y="1225"/>
                      </a:lnTo>
                      <a:lnTo>
                        <a:pt x="529" y="1226"/>
                      </a:lnTo>
                      <a:lnTo>
                        <a:pt x="531" y="1226"/>
                      </a:lnTo>
                      <a:lnTo>
                        <a:pt x="532" y="1227"/>
                      </a:lnTo>
                      <a:lnTo>
                        <a:pt x="534" y="1227"/>
                      </a:lnTo>
                      <a:lnTo>
                        <a:pt x="535" y="1227"/>
                      </a:lnTo>
                      <a:lnTo>
                        <a:pt x="537" y="1228"/>
                      </a:lnTo>
                      <a:lnTo>
                        <a:pt x="538" y="1228"/>
                      </a:lnTo>
                      <a:lnTo>
                        <a:pt x="539" y="1229"/>
                      </a:lnTo>
                      <a:lnTo>
                        <a:pt x="541" y="1229"/>
                      </a:lnTo>
                      <a:lnTo>
                        <a:pt x="542" y="1229"/>
                      </a:lnTo>
                      <a:lnTo>
                        <a:pt x="544" y="1230"/>
                      </a:lnTo>
                      <a:lnTo>
                        <a:pt x="545" y="1230"/>
                      </a:lnTo>
                      <a:lnTo>
                        <a:pt x="546" y="1230"/>
                      </a:lnTo>
                      <a:lnTo>
                        <a:pt x="548" y="1231"/>
                      </a:lnTo>
                      <a:lnTo>
                        <a:pt x="549" y="1231"/>
                      </a:lnTo>
                      <a:lnTo>
                        <a:pt x="551" y="1231"/>
                      </a:lnTo>
                      <a:lnTo>
                        <a:pt x="552" y="1232"/>
                      </a:lnTo>
                      <a:lnTo>
                        <a:pt x="553" y="1232"/>
                      </a:lnTo>
                      <a:lnTo>
                        <a:pt x="555" y="1232"/>
                      </a:lnTo>
                      <a:lnTo>
                        <a:pt x="556" y="1233"/>
                      </a:lnTo>
                      <a:lnTo>
                        <a:pt x="558" y="1233"/>
                      </a:lnTo>
                      <a:lnTo>
                        <a:pt x="559" y="1233"/>
                      </a:lnTo>
                      <a:lnTo>
                        <a:pt x="560" y="1234"/>
                      </a:lnTo>
                      <a:lnTo>
                        <a:pt x="562" y="1234"/>
                      </a:lnTo>
                      <a:lnTo>
                        <a:pt x="563" y="1234"/>
                      </a:lnTo>
                      <a:lnTo>
                        <a:pt x="565" y="1235"/>
                      </a:lnTo>
                      <a:lnTo>
                        <a:pt x="566" y="1235"/>
                      </a:lnTo>
                      <a:lnTo>
                        <a:pt x="567" y="1235"/>
                      </a:lnTo>
                      <a:lnTo>
                        <a:pt x="569" y="1236"/>
                      </a:lnTo>
                      <a:lnTo>
                        <a:pt x="570" y="1236"/>
                      </a:lnTo>
                      <a:lnTo>
                        <a:pt x="572" y="1236"/>
                      </a:lnTo>
                      <a:lnTo>
                        <a:pt x="573" y="1237"/>
                      </a:lnTo>
                      <a:lnTo>
                        <a:pt x="574" y="1237"/>
                      </a:lnTo>
                      <a:lnTo>
                        <a:pt x="576" y="1237"/>
                      </a:lnTo>
                      <a:lnTo>
                        <a:pt x="577" y="1238"/>
                      </a:lnTo>
                      <a:lnTo>
                        <a:pt x="579" y="1238"/>
                      </a:lnTo>
                      <a:lnTo>
                        <a:pt x="580" y="1238"/>
                      </a:lnTo>
                      <a:lnTo>
                        <a:pt x="581" y="1239"/>
                      </a:lnTo>
                      <a:lnTo>
                        <a:pt x="583" y="1239"/>
                      </a:lnTo>
                      <a:lnTo>
                        <a:pt x="584" y="1216"/>
                      </a:lnTo>
                      <a:lnTo>
                        <a:pt x="586" y="1195"/>
                      </a:lnTo>
                      <a:lnTo>
                        <a:pt x="587" y="1190"/>
                      </a:lnTo>
                      <a:lnTo>
                        <a:pt x="588" y="1187"/>
                      </a:lnTo>
                      <a:lnTo>
                        <a:pt x="590" y="1185"/>
                      </a:lnTo>
                      <a:lnTo>
                        <a:pt x="591" y="1183"/>
                      </a:lnTo>
                      <a:lnTo>
                        <a:pt x="593" y="1182"/>
                      </a:lnTo>
                      <a:lnTo>
                        <a:pt x="594" y="1180"/>
                      </a:lnTo>
                      <a:lnTo>
                        <a:pt x="595" y="1179"/>
                      </a:lnTo>
                      <a:lnTo>
                        <a:pt x="597" y="1177"/>
                      </a:lnTo>
                      <a:lnTo>
                        <a:pt x="598" y="1176"/>
                      </a:lnTo>
                      <a:lnTo>
                        <a:pt x="600" y="1175"/>
                      </a:lnTo>
                      <a:lnTo>
                        <a:pt x="601" y="1174"/>
                      </a:lnTo>
                      <a:lnTo>
                        <a:pt x="603" y="1173"/>
                      </a:lnTo>
                      <a:lnTo>
                        <a:pt x="604" y="1172"/>
                      </a:lnTo>
                      <a:lnTo>
                        <a:pt x="605" y="1171"/>
                      </a:lnTo>
                      <a:lnTo>
                        <a:pt x="607" y="1170"/>
                      </a:lnTo>
                      <a:lnTo>
                        <a:pt x="608" y="1169"/>
                      </a:lnTo>
                      <a:lnTo>
                        <a:pt x="610" y="1168"/>
                      </a:lnTo>
                      <a:lnTo>
                        <a:pt x="611" y="1167"/>
                      </a:lnTo>
                      <a:lnTo>
                        <a:pt x="612" y="1166"/>
                      </a:lnTo>
                      <a:lnTo>
                        <a:pt x="614" y="1165"/>
                      </a:lnTo>
                      <a:lnTo>
                        <a:pt x="615" y="1164"/>
                      </a:lnTo>
                      <a:lnTo>
                        <a:pt x="617" y="1164"/>
                      </a:lnTo>
                      <a:lnTo>
                        <a:pt x="618" y="1163"/>
                      </a:lnTo>
                      <a:lnTo>
                        <a:pt x="619" y="1162"/>
                      </a:lnTo>
                      <a:lnTo>
                        <a:pt x="621" y="1162"/>
                      </a:lnTo>
                      <a:lnTo>
                        <a:pt x="622" y="1161"/>
                      </a:lnTo>
                      <a:lnTo>
                        <a:pt x="624" y="1160"/>
                      </a:lnTo>
                      <a:lnTo>
                        <a:pt x="625" y="1159"/>
                      </a:lnTo>
                      <a:lnTo>
                        <a:pt x="626" y="1159"/>
                      </a:lnTo>
                      <a:lnTo>
                        <a:pt x="628" y="1158"/>
                      </a:lnTo>
                      <a:lnTo>
                        <a:pt x="629" y="1158"/>
                      </a:lnTo>
                      <a:lnTo>
                        <a:pt x="631" y="1157"/>
                      </a:lnTo>
                      <a:lnTo>
                        <a:pt x="632" y="1156"/>
                      </a:lnTo>
                      <a:lnTo>
                        <a:pt x="633" y="1156"/>
                      </a:lnTo>
                      <a:lnTo>
                        <a:pt x="635" y="1155"/>
                      </a:lnTo>
                      <a:lnTo>
                        <a:pt x="636" y="1155"/>
                      </a:lnTo>
                      <a:lnTo>
                        <a:pt x="638" y="1154"/>
                      </a:lnTo>
                      <a:lnTo>
                        <a:pt x="639" y="1154"/>
                      </a:lnTo>
                      <a:lnTo>
                        <a:pt x="640" y="1153"/>
                      </a:lnTo>
                      <a:lnTo>
                        <a:pt x="642" y="1153"/>
                      </a:lnTo>
                      <a:lnTo>
                        <a:pt x="643" y="1152"/>
                      </a:lnTo>
                      <a:lnTo>
                        <a:pt x="645" y="1152"/>
                      </a:lnTo>
                      <a:lnTo>
                        <a:pt x="646" y="1151"/>
                      </a:lnTo>
                      <a:lnTo>
                        <a:pt x="647" y="1151"/>
                      </a:lnTo>
                      <a:lnTo>
                        <a:pt x="649" y="1150"/>
                      </a:lnTo>
                      <a:lnTo>
                        <a:pt x="650" y="1150"/>
                      </a:lnTo>
                      <a:lnTo>
                        <a:pt x="652" y="1149"/>
                      </a:lnTo>
                      <a:lnTo>
                        <a:pt x="653" y="1149"/>
                      </a:lnTo>
                      <a:lnTo>
                        <a:pt x="654" y="1148"/>
                      </a:lnTo>
                      <a:lnTo>
                        <a:pt x="656" y="1148"/>
                      </a:lnTo>
                      <a:lnTo>
                        <a:pt x="657" y="1147"/>
                      </a:lnTo>
                      <a:lnTo>
                        <a:pt x="659" y="1147"/>
                      </a:lnTo>
                      <a:lnTo>
                        <a:pt x="660" y="1147"/>
                      </a:lnTo>
                      <a:lnTo>
                        <a:pt x="661" y="1146"/>
                      </a:lnTo>
                      <a:lnTo>
                        <a:pt x="663" y="1146"/>
                      </a:lnTo>
                      <a:lnTo>
                        <a:pt x="664" y="1145"/>
                      </a:lnTo>
                      <a:lnTo>
                        <a:pt x="666" y="1145"/>
                      </a:lnTo>
                      <a:lnTo>
                        <a:pt x="667" y="1145"/>
                      </a:lnTo>
                      <a:lnTo>
                        <a:pt x="669" y="1144"/>
                      </a:lnTo>
                      <a:lnTo>
                        <a:pt x="670" y="1144"/>
                      </a:lnTo>
                      <a:lnTo>
                        <a:pt x="671" y="1143"/>
                      </a:lnTo>
                      <a:lnTo>
                        <a:pt x="673" y="1143"/>
                      </a:lnTo>
                      <a:lnTo>
                        <a:pt x="674" y="1143"/>
                      </a:lnTo>
                      <a:lnTo>
                        <a:pt x="676" y="1142"/>
                      </a:lnTo>
                      <a:lnTo>
                        <a:pt x="677" y="1142"/>
                      </a:lnTo>
                      <a:lnTo>
                        <a:pt x="678" y="1142"/>
                      </a:lnTo>
                      <a:lnTo>
                        <a:pt x="680" y="1141"/>
                      </a:lnTo>
                      <a:lnTo>
                        <a:pt x="681" y="1141"/>
                      </a:lnTo>
                      <a:lnTo>
                        <a:pt x="683" y="1141"/>
                      </a:lnTo>
                      <a:lnTo>
                        <a:pt x="684" y="1140"/>
                      </a:lnTo>
                      <a:lnTo>
                        <a:pt x="685" y="1140"/>
                      </a:lnTo>
                      <a:lnTo>
                        <a:pt x="687" y="1140"/>
                      </a:lnTo>
                      <a:lnTo>
                        <a:pt x="688" y="1139"/>
                      </a:lnTo>
                      <a:lnTo>
                        <a:pt x="690" y="1139"/>
                      </a:lnTo>
                      <a:lnTo>
                        <a:pt x="691" y="1139"/>
                      </a:lnTo>
                      <a:lnTo>
                        <a:pt x="692" y="1138"/>
                      </a:lnTo>
                      <a:lnTo>
                        <a:pt x="694" y="1138"/>
                      </a:lnTo>
                      <a:lnTo>
                        <a:pt x="695" y="1138"/>
                      </a:lnTo>
                      <a:lnTo>
                        <a:pt x="697" y="1137"/>
                      </a:lnTo>
                      <a:lnTo>
                        <a:pt x="698" y="1137"/>
                      </a:lnTo>
                      <a:lnTo>
                        <a:pt x="699" y="1137"/>
                      </a:lnTo>
                      <a:lnTo>
                        <a:pt x="701" y="1136"/>
                      </a:lnTo>
                      <a:lnTo>
                        <a:pt x="702" y="1136"/>
                      </a:lnTo>
                      <a:lnTo>
                        <a:pt x="704" y="1136"/>
                      </a:lnTo>
                      <a:lnTo>
                        <a:pt x="705" y="1136"/>
                      </a:lnTo>
                      <a:lnTo>
                        <a:pt x="706" y="1135"/>
                      </a:lnTo>
                      <a:lnTo>
                        <a:pt x="708" y="1135"/>
                      </a:lnTo>
                      <a:lnTo>
                        <a:pt x="709" y="1135"/>
                      </a:lnTo>
                      <a:lnTo>
                        <a:pt x="711" y="1134"/>
                      </a:lnTo>
                      <a:lnTo>
                        <a:pt x="712" y="1134"/>
                      </a:lnTo>
                      <a:lnTo>
                        <a:pt x="713" y="1134"/>
                      </a:lnTo>
                      <a:lnTo>
                        <a:pt x="715" y="1134"/>
                      </a:lnTo>
                      <a:lnTo>
                        <a:pt x="716" y="1133"/>
                      </a:lnTo>
                      <a:lnTo>
                        <a:pt x="718" y="1133"/>
                      </a:lnTo>
                      <a:lnTo>
                        <a:pt x="719" y="1133"/>
                      </a:lnTo>
                      <a:lnTo>
                        <a:pt x="720" y="1133"/>
                      </a:lnTo>
                      <a:lnTo>
                        <a:pt x="722" y="1132"/>
                      </a:lnTo>
                      <a:lnTo>
                        <a:pt x="723" y="1132"/>
                      </a:lnTo>
                      <a:lnTo>
                        <a:pt x="725" y="1132"/>
                      </a:lnTo>
                      <a:lnTo>
                        <a:pt x="726" y="1132"/>
                      </a:lnTo>
                      <a:lnTo>
                        <a:pt x="728" y="1131"/>
                      </a:lnTo>
                      <a:lnTo>
                        <a:pt x="729" y="1131"/>
                      </a:lnTo>
                      <a:lnTo>
                        <a:pt x="730" y="1131"/>
                      </a:lnTo>
                      <a:lnTo>
                        <a:pt x="732" y="1131"/>
                      </a:lnTo>
                      <a:lnTo>
                        <a:pt x="733" y="1130"/>
                      </a:lnTo>
                      <a:lnTo>
                        <a:pt x="735" y="1130"/>
                      </a:lnTo>
                      <a:lnTo>
                        <a:pt x="736" y="1130"/>
                      </a:lnTo>
                      <a:lnTo>
                        <a:pt x="737" y="1130"/>
                      </a:lnTo>
                      <a:lnTo>
                        <a:pt x="739" y="1130"/>
                      </a:lnTo>
                      <a:lnTo>
                        <a:pt x="740" y="1129"/>
                      </a:lnTo>
                      <a:lnTo>
                        <a:pt x="742" y="1129"/>
                      </a:lnTo>
                      <a:lnTo>
                        <a:pt x="743" y="1129"/>
                      </a:lnTo>
                      <a:lnTo>
                        <a:pt x="744" y="1129"/>
                      </a:lnTo>
                      <a:lnTo>
                        <a:pt x="746" y="1128"/>
                      </a:lnTo>
                      <a:lnTo>
                        <a:pt x="747" y="1128"/>
                      </a:lnTo>
                      <a:lnTo>
                        <a:pt x="749" y="1128"/>
                      </a:lnTo>
                      <a:lnTo>
                        <a:pt x="750" y="1128"/>
                      </a:lnTo>
                      <a:lnTo>
                        <a:pt x="751" y="1127"/>
                      </a:lnTo>
                      <a:lnTo>
                        <a:pt x="753" y="1127"/>
                      </a:lnTo>
                      <a:lnTo>
                        <a:pt x="754" y="1127"/>
                      </a:lnTo>
                      <a:lnTo>
                        <a:pt x="756" y="1127"/>
                      </a:lnTo>
                      <a:lnTo>
                        <a:pt x="757" y="1127"/>
                      </a:lnTo>
                      <a:lnTo>
                        <a:pt x="758" y="1126"/>
                      </a:lnTo>
                      <a:lnTo>
                        <a:pt x="760" y="1126"/>
                      </a:lnTo>
                      <a:lnTo>
                        <a:pt x="761" y="1126"/>
                      </a:lnTo>
                      <a:lnTo>
                        <a:pt x="763" y="1126"/>
                      </a:lnTo>
                      <a:lnTo>
                        <a:pt x="764" y="1126"/>
                      </a:lnTo>
                      <a:lnTo>
                        <a:pt x="765" y="1125"/>
                      </a:lnTo>
                      <a:lnTo>
                        <a:pt x="767" y="1125"/>
                      </a:lnTo>
                      <a:lnTo>
                        <a:pt x="768" y="1125"/>
                      </a:lnTo>
                      <a:lnTo>
                        <a:pt x="770" y="1125"/>
                      </a:lnTo>
                      <a:lnTo>
                        <a:pt x="771" y="1125"/>
                      </a:lnTo>
                      <a:lnTo>
                        <a:pt x="772" y="1124"/>
                      </a:lnTo>
                      <a:lnTo>
                        <a:pt x="774" y="1124"/>
                      </a:lnTo>
                      <a:lnTo>
                        <a:pt x="775" y="1124"/>
                      </a:lnTo>
                      <a:lnTo>
                        <a:pt x="777" y="1124"/>
                      </a:lnTo>
                      <a:lnTo>
                        <a:pt x="778" y="1124"/>
                      </a:lnTo>
                      <a:lnTo>
                        <a:pt x="779" y="1124"/>
                      </a:lnTo>
                      <a:lnTo>
                        <a:pt x="781" y="1123"/>
                      </a:lnTo>
                      <a:lnTo>
                        <a:pt x="782" y="1123"/>
                      </a:lnTo>
                      <a:lnTo>
                        <a:pt x="784" y="1123"/>
                      </a:lnTo>
                      <a:lnTo>
                        <a:pt x="785" y="1123"/>
                      </a:lnTo>
                      <a:lnTo>
                        <a:pt x="786" y="1123"/>
                      </a:lnTo>
                      <a:lnTo>
                        <a:pt x="788" y="1122"/>
                      </a:lnTo>
                      <a:lnTo>
                        <a:pt x="789" y="1122"/>
                      </a:lnTo>
                      <a:lnTo>
                        <a:pt x="791" y="1122"/>
                      </a:lnTo>
                      <a:lnTo>
                        <a:pt x="792" y="1122"/>
                      </a:lnTo>
                      <a:lnTo>
                        <a:pt x="794" y="1122"/>
                      </a:lnTo>
                      <a:lnTo>
                        <a:pt x="795" y="1122"/>
                      </a:lnTo>
                      <a:lnTo>
                        <a:pt x="796" y="1121"/>
                      </a:lnTo>
                      <a:lnTo>
                        <a:pt x="798" y="1121"/>
                      </a:lnTo>
                      <a:lnTo>
                        <a:pt x="799" y="1121"/>
                      </a:lnTo>
                      <a:lnTo>
                        <a:pt x="801" y="1121"/>
                      </a:lnTo>
                      <a:lnTo>
                        <a:pt x="802" y="1121"/>
                      </a:lnTo>
                      <a:lnTo>
                        <a:pt x="803" y="1121"/>
                      </a:lnTo>
                      <a:lnTo>
                        <a:pt x="805" y="1120"/>
                      </a:lnTo>
                      <a:lnTo>
                        <a:pt x="806" y="1120"/>
                      </a:lnTo>
                      <a:lnTo>
                        <a:pt x="808" y="1120"/>
                      </a:lnTo>
                      <a:lnTo>
                        <a:pt x="809" y="1120"/>
                      </a:lnTo>
                      <a:lnTo>
                        <a:pt x="810" y="1120"/>
                      </a:lnTo>
                      <a:lnTo>
                        <a:pt x="812" y="1120"/>
                      </a:lnTo>
                      <a:lnTo>
                        <a:pt x="813" y="1119"/>
                      </a:lnTo>
                      <a:lnTo>
                        <a:pt x="815" y="1119"/>
                      </a:lnTo>
                      <a:lnTo>
                        <a:pt x="816" y="1119"/>
                      </a:lnTo>
                      <a:lnTo>
                        <a:pt x="817" y="1119"/>
                      </a:lnTo>
                      <a:lnTo>
                        <a:pt x="819" y="1119"/>
                      </a:lnTo>
                      <a:lnTo>
                        <a:pt x="820" y="1119"/>
                      </a:lnTo>
                      <a:lnTo>
                        <a:pt x="822" y="1119"/>
                      </a:lnTo>
                      <a:lnTo>
                        <a:pt x="823" y="1118"/>
                      </a:lnTo>
                      <a:lnTo>
                        <a:pt x="824" y="1118"/>
                      </a:lnTo>
                      <a:lnTo>
                        <a:pt x="826" y="1118"/>
                      </a:lnTo>
                      <a:lnTo>
                        <a:pt x="827" y="1118"/>
                      </a:lnTo>
                      <a:lnTo>
                        <a:pt x="829" y="1118"/>
                      </a:lnTo>
                      <a:lnTo>
                        <a:pt x="830" y="1118"/>
                      </a:lnTo>
                      <a:lnTo>
                        <a:pt x="831" y="1117"/>
                      </a:lnTo>
                      <a:lnTo>
                        <a:pt x="833" y="1117"/>
                      </a:lnTo>
                      <a:lnTo>
                        <a:pt x="834" y="1117"/>
                      </a:lnTo>
                      <a:lnTo>
                        <a:pt x="836" y="1117"/>
                      </a:lnTo>
                      <a:lnTo>
                        <a:pt x="837" y="1117"/>
                      </a:lnTo>
                      <a:lnTo>
                        <a:pt x="838" y="1117"/>
                      </a:lnTo>
                      <a:lnTo>
                        <a:pt x="840" y="1117"/>
                      </a:lnTo>
                      <a:lnTo>
                        <a:pt x="841" y="1117"/>
                      </a:lnTo>
                      <a:lnTo>
                        <a:pt x="843" y="1116"/>
                      </a:lnTo>
                      <a:lnTo>
                        <a:pt x="844" y="1116"/>
                      </a:lnTo>
                      <a:lnTo>
                        <a:pt x="845" y="1116"/>
                      </a:lnTo>
                      <a:lnTo>
                        <a:pt x="847" y="1116"/>
                      </a:lnTo>
                      <a:lnTo>
                        <a:pt x="848" y="1116"/>
                      </a:lnTo>
                      <a:lnTo>
                        <a:pt x="850" y="1116"/>
                      </a:lnTo>
                      <a:lnTo>
                        <a:pt x="851" y="1116"/>
                      </a:lnTo>
                      <a:lnTo>
                        <a:pt x="852" y="1115"/>
                      </a:lnTo>
                      <a:lnTo>
                        <a:pt x="854" y="1115"/>
                      </a:lnTo>
                      <a:lnTo>
                        <a:pt x="855" y="1115"/>
                      </a:lnTo>
                      <a:lnTo>
                        <a:pt x="857" y="1115"/>
                      </a:lnTo>
                      <a:lnTo>
                        <a:pt x="858" y="1115"/>
                      </a:lnTo>
                      <a:lnTo>
                        <a:pt x="860" y="1115"/>
                      </a:lnTo>
                      <a:lnTo>
                        <a:pt x="861" y="1115"/>
                      </a:lnTo>
                      <a:lnTo>
                        <a:pt x="862" y="1114"/>
                      </a:lnTo>
                      <a:lnTo>
                        <a:pt x="864" y="1114"/>
                      </a:lnTo>
                      <a:lnTo>
                        <a:pt x="865" y="1114"/>
                      </a:lnTo>
                      <a:lnTo>
                        <a:pt x="867" y="1114"/>
                      </a:lnTo>
                      <a:lnTo>
                        <a:pt x="868" y="1114"/>
                      </a:lnTo>
                      <a:lnTo>
                        <a:pt x="869" y="1114"/>
                      </a:lnTo>
                      <a:lnTo>
                        <a:pt x="871" y="1114"/>
                      </a:lnTo>
                      <a:lnTo>
                        <a:pt x="872" y="1114"/>
                      </a:lnTo>
                      <a:lnTo>
                        <a:pt x="874" y="1113"/>
                      </a:lnTo>
                      <a:lnTo>
                        <a:pt x="875" y="1113"/>
                      </a:lnTo>
                      <a:lnTo>
                        <a:pt x="876" y="1113"/>
                      </a:lnTo>
                      <a:lnTo>
                        <a:pt x="878" y="1113"/>
                      </a:lnTo>
                      <a:lnTo>
                        <a:pt x="879" y="1113"/>
                      </a:lnTo>
                      <a:lnTo>
                        <a:pt x="881" y="1113"/>
                      </a:lnTo>
                      <a:lnTo>
                        <a:pt x="882" y="1113"/>
                      </a:lnTo>
                      <a:lnTo>
                        <a:pt x="883" y="1113"/>
                      </a:lnTo>
                      <a:lnTo>
                        <a:pt x="885" y="1113"/>
                      </a:lnTo>
                      <a:lnTo>
                        <a:pt x="886" y="1112"/>
                      </a:lnTo>
                      <a:lnTo>
                        <a:pt x="888" y="1112"/>
                      </a:lnTo>
                      <a:lnTo>
                        <a:pt x="889" y="1112"/>
                      </a:lnTo>
                      <a:lnTo>
                        <a:pt x="890" y="1112"/>
                      </a:lnTo>
                      <a:lnTo>
                        <a:pt x="892" y="1112"/>
                      </a:lnTo>
                      <a:lnTo>
                        <a:pt x="893" y="1112"/>
                      </a:lnTo>
                      <a:lnTo>
                        <a:pt x="895" y="1112"/>
                      </a:lnTo>
                      <a:lnTo>
                        <a:pt x="896" y="1112"/>
                      </a:lnTo>
                      <a:lnTo>
                        <a:pt x="897" y="1112"/>
                      </a:lnTo>
                      <a:lnTo>
                        <a:pt x="899" y="1111"/>
                      </a:lnTo>
                      <a:lnTo>
                        <a:pt x="900" y="1111"/>
                      </a:lnTo>
                      <a:lnTo>
                        <a:pt x="902" y="1111"/>
                      </a:lnTo>
                      <a:lnTo>
                        <a:pt x="903" y="1111"/>
                      </a:lnTo>
                      <a:lnTo>
                        <a:pt x="904" y="1111"/>
                      </a:lnTo>
                      <a:lnTo>
                        <a:pt x="906" y="1111"/>
                      </a:lnTo>
                      <a:lnTo>
                        <a:pt x="907" y="1111"/>
                      </a:lnTo>
                      <a:lnTo>
                        <a:pt x="909" y="1111"/>
                      </a:lnTo>
                      <a:lnTo>
                        <a:pt x="910" y="1111"/>
                      </a:lnTo>
                      <a:lnTo>
                        <a:pt x="911" y="1111"/>
                      </a:lnTo>
                      <a:lnTo>
                        <a:pt x="913" y="1110"/>
                      </a:lnTo>
                      <a:lnTo>
                        <a:pt x="914" y="1110"/>
                      </a:lnTo>
                      <a:lnTo>
                        <a:pt x="916" y="1110"/>
                      </a:lnTo>
                      <a:lnTo>
                        <a:pt x="917" y="1110"/>
                      </a:lnTo>
                      <a:lnTo>
                        <a:pt x="919" y="1110"/>
                      </a:lnTo>
                      <a:lnTo>
                        <a:pt x="920" y="1110"/>
                      </a:lnTo>
                      <a:lnTo>
                        <a:pt x="921" y="1110"/>
                      </a:lnTo>
                      <a:lnTo>
                        <a:pt x="923" y="1110"/>
                      </a:lnTo>
                      <a:lnTo>
                        <a:pt x="924" y="1110"/>
                      </a:lnTo>
                      <a:lnTo>
                        <a:pt x="926" y="1109"/>
                      </a:lnTo>
                      <a:lnTo>
                        <a:pt x="927" y="1109"/>
                      </a:lnTo>
                      <a:lnTo>
                        <a:pt x="928" y="1109"/>
                      </a:lnTo>
                      <a:lnTo>
                        <a:pt x="930" y="1109"/>
                      </a:lnTo>
                      <a:lnTo>
                        <a:pt x="931" y="1109"/>
                      </a:lnTo>
                      <a:lnTo>
                        <a:pt x="933" y="1109"/>
                      </a:lnTo>
                      <a:lnTo>
                        <a:pt x="934" y="1109"/>
                      </a:lnTo>
                      <a:lnTo>
                        <a:pt x="935" y="1109"/>
                      </a:lnTo>
                      <a:lnTo>
                        <a:pt x="937" y="1109"/>
                      </a:lnTo>
                      <a:lnTo>
                        <a:pt x="938" y="1109"/>
                      </a:lnTo>
                      <a:lnTo>
                        <a:pt x="940" y="1108"/>
                      </a:lnTo>
                      <a:lnTo>
                        <a:pt x="941" y="1108"/>
                      </a:lnTo>
                      <a:lnTo>
                        <a:pt x="942" y="1108"/>
                      </a:lnTo>
                      <a:lnTo>
                        <a:pt x="944" y="1108"/>
                      </a:lnTo>
                      <a:lnTo>
                        <a:pt x="945" y="1108"/>
                      </a:lnTo>
                      <a:lnTo>
                        <a:pt x="947" y="1108"/>
                      </a:lnTo>
                      <a:lnTo>
                        <a:pt x="948" y="1108"/>
                      </a:lnTo>
                      <a:lnTo>
                        <a:pt x="949" y="1108"/>
                      </a:lnTo>
                      <a:lnTo>
                        <a:pt x="951" y="1108"/>
                      </a:lnTo>
                      <a:lnTo>
                        <a:pt x="952" y="1108"/>
                      </a:lnTo>
                      <a:lnTo>
                        <a:pt x="954" y="1108"/>
                      </a:lnTo>
                      <a:lnTo>
                        <a:pt x="955" y="1107"/>
                      </a:lnTo>
                      <a:lnTo>
                        <a:pt x="956" y="1107"/>
                      </a:lnTo>
                      <a:lnTo>
                        <a:pt x="958" y="1107"/>
                      </a:lnTo>
                      <a:lnTo>
                        <a:pt x="959" y="1107"/>
                      </a:lnTo>
                      <a:lnTo>
                        <a:pt x="961" y="1107"/>
                      </a:lnTo>
                      <a:lnTo>
                        <a:pt x="962" y="1107"/>
                      </a:lnTo>
                      <a:lnTo>
                        <a:pt x="963" y="1107"/>
                      </a:lnTo>
                      <a:lnTo>
                        <a:pt x="965" y="1107"/>
                      </a:lnTo>
                      <a:lnTo>
                        <a:pt x="966" y="1107"/>
                      </a:lnTo>
                      <a:lnTo>
                        <a:pt x="968" y="1107"/>
                      </a:lnTo>
                      <a:lnTo>
                        <a:pt x="969" y="1107"/>
                      </a:lnTo>
                      <a:lnTo>
                        <a:pt x="970" y="1106"/>
                      </a:lnTo>
                      <a:lnTo>
                        <a:pt x="972" y="1106"/>
                      </a:lnTo>
                      <a:lnTo>
                        <a:pt x="973" y="1106"/>
                      </a:lnTo>
                      <a:lnTo>
                        <a:pt x="975" y="1106"/>
                      </a:lnTo>
                      <a:lnTo>
                        <a:pt x="976" y="1106"/>
                      </a:lnTo>
                      <a:lnTo>
                        <a:pt x="977" y="1106"/>
                      </a:lnTo>
                      <a:lnTo>
                        <a:pt x="979" y="1106"/>
                      </a:lnTo>
                      <a:lnTo>
                        <a:pt x="980" y="1106"/>
                      </a:lnTo>
                      <a:lnTo>
                        <a:pt x="982" y="1106"/>
                      </a:lnTo>
                      <a:lnTo>
                        <a:pt x="983" y="1106"/>
                      </a:lnTo>
                      <a:lnTo>
                        <a:pt x="985" y="1106"/>
                      </a:lnTo>
                      <a:lnTo>
                        <a:pt x="986" y="1106"/>
                      </a:lnTo>
                      <a:lnTo>
                        <a:pt x="987" y="1105"/>
                      </a:lnTo>
                      <a:lnTo>
                        <a:pt x="989" y="1105"/>
                      </a:lnTo>
                      <a:lnTo>
                        <a:pt x="990" y="1105"/>
                      </a:lnTo>
                      <a:lnTo>
                        <a:pt x="992" y="1105"/>
                      </a:lnTo>
                      <a:lnTo>
                        <a:pt x="993" y="1105"/>
                      </a:lnTo>
                      <a:lnTo>
                        <a:pt x="994" y="1105"/>
                      </a:lnTo>
                      <a:lnTo>
                        <a:pt x="996" y="1105"/>
                      </a:lnTo>
                      <a:lnTo>
                        <a:pt x="997" y="1105"/>
                      </a:lnTo>
                      <a:lnTo>
                        <a:pt x="999" y="1105"/>
                      </a:lnTo>
                      <a:lnTo>
                        <a:pt x="1000" y="1105"/>
                      </a:lnTo>
                      <a:lnTo>
                        <a:pt x="1001" y="1105"/>
                      </a:lnTo>
                      <a:lnTo>
                        <a:pt x="1003" y="1105"/>
                      </a:lnTo>
                      <a:lnTo>
                        <a:pt x="1004" y="1104"/>
                      </a:lnTo>
                      <a:lnTo>
                        <a:pt x="1006" y="1104"/>
                      </a:lnTo>
                      <a:lnTo>
                        <a:pt x="1007" y="1104"/>
                      </a:lnTo>
                      <a:lnTo>
                        <a:pt x="1008" y="1104"/>
                      </a:lnTo>
                      <a:lnTo>
                        <a:pt x="1010" y="1104"/>
                      </a:lnTo>
                      <a:lnTo>
                        <a:pt x="1011" y="1104"/>
                      </a:lnTo>
                      <a:lnTo>
                        <a:pt x="1013" y="1104"/>
                      </a:lnTo>
                      <a:lnTo>
                        <a:pt x="1014" y="1104"/>
                      </a:lnTo>
                      <a:lnTo>
                        <a:pt x="1015" y="1104"/>
                      </a:lnTo>
                      <a:lnTo>
                        <a:pt x="1017" y="1104"/>
                      </a:lnTo>
                      <a:lnTo>
                        <a:pt x="1018" y="1104"/>
                      </a:lnTo>
                      <a:lnTo>
                        <a:pt x="1020" y="1104"/>
                      </a:lnTo>
                      <a:lnTo>
                        <a:pt x="1021" y="1104"/>
                      </a:lnTo>
                      <a:lnTo>
                        <a:pt x="1022" y="1104"/>
                      </a:lnTo>
                      <a:lnTo>
                        <a:pt x="1024" y="1103"/>
                      </a:lnTo>
                      <a:lnTo>
                        <a:pt x="1025" y="1103"/>
                      </a:lnTo>
                      <a:lnTo>
                        <a:pt x="1027" y="1103"/>
                      </a:lnTo>
                      <a:lnTo>
                        <a:pt x="1028" y="1103"/>
                      </a:lnTo>
                      <a:lnTo>
                        <a:pt x="1029" y="1103"/>
                      </a:lnTo>
                      <a:lnTo>
                        <a:pt x="1031" y="1103"/>
                      </a:lnTo>
                      <a:lnTo>
                        <a:pt x="1032" y="1103"/>
                      </a:lnTo>
                      <a:lnTo>
                        <a:pt x="1034" y="1103"/>
                      </a:lnTo>
                      <a:lnTo>
                        <a:pt x="1035" y="1103"/>
                      </a:lnTo>
                      <a:lnTo>
                        <a:pt x="1036" y="1103"/>
                      </a:lnTo>
                      <a:lnTo>
                        <a:pt x="1038" y="1103"/>
                      </a:lnTo>
                      <a:lnTo>
                        <a:pt x="1039" y="1103"/>
                      </a:lnTo>
                      <a:lnTo>
                        <a:pt x="1041" y="1103"/>
                      </a:lnTo>
                      <a:lnTo>
                        <a:pt x="1042" y="1103"/>
                      </a:lnTo>
                      <a:lnTo>
                        <a:pt x="1043" y="1102"/>
                      </a:lnTo>
                      <a:lnTo>
                        <a:pt x="1045" y="1102"/>
                      </a:lnTo>
                      <a:lnTo>
                        <a:pt x="1046" y="1102"/>
                      </a:lnTo>
                      <a:lnTo>
                        <a:pt x="1048" y="1102"/>
                      </a:lnTo>
                      <a:lnTo>
                        <a:pt x="1049" y="1102"/>
                      </a:lnTo>
                      <a:lnTo>
                        <a:pt x="1051" y="1102"/>
                      </a:lnTo>
                      <a:lnTo>
                        <a:pt x="1052" y="1102"/>
                      </a:lnTo>
                      <a:lnTo>
                        <a:pt x="1053" y="1102"/>
                      </a:lnTo>
                      <a:lnTo>
                        <a:pt x="1055" y="1102"/>
                      </a:lnTo>
                      <a:lnTo>
                        <a:pt x="1056" y="1102"/>
                      </a:lnTo>
                      <a:lnTo>
                        <a:pt x="1058" y="1102"/>
                      </a:lnTo>
                      <a:lnTo>
                        <a:pt x="1059" y="1102"/>
                      </a:lnTo>
                      <a:lnTo>
                        <a:pt x="1060" y="1102"/>
                      </a:lnTo>
                      <a:lnTo>
                        <a:pt x="1062" y="1102"/>
                      </a:lnTo>
                      <a:lnTo>
                        <a:pt x="1063" y="1102"/>
                      </a:lnTo>
                      <a:lnTo>
                        <a:pt x="1065" y="1102"/>
                      </a:lnTo>
                      <a:lnTo>
                        <a:pt x="1066" y="1101"/>
                      </a:lnTo>
                      <a:lnTo>
                        <a:pt x="1067" y="1101"/>
                      </a:lnTo>
                      <a:lnTo>
                        <a:pt x="1069" y="1101"/>
                      </a:lnTo>
                      <a:lnTo>
                        <a:pt x="1070" y="1101"/>
                      </a:lnTo>
                      <a:lnTo>
                        <a:pt x="1072" y="1101"/>
                      </a:lnTo>
                      <a:lnTo>
                        <a:pt x="1073" y="1101"/>
                      </a:lnTo>
                      <a:lnTo>
                        <a:pt x="1074" y="1101"/>
                      </a:lnTo>
                      <a:lnTo>
                        <a:pt x="1076" y="1101"/>
                      </a:lnTo>
                      <a:lnTo>
                        <a:pt x="1077" y="1101"/>
                      </a:lnTo>
                      <a:lnTo>
                        <a:pt x="1079" y="1101"/>
                      </a:lnTo>
                      <a:lnTo>
                        <a:pt x="1080" y="1101"/>
                      </a:lnTo>
                      <a:lnTo>
                        <a:pt x="1081" y="1101"/>
                      </a:lnTo>
                      <a:lnTo>
                        <a:pt x="1083" y="1101"/>
                      </a:lnTo>
                      <a:lnTo>
                        <a:pt x="1084" y="1101"/>
                      </a:lnTo>
                      <a:lnTo>
                        <a:pt x="1086" y="1101"/>
                      </a:lnTo>
                      <a:lnTo>
                        <a:pt x="1087" y="1101"/>
                      </a:lnTo>
                      <a:lnTo>
                        <a:pt x="1088" y="1100"/>
                      </a:lnTo>
                      <a:lnTo>
                        <a:pt x="1090" y="1100"/>
                      </a:lnTo>
                      <a:lnTo>
                        <a:pt x="1091" y="1100"/>
                      </a:lnTo>
                      <a:lnTo>
                        <a:pt x="1093" y="1100"/>
                      </a:lnTo>
                      <a:lnTo>
                        <a:pt x="1094" y="1100"/>
                      </a:lnTo>
                      <a:lnTo>
                        <a:pt x="1095" y="1100"/>
                      </a:lnTo>
                      <a:lnTo>
                        <a:pt x="1097" y="1100"/>
                      </a:lnTo>
                      <a:lnTo>
                        <a:pt x="1098" y="1100"/>
                      </a:lnTo>
                      <a:lnTo>
                        <a:pt x="1100" y="1100"/>
                      </a:lnTo>
                      <a:lnTo>
                        <a:pt x="1101" y="1100"/>
                      </a:lnTo>
                      <a:lnTo>
                        <a:pt x="1102" y="1100"/>
                      </a:lnTo>
                      <a:lnTo>
                        <a:pt x="1104" y="1100"/>
                      </a:lnTo>
                      <a:lnTo>
                        <a:pt x="1105" y="1100"/>
                      </a:lnTo>
                      <a:lnTo>
                        <a:pt x="1107" y="1100"/>
                      </a:lnTo>
                      <a:lnTo>
                        <a:pt x="1108" y="1100"/>
                      </a:lnTo>
                      <a:lnTo>
                        <a:pt x="1110" y="1100"/>
                      </a:lnTo>
                      <a:lnTo>
                        <a:pt x="1111" y="1100"/>
                      </a:lnTo>
                      <a:lnTo>
                        <a:pt x="1112" y="1100"/>
                      </a:lnTo>
                      <a:lnTo>
                        <a:pt x="1114" y="1099"/>
                      </a:lnTo>
                      <a:lnTo>
                        <a:pt x="1115" y="1099"/>
                      </a:lnTo>
                      <a:lnTo>
                        <a:pt x="1117" y="1099"/>
                      </a:lnTo>
                      <a:lnTo>
                        <a:pt x="1118" y="1099"/>
                      </a:lnTo>
                      <a:lnTo>
                        <a:pt x="1119" y="1099"/>
                      </a:lnTo>
                      <a:lnTo>
                        <a:pt x="1121" y="1099"/>
                      </a:lnTo>
                      <a:lnTo>
                        <a:pt x="1122" y="1099"/>
                      </a:lnTo>
                      <a:lnTo>
                        <a:pt x="1124" y="1099"/>
                      </a:lnTo>
                      <a:lnTo>
                        <a:pt x="1125" y="1099"/>
                      </a:lnTo>
                      <a:lnTo>
                        <a:pt x="1126" y="1099"/>
                      </a:lnTo>
                      <a:lnTo>
                        <a:pt x="1128" y="1099"/>
                      </a:lnTo>
                      <a:lnTo>
                        <a:pt x="1129" y="1099"/>
                      </a:lnTo>
                      <a:lnTo>
                        <a:pt x="1131" y="1099"/>
                      </a:lnTo>
                      <a:lnTo>
                        <a:pt x="1132" y="1099"/>
                      </a:lnTo>
                      <a:lnTo>
                        <a:pt x="1133" y="1099"/>
                      </a:lnTo>
                      <a:lnTo>
                        <a:pt x="1135" y="1099"/>
                      </a:lnTo>
                      <a:lnTo>
                        <a:pt x="1136" y="1099"/>
                      </a:lnTo>
                      <a:lnTo>
                        <a:pt x="1138" y="1099"/>
                      </a:lnTo>
                      <a:lnTo>
                        <a:pt x="1139" y="1099"/>
                      </a:lnTo>
                      <a:lnTo>
                        <a:pt x="1140" y="1099"/>
                      </a:lnTo>
                      <a:lnTo>
                        <a:pt x="1142" y="1098"/>
                      </a:lnTo>
                      <a:lnTo>
                        <a:pt x="1143" y="1098"/>
                      </a:lnTo>
                      <a:lnTo>
                        <a:pt x="1145" y="1098"/>
                      </a:lnTo>
                      <a:lnTo>
                        <a:pt x="1146" y="1098"/>
                      </a:lnTo>
                      <a:lnTo>
                        <a:pt x="1147" y="1098"/>
                      </a:lnTo>
                      <a:lnTo>
                        <a:pt x="1149" y="1098"/>
                      </a:lnTo>
                      <a:lnTo>
                        <a:pt x="1150" y="1098"/>
                      </a:lnTo>
                      <a:lnTo>
                        <a:pt x="1152" y="1098"/>
                      </a:lnTo>
                      <a:lnTo>
                        <a:pt x="1153" y="1098"/>
                      </a:lnTo>
                      <a:lnTo>
                        <a:pt x="1154" y="1098"/>
                      </a:lnTo>
                      <a:lnTo>
                        <a:pt x="1156" y="1098"/>
                      </a:lnTo>
                      <a:lnTo>
                        <a:pt x="1157" y="1098"/>
                      </a:lnTo>
                      <a:lnTo>
                        <a:pt x="1159" y="1098"/>
                      </a:lnTo>
                      <a:lnTo>
                        <a:pt x="1160" y="1098"/>
                      </a:lnTo>
                      <a:lnTo>
                        <a:pt x="1161" y="1098"/>
                      </a:lnTo>
                      <a:lnTo>
                        <a:pt x="1163" y="1098"/>
                      </a:lnTo>
                      <a:lnTo>
                        <a:pt x="1164" y="1098"/>
                      </a:lnTo>
                      <a:lnTo>
                        <a:pt x="1166" y="1098"/>
                      </a:lnTo>
                      <a:lnTo>
                        <a:pt x="1167" y="1098"/>
                      </a:lnTo>
                      <a:lnTo>
                        <a:pt x="1168" y="1098"/>
                      </a:lnTo>
                      <a:lnTo>
                        <a:pt x="1170" y="1097"/>
                      </a:lnTo>
                      <a:lnTo>
                        <a:pt x="1171" y="1097"/>
                      </a:lnTo>
                      <a:lnTo>
                        <a:pt x="1173" y="1097"/>
                      </a:lnTo>
                      <a:lnTo>
                        <a:pt x="1174" y="1097"/>
                      </a:lnTo>
                      <a:lnTo>
                        <a:pt x="1176" y="1097"/>
                      </a:lnTo>
                      <a:lnTo>
                        <a:pt x="1177" y="1097"/>
                      </a:lnTo>
                      <a:lnTo>
                        <a:pt x="1178" y="1097"/>
                      </a:lnTo>
                      <a:lnTo>
                        <a:pt x="1180" y="1097"/>
                      </a:lnTo>
                      <a:lnTo>
                        <a:pt x="1181" y="1097"/>
                      </a:lnTo>
                      <a:lnTo>
                        <a:pt x="1183" y="1097"/>
                      </a:lnTo>
                      <a:lnTo>
                        <a:pt x="1184" y="1097"/>
                      </a:lnTo>
                      <a:lnTo>
                        <a:pt x="1185" y="1097"/>
                      </a:lnTo>
                      <a:lnTo>
                        <a:pt x="1187" y="1097"/>
                      </a:lnTo>
                      <a:lnTo>
                        <a:pt x="1188" y="1097"/>
                      </a:lnTo>
                      <a:lnTo>
                        <a:pt x="1190" y="1097"/>
                      </a:lnTo>
                      <a:lnTo>
                        <a:pt x="1191" y="1097"/>
                      </a:lnTo>
                      <a:lnTo>
                        <a:pt x="1192" y="1097"/>
                      </a:lnTo>
                      <a:lnTo>
                        <a:pt x="1194" y="1097"/>
                      </a:lnTo>
                      <a:lnTo>
                        <a:pt x="1195" y="1097"/>
                      </a:lnTo>
                      <a:lnTo>
                        <a:pt x="1197" y="1097"/>
                      </a:lnTo>
                      <a:lnTo>
                        <a:pt x="1198" y="1097"/>
                      </a:lnTo>
                      <a:lnTo>
                        <a:pt x="1199" y="1097"/>
                      </a:lnTo>
                      <a:lnTo>
                        <a:pt x="1201" y="1097"/>
                      </a:lnTo>
                      <a:lnTo>
                        <a:pt x="1202" y="1096"/>
                      </a:lnTo>
                      <a:lnTo>
                        <a:pt x="1204" y="1096"/>
                      </a:lnTo>
                      <a:lnTo>
                        <a:pt x="1205" y="1096"/>
                      </a:lnTo>
                      <a:lnTo>
                        <a:pt x="1206" y="1096"/>
                      </a:lnTo>
                      <a:lnTo>
                        <a:pt x="1208" y="1096"/>
                      </a:lnTo>
                      <a:lnTo>
                        <a:pt x="1209" y="1096"/>
                      </a:lnTo>
                      <a:lnTo>
                        <a:pt x="1211" y="1096"/>
                      </a:lnTo>
                      <a:lnTo>
                        <a:pt x="1212" y="1096"/>
                      </a:lnTo>
                      <a:lnTo>
                        <a:pt x="1213" y="1096"/>
                      </a:lnTo>
                      <a:lnTo>
                        <a:pt x="1215" y="1096"/>
                      </a:lnTo>
                      <a:lnTo>
                        <a:pt x="1216" y="1096"/>
                      </a:lnTo>
                      <a:lnTo>
                        <a:pt x="1218" y="1096"/>
                      </a:lnTo>
                      <a:lnTo>
                        <a:pt x="1219" y="1096"/>
                      </a:lnTo>
                      <a:lnTo>
                        <a:pt x="1220" y="1096"/>
                      </a:lnTo>
                      <a:lnTo>
                        <a:pt x="1222" y="1096"/>
                      </a:lnTo>
                      <a:lnTo>
                        <a:pt x="1223" y="1096"/>
                      </a:lnTo>
                      <a:lnTo>
                        <a:pt x="1225" y="1096"/>
                      </a:lnTo>
                      <a:lnTo>
                        <a:pt x="1226" y="1096"/>
                      </a:lnTo>
                      <a:lnTo>
                        <a:pt x="1227" y="1096"/>
                      </a:lnTo>
                      <a:lnTo>
                        <a:pt x="1229" y="1096"/>
                      </a:lnTo>
                      <a:lnTo>
                        <a:pt x="1230" y="1096"/>
                      </a:lnTo>
                      <a:lnTo>
                        <a:pt x="1232" y="1096"/>
                      </a:lnTo>
                      <a:lnTo>
                        <a:pt x="1233" y="1096"/>
                      </a:lnTo>
                      <a:lnTo>
                        <a:pt x="1235" y="1096"/>
                      </a:lnTo>
                      <a:lnTo>
                        <a:pt x="1236" y="1095"/>
                      </a:lnTo>
                      <a:lnTo>
                        <a:pt x="1237" y="1095"/>
                      </a:lnTo>
                      <a:lnTo>
                        <a:pt x="1239" y="1095"/>
                      </a:lnTo>
                      <a:lnTo>
                        <a:pt x="1240" y="1095"/>
                      </a:lnTo>
                      <a:lnTo>
                        <a:pt x="1242" y="1095"/>
                      </a:lnTo>
                      <a:lnTo>
                        <a:pt x="1243" y="1095"/>
                      </a:lnTo>
                      <a:lnTo>
                        <a:pt x="1244" y="1095"/>
                      </a:lnTo>
                      <a:lnTo>
                        <a:pt x="1246" y="1095"/>
                      </a:lnTo>
                      <a:lnTo>
                        <a:pt x="1247" y="1095"/>
                      </a:lnTo>
                      <a:lnTo>
                        <a:pt x="1249" y="1095"/>
                      </a:lnTo>
                      <a:lnTo>
                        <a:pt x="1250" y="1095"/>
                      </a:lnTo>
                      <a:lnTo>
                        <a:pt x="1251" y="1095"/>
                      </a:lnTo>
                      <a:lnTo>
                        <a:pt x="1253" y="1095"/>
                      </a:lnTo>
                      <a:lnTo>
                        <a:pt x="1254" y="1095"/>
                      </a:lnTo>
                      <a:lnTo>
                        <a:pt x="1256" y="1095"/>
                      </a:lnTo>
                      <a:lnTo>
                        <a:pt x="1257" y="1095"/>
                      </a:lnTo>
                      <a:lnTo>
                        <a:pt x="1258" y="1095"/>
                      </a:lnTo>
                      <a:lnTo>
                        <a:pt x="1260" y="1095"/>
                      </a:lnTo>
                      <a:lnTo>
                        <a:pt x="1261" y="1095"/>
                      </a:lnTo>
                      <a:lnTo>
                        <a:pt x="1263" y="1095"/>
                      </a:lnTo>
                      <a:lnTo>
                        <a:pt x="1264" y="1095"/>
                      </a:lnTo>
                      <a:lnTo>
                        <a:pt x="1265" y="1095"/>
                      </a:lnTo>
                      <a:lnTo>
                        <a:pt x="1267" y="1095"/>
                      </a:lnTo>
                      <a:lnTo>
                        <a:pt x="1268" y="1095"/>
                      </a:lnTo>
                      <a:lnTo>
                        <a:pt x="1270" y="1095"/>
                      </a:lnTo>
                      <a:lnTo>
                        <a:pt x="1271" y="1095"/>
                      </a:lnTo>
                      <a:lnTo>
                        <a:pt x="1272" y="1095"/>
                      </a:lnTo>
                      <a:lnTo>
                        <a:pt x="1274" y="1095"/>
                      </a:lnTo>
                      <a:lnTo>
                        <a:pt x="1275" y="1095"/>
                      </a:lnTo>
                      <a:lnTo>
                        <a:pt x="1277" y="1094"/>
                      </a:lnTo>
                      <a:lnTo>
                        <a:pt x="1278" y="1094"/>
                      </a:lnTo>
                      <a:lnTo>
                        <a:pt x="1279" y="1094"/>
                      </a:lnTo>
                      <a:lnTo>
                        <a:pt x="1281" y="1094"/>
                      </a:lnTo>
                      <a:lnTo>
                        <a:pt x="1282" y="1094"/>
                      </a:lnTo>
                      <a:lnTo>
                        <a:pt x="1284" y="1094"/>
                      </a:lnTo>
                      <a:lnTo>
                        <a:pt x="1285" y="1094"/>
                      </a:lnTo>
                      <a:lnTo>
                        <a:pt x="1286" y="1094"/>
                      </a:lnTo>
                      <a:lnTo>
                        <a:pt x="1288" y="1094"/>
                      </a:lnTo>
                      <a:lnTo>
                        <a:pt x="1289" y="1094"/>
                      </a:lnTo>
                      <a:lnTo>
                        <a:pt x="1291" y="1094"/>
                      </a:lnTo>
                      <a:lnTo>
                        <a:pt x="1292" y="1094"/>
                      </a:lnTo>
                      <a:lnTo>
                        <a:pt x="1293" y="1094"/>
                      </a:lnTo>
                      <a:lnTo>
                        <a:pt x="1295" y="1094"/>
                      </a:lnTo>
                      <a:lnTo>
                        <a:pt x="1296" y="1094"/>
                      </a:lnTo>
                      <a:lnTo>
                        <a:pt x="1298" y="1094"/>
                      </a:lnTo>
                      <a:lnTo>
                        <a:pt x="1299" y="1094"/>
                      </a:lnTo>
                      <a:lnTo>
                        <a:pt x="1301" y="1094"/>
                      </a:lnTo>
                      <a:lnTo>
                        <a:pt x="1302" y="1094"/>
                      </a:lnTo>
                      <a:lnTo>
                        <a:pt x="1303" y="1094"/>
                      </a:lnTo>
                      <a:lnTo>
                        <a:pt x="1305" y="1094"/>
                      </a:lnTo>
                      <a:lnTo>
                        <a:pt x="1306" y="1094"/>
                      </a:lnTo>
                      <a:lnTo>
                        <a:pt x="1308" y="1094"/>
                      </a:lnTo>
                      <a:lnTo>
                        <a:pt x="1309" y="1094"/>
                      </a:lnTo>
                      <a:lnTo>
                        <a:pt x="1310" y="1094"/>
                      </a:lnTo>
                      <a:lnTo>
                        <a:pt x="1312" y="1094"/>
                      </a:lnTo>
                      <a:lnTo>
                        <a:pt x="1313" y="1094"/>
                      </a:lnTo>
                      <a:lnTo>
                        <a:pt x="1315" y="1094"/>
                      </a:lnTo>
                      <a:lnTo>
                        <a:pt x="1316" y="1094"/>
                      </a:lnTo>
                      <a:lnTo>
                        <a:pt x="1317" y="1094"/>
                      </a:lnTo>
                      <a:lnTo>
                        <a:pt x="1319" y="1094"/>
                      </a:lnTo>
                      <a:lnTo>
                        <a:pt x="1320" y="1094"/>
                      </a:lnTo>
                      <a:lnTo>
                        <a:pt x="1322" y="1093"/>
                      </a:lnTo>
                      <a:lnTo>
                        <a:pt x="1323" y="1093"/>
                      </a:lnTo>
                      <a:lnTo>
                        <a:pt x="1324" y="1093"/>
                      </a:lnTo>
                      <a:lnTo>
                        <a:pt x="1326" y="1093"/>
                      </a:lnTo>
                      <a:lnTo>
                        <a:pt x="1327" y="1093"/>
                      </a:lnTo>
                      <a:lnTo>
                        <a:pt x="1329" y="1093"/>
                      </a:lnTo>
                      <a:lnTo>
                        <a:pt x="1330" y="1093"/>
                      </a:lnTo>
                      <a:lnTo>
                        <a:pt x="1331" y="1093"/>
                      </a:lnTo>
                      <a:lnTo>
                        <a:pt x="1333" y="1093"/>
                      </a:lnTo>
                      <a:lnTo>
                        <a:pt x="1334" y="1093"/>
                      </a:lnTo>
                      <a:lnTo>
                        <a:pt x="1336" y="1093"/>
                      </a:lnTo>
                      <a:lnTo>
                        <a:pt x="1337" y="1093"/>
                      </a:lnTo>
                      <a:lnTo>
                        <a:pt x="1338" y="1093"/>
                      </a:lnTo>
                      <a:lnTo>
                        <a:pt x="1340" y="1093"/>
                      </a:lnTo>
                      <a:lnTo>
                        <a:pt x="1341" y="1093"/>
                      </a:lnTo>
                      <a:lnTo>
                        <a:pt x="1343" y="1093"/>
                      </a:lnTo>
                      <a:lnTo>
                        <a:pt x="1344" y="1093"/>
                      </a:lnTo>
                      <a:lnTo>
                        <a:pt x="1345" y="1093"/>
                      </a:lnTo>
                      <a:lnTo>
                        <a:pt x="1347" y="1093"/>
                      </a:lnTo>
                      <a:lnTo>
                        <a:pt x="1348" y="1093"/>
                      </a:lnTo>
                      <a:lnTo>
                        <a:pt x="1350" y="1093"/>
                      </a:lnTo>
                      <a:lnTo>
                        <a:pt x="1351" y="1093"/>
                      </a:lnTo>
                      <a:lnTo>
                        <a:pt x="1352" y="1093"/>
                      </a:lnTo>
                      <a:lnTo>
                        <a:pt x="1354" y="1093"/>
                      </a:lnTo>
                      <a:lnTo>
                        <a:pt x="1355" y="1093"/>
                      </a:lnTo>
                      <a:lnTo>
                        <a:pt x="1357" y="1093"/>
                      </a:lnTo>
                      <a:lnTo>
                        <a:pt x="1358" y="1093"/>
                      </a:lnTo>
                      <a:lnTo>
                        <a:pt x="1359" y="1093"/>
                      </a:lnTo>
                      <a:lnTo>
                        <a:pt x="1361" y="1093"/>
                      </a:lnTo>
                      <a:lnTo>
                        <a:pt x="1362" y="1093"/>
                      </a:lnTo>
                      <a:lnTo>
                        <a:pt x="1364" y="1093"/>
                      </a:lnTo>
                      <a:lnTo>
                        <a:pt x="1365" y="1093"/>
                      </a:lnTo>
                      <a:lnTo>
                        <a:pt x="1367" y="1093"/>
                      </a:lnTo>
                      <a:lnTo>
                        <a:pt x="1368" y="1093"/>
                      </a:lnTo>
                      <a:lnTo>
                        <a:pt x="1369" y="1093"/>
                      </a:lnTo>
                      <a:lnTo>
                        <a:pt x="1371" y="1093"/>
                      </a:lnTo>
                      <a:lnTo>
                        <a:pt x="1372" y="1093"/>
                      </a:lnTo>
                      <a:lnTo>
                        <a:pt x="1374" y="1093"/>
                      </a:lnTo>
                      <a:lnTo>
                        <a:pt x="1375" y="1093"/>
                      </a:lnTo>
                      <a:lnTo>
                        <a:pt x="1376" y="1093"/>
                      </a:lnTo>
                      <a:lnTo>
                        <a:pt x="1378" y="1092"/>
                      </a:lnTo>
                      <a:lnTo>
                        <a:pt x="1379" y="1092"/>
                      </a:lnTo>
                      <a:lnTo>
                        <a:pt x="1381" y="1092"/>
                      </a:lnTo>
                      <a:lnTo>
                        <a:pt x="1382" y="1092"/>
                      </a:lnTo>
                      <a:lnTo>
                        <a:pt x="1383" y="1092"/>
                      </a:lnTo>
                      <a:lnTo>
                        <a:pt x="1385" y="1092"/>
                      </a:lnTo>
                      <a:lnTo>
                        <a:pt x="1386" y="1092"/>
                      </a:lnTo>
                      <a:lnTo>
                        <a:pt x="1388" y="1092"/>
                      </a:lnTo>
                      <a:lnTo>
                        <a:pt x="1389" y="1092"/>
                      </a:lnTo>
                      <a:lnTo>
                        <a:pt x="1390" y="1092"/>
                      </a:lnTo>
                      <a:lnTo>
                        <a:pt x="1392" y="1092"/>
                      </a:lnTo>
                      <a:lnTo>
                        <a:pt x="1393" y="1092"/>
                      </a:lnTo>
                      <a:lnTo>
                        <a:pt x="1395" y="1092"/>
                      </a:lnTo>
                      <a:lnTo>
                        <a:pt x="1396" y="1092"/>
                      </a:lnTo>
                      <a:lnTo>
                        <a:pt x="1397" y="1092"/>
                      </a:lnTo>
                      <a:lnTo>
                        <a:pt x="1399" y="1092"/>
                      </a:lnTo>
                      <a:lnTo>
                        <a:pt x="1400" y="1092"/>
                      </a:lnTo>
                      <a:lnTo>
                        <a:pt x="1402" y="1092"/>
                      </a:lnTo>
                      <a:lnTo>
                        <a:pt x="1403" y="1092"/>
                      </a:lnTo>
                      <a:lnTo>
                        <a:pt x="1404" y="1092"/>
                      </a:lnTo>
                      <a:lnTo>
                        <a:pt x="1406" y="1092"/>
                      </a:lnTo>
                      <a:lnTo>
                        <a:pt x="1407" y="1092"/>
                      </a:lnTo>
                      <a:lnTo>
                        <a:pt x="1409" y="1092"/>
                      </a:lnTo>
                      <a:lnTo>
                        <a:pt x="1410" y="1092"/>
                      </a:lnTo>
                      <a:lnTo>
                        <a:pt x="1411" y="1092"/>
                      </a:lnTo>
                      <a:lnTo>
                        <a:pt x="1413" y="1092"/>
                      </a:lnTo>
                      <a:lnTo>
                        <a:pt x="1414" y="1092"/>
                      </a:lnTo>
                      <a:lnTo>
                        <a:pt x="1416" y="1092"/>
                      </a:lnTo>
                      <a:lnTo>
                        <a:pt x="1417" y="1092"/>
                      </a:lnTo>
                      <a:lnTo>
                        <a:pt x="1418" y="1092"/>
                      </a:lnTo>
                      <a:lnTo>
                        <a:pt x="1420" y="1092"/>
                      </a:lnTo>
                      <a:lnTo>
                        <a:pt x="1421" y="1092"/>
                      </a:lnTo>
                      <a:lnTo>
                        <a:pt x="1423" y="1092"/>
                      </a:lnTo>
                      <a:lnTo>
                        <a:pt x="1424" y="1092"/>
                      </a:lnTo>
                      <a:lnTo>
                        <a:pt x="1426" y="1092"/>
                      </a:lnTo>
                      <a:lnTo>
                        <a:pt x="1427" y="1092"/>
                      </a:lnTo>
                      <a:lnTo>
                        <a:pt x="1428" y="1092"/>
                      </a:lnTo>
                      <a:lnTo>
                        <a:pt x="1430" y="1092"/>
                      </a:lnTo>
                      <a:lnTo>
                        <a:pt x="1431" y="1092"/>
                      </a:lnTo>
                      <a:lnTo>
                        <a:pt x="1433" y="1092"/>
                      </a:lnTo>
                      <a:lnTo>
                        <a:pt x="1434" y="1092"/>
                      </a:lnTo>
                      <a:lnTo>
                        <a:pt x="1435" y="1092"/>
                      </a:lnTo>
                      <a:lnTo>
                        <a:pt x="1437" y="1092"/>
                      </a:lnTo>
                      <a:lnTo>
                        <a:pt x="1438" y="1092"/>
                      </a:lnTo>
                      <a:lnTo>
                        <a:pt x="1440" y="1092"/>
                      </a:lnTo>
                      <a:lnTo>
                        <a:pt x="1441" y="1092"/>
                      </a:lnTo>
                      <a:lnTo>
                        <a:pt x="1442" y="1092"/>
                      </a:lnTo>
                      <a:lnTo>
                        <a:pt x="1444" y="1091"/>
                      </a:lnTo>
                      <a:lnTo>
                        <a:pt x="1445" y="1091"/>
                      </a:lnTo>
                      <a:lnTo>
                        <a:pt x="1447" y="1091"/>
                      </a:lnTo>
                      <a:lnTo>
                        <a:pt x="1448" y="1091"/>
                      </a:lnTo>
                      <a:lnTo>
                        <a:pt x="1449" y="1091"/>
                      </a:lnTo>
                      <a:lnTo>
                        <a:pt x="1451" y="1091"/>
                      </a:lnTo>
                      <a:lnTo>
                        <a:pt x="1452" y="1091"/>
                      </a:lnTo>
                      <a:lnTo>
                        <a:pt x="1454" y="1091"/>
                      </a:lnTo>
                      <a:lnTo>
                        <a:pt x="1455" y="1091"/>
                      </a:lnTo>
                      <a:lnTo>
                        <a:pt x="1456" y="1091"/>
                      </a:lnTo>
                      <a:lnTo>
                        <a:pt x="1458" y="1091"/>
                      </a:lnTo>
                      <a:lnTo>
                        <a:pt x="1459" y="1091"/>
                      </a:lnTo>
                      <a:lnTo>
                        <a:pt x="1461" y="1091"/>
                      </a:lnTo>
                      <a:lnTo>
                        <a:pt x="1462" y="1091"/>
                      </a:lnTo>
                      <a:lnTo>
                        <a:pt x="1463" y="1091"/>
                      </a:lnTo>
                      <a:lnTo>
                        <a:pt x="1465" y="1091"/>
                      </a:lnTo>
                      <a:lnTo>
                        <a:pt x="1466" y="1091"/>
                      </a:lnTo>
                      <a:lnTo>
                        <a:pt x="1468" y="1091"/>
                      </a:lnTo>
                      <a:lnTo>
                        <a:pt x="1469" y="1091"/>
                      </a:lnTo>
                      <a:lnTo>
                        <a:pt x="1470" y="1091"/>
                      </a:lnTo>
                      <a:lnTo>
                        <a:pt x="1472" y="1091"/>
                      </a:lnTo>
                      <a:lnTo>
                        <a:pt x="1473" y="1091"/>
                      </a:lnTo>
                      <a:lnTo>
                        <a:pt x="1475" y="1091"/>
                      </a:lnTo>
                      <a:lnTo>
                        <a:pt x="1476" y="1091"/>
                      </a:lnTo>
                      <a:lnTo>
                        <a:pt x="1477" y="1091"/>
                      </a:lnTo>
                      <a:lnTo>
                        <a:pt x="1479" y="1091"/>
                      </a:lnTo>
                      <a:lnTo>
                        <a:pt x="1480" y="1091"/>
                      </a:lnTo>
                      <a:lnTo>
                        <a:pt x="1482" y="1091"/>
                      </a:lnTo>
                      <a:lnTo>
                        <a:pt x="1483" y="1091"/>
                      </a:lnTo>
                      <a:lnTo>
                        <a:pt x="1484" y="1091"/>
                      </a:lnTo>
                      <a:lnTo>
                        <a:pt x="1486" y="1091"/>
                      </a:lnTo>
                      <a:lnTo>
                        <a:pt x="1487" y="1091"/>
                      </a:lnTo>
                      <a:lnTo>
                        <a:pt x="1489" y="1091"/>
                      </a:lnTo>
                      <a:lnTo>
                        <a:pt x="1490" y="1091"/>
                      </a:lnTo>
                      <a:lnTo>
                        <a:pt x="1492" y="1091"/>
                      </a:lnTo>
                      <a:lnTo>
                        <a:pt x="1493" y="1091"/>
                      </a:lnTo>
                      <a:lnTo>
                        <a:pt x="1494" y="1091"/>
                      </a:lnTo>
                      <a:lnTo>
                        <a:pt x="1496" y="1091"/>
                      </a:lnTo>
                      <a:lnTo>
                        <a:pt x="1497" y="1091"/>
                      </a:lnTo>
                      <a:lnTo>
                        <a:pt x="1499" y="1091"/>
                      </a:lnTo>
                      <a:lnTo>
                        <a:pt x="1500" y="1091"/>
                      </a:lnTo>
                      <a:lnTo>
                        <a:pt x="1501" y="1091"/>
                      </a:lnTo>
                      <a:lnTo>
                        <a:pt x="1503" y="1091"/>
                      </a:lnTo>
                      <a:lnTo>
                        <a:pt x="1504" y="1091"/>
                      </a:lnTo>
                      <a:lnTo>
                        <a:pt x="1506" y="1091"/>
                      </a:lnTo>
                      <a:lnTo>
                        <a:pt x="1507" y="1091"/>
                      </a:lnTo>
                      <a:lnTo>
                        <a:pt x="1508" y="1091"/>
                      </a:lnTo>
                      <a:lnTo>
                        <a:pt x="1510" y="1091"/>
                      </a:lnTo>
                      <a:lnTo>
                        <a:pt x="1511" y="1091"/>
                      </a:lnTo>
                      <a:lnTo>
                        <a:pt x="1513" y="1091"/>
                      </a:lnTo>
                      <a:lnTo>
                        <a:pt x="1514" y="1091"/>
                      </a:lnTo>
                      <a:lnTo>
                        <a:pt x="1515" y="1091"/>
                      </a:lnTo>
                      <a:lnTo>
                        <a:pt x="1517" y="1091"/>
                      </a:lnTo>
                      <a:lnTo>
                        <a:pt x="1518" y="1091"/>
                      </a:lnTo>
                      <a:lnTo>
                        <a:pt x="1520" y="1091"/>
                      </a:lnTo>
                      <a:lnTo>
                        <a:pt x="1521" y="1091"/>
                      </a:lnTo>
                      <a:lnTo>
                        <a:pt x="1522" y="1091"/>
                      </a:lnTo>
                      <a:lnTo>
                        <a:pt x="1524" y="1091"/>
                      </a:lnTo>
                      <a:lnTo>
                        <a:pt x="1525" y="1091"/>
                      </a:lnTo>
                      <a:lnTo>
                        <a:pt x="1527" y="1091"/>
                      </a:lnTo>
                      <a:lnTo>
                        <a:pt x="1528" y="1091"/>
                      </a:lnTo>
                      <a:lnTo>
                        <a:pt x="1529" y="1090"/>
                      </a:lnTo>
                      <a:lnTo>
                        <a:pt x="1531" y="1090"/>
                      </a:lnTo>
                      <a:lnTo>
                        <a:pt x="1532" y="1090"/>
                      </a:lnTo>
                      <a:lnTo>
                        <a:pt x="1534" y="1090"/>
                      </a:lnTo>
                      <a:lnTo>
                        <a:pt x="1535" y="1090"/>
                      </a:lnTo>
                      <a:lnTo>
                        <a:pt x="1536" y="1090"/>
                      </a:lnTo>
                      <a:lnTo>
                        <a:pt x="1538" y="1090"/>
                      </a:lnTo>
                      <a:lnTo>
                        <a:pt x="1539" y="1090"/>
                      </a:lnTo>
                      <a:lnTo>
                        <a:pt x="1541" y="1090"/>
                      </a:lnTo>
                      <a:lnTo>
                        <a:pt x="1542" y="1090"/>
                      </a:lnTo>
                      <a:lnTo>
                        <a:pt x="1543" y="1090"/>
                      </a:lnTo>
                      <a:lnTo>
                        <a:pt x="1545" y="1090"/>
                      </a:lnTo>
                      <a:lnTo>
                        <a:pt x="1546" y="1090"/>
                      </a:lnTo>
                      <a:lnTo>
                        <a:pt x="1548" y="1090"/>
                      </a:lnTo>
                      <a:lnTo>
                        <a:pt x="1549" y="1090"/>
                      </a:lnTo>
                      <a:lnTo>
                        <a:pt x="1550" y="1090"/>
                      </a:lnTo>
                      <a:lnTo>
                        <a:pt x="1552" y="1090"/>
                      </a:lnTo>
                      <a:lnTo>
                        <a:pt x="1553" y="1090"/>
                      </a:lnTo>
                      <a:lnTo>
                        <a:pt x="1555" y="1090"/>
                      </a:lnTo>
                      <a:lnTo>
                        <a:pt x="1556" y="1090"/>
                      </a:lnTo>
                      <a:lnTo>
                        <a:pt x="1558" y="1090"/>
                      </a:lnTo>
                      <a:lnTo>
                        <a:pt x="1559" y="1090"/>
                      </a:lnTo>
                      <a:lnTo>
                        <a:pt x="1560" y="1090"/>
                      </a:lnTo>
                      <a:lnTo>
                        <a:pt x="1562" y="1090"/>
                      </a:lnTo>
                      <a:lnTo>
                        <a:pt x="1563" y="1090"/>
                      </a:lnTo>
                      <a:lnTo>
                        <a:pt x="1565" y="1090"/>
                      </a:lnTo>
                      <a:lnTo>
                        <a:pt x="1566" y="1090"/>
                      </a:lnTo>
                      <a:lnTo>
                        <a:pt x="1567" y="1090"/>
                      </a:lnTo>
                      <a:lnTo>
                        <a:pt x="1569" y="1090"/>
                      </a:lnTo>
                      <a:lnTo>
                        <a:pt x="1570" y="1090"/>
                      </a:lnTo>
                      <a:lnTo>
                        <a:pt x="1572" y="1090"/>
                      </a:lnTo>
                      <a:lnTo>
                        <a:pt x="1573" y="1090"/>
                      </a:lnTo>
                      <a:lnTo>
                        <a:pt x="1574" y="1090"/>
                      </a:lnTo>
                      <a:lnTo>
                        <a:pt x="1576" y="1090"/>
                      </a:lnTo>
                      <a:lnTo>
                        <a:pt x="1577" y="1090"/>
                      </a:lnTo>
                      <a:lnTo>
                        <a:pt x="1579" y="1090"/>
                      </a:lnTo>
                      <a:lnTo>
                        <a:pt x="1580" y="1090"/>
                      </a:lnTo>
                      <a:lnTo>
                        <a:pt x="1581" y="1090"/>
                      </a:lnTo>
                      <a:lnTo>
                        <a:pt x="1583" y="1090"/>
                      </a:lnTo>
                      <a:lnTo>
                        <a:pt x="1584" y="1090"/>
                      </a:lnTo>
                      <a:lnTo>
                        <a:pt x="1586" y="1090"/>
                      </a:lnTo>
                      <a:lnTo>
                        <a:pt x="1587" y="1090"/>
                      </a:lnTo>
                      <a:lnTo>
                        <a:pt x="1588" y="1090"/>
                      </a:lnTo>
                      <a:lnTo>
                        <a:pt x="1590" y="1090"/>
                      </a:lnTo>
                      <a:lnTo>
                        <a:pt x="1591" y="1090"/>
                      </a:lnTo>
                      <a:lnTo>
                        <a:pt x="1593" y="1090"/>
                      </a:lnTo>
                      <a:lnTo>
                        <a:pt x="1594" y="1090"/>
                      </a:lnTo>
                      <a:lnTo>
                        <a:pt x="1595" y="1090"/>
                      </a:lnTo>
                      <a:lnTo>
                        <a:pt x="1597" y="1090"/>
                      </a:lnTo>
                      <a:lnTo>
                        <a:pt x="1598" y="1090"/>
                      </a:lnTo>
                      <a:lnTo>
                        <a:pt x="1600" y="1090"/>
                      </a:lnTo>
                      <a:lnTo>
                        <a:pt x="1601" y="1090"/>
                      </a:lnTo>
                      <a:lnTo>
                        <a:pt x="1602" y="1090"/>
                      </a:lnTo>
                      <a:lnTo>
                        <a:pt x="1604" y="1090"/>
                      </a:lnTo>
                      <a:lnTo>
                        <a:pt x="1605" y="1090"/>
                      </a:lnTo>
                      <a:lnTo>
                        <a:pt x="1607" y="1090"/>
                      </a:lnTo>
                      <a:lnTo>
                        <a:pt x="1608" y="1090"/>
                      </a:lnTo>
                      <a:lnTo>
                        <a:pt x="1609" y="1090"/>
                      </a:lnTo>
                      <a:lnTo>
                        <a:pt x="1611" y="1090"/>
                      </a:lnTo>
                      <a:lnTo>
                        <a:pt x="1612" y="1090"/>
                      </a:lnTo>
                      <a:lnTo>
                        <a:pt x="1614" y="1090"/>
                      </a:lnTo>
                      <a:lnTo>
                        <a:pt x="1615" y="1090"/>
                      </a:lnTo>
                      <a:lnTo>
                        <a:pt x="1617" y="1090"/>
                      </a:lnTo>
                      <a:lnTo>
                        <a:pt x="1618" y="1090"/>
                      </a:lnTo>
                      <a:lnTo>
                        <a:pt x="1619" y="1090"/>
                      </a:lnTo>
                      <a:lnTo>
                        <a:pt x="1621" y="1090"/>
                      </a:lnTo>
                      <a:lnTo>
                        <a:pt x="1622" y="1090"/>
                      </a:lnTo>
                      <a:lnTo>
                        <a:pt x="1624" y="1090"/>
                      </a:lnTo>
                      <a:lnTo>
                        <a:pt x="1625" y="1090"/>
                      </a:lnTo>
                      <a:lnTo>
                        <a:pt x="1626" y="1090"/>
                      </a:lnTo>
                      <a:lnTo>
                        <a:pt x="1628" y="1090"/>
                      </a:lnTo>
                      <a:lnTo>
                        <a:pt x="1629" y="1090"/>
                      </a:lnTo>
                      <a:lnTo>
                        <a:pt x="1631" y="1090"/>
                      </a:lnTo>
                      <a:lnTo>
                        <a:pt x="1632" y="1090"/>
                      </a:lnTo>
                      <a:lnTo>
                        <a:pt x="1633" y="1090"/>
                      </a:lnTo>
                      <a:lnTo>
                        <a:pt x="1635" y="1090"/>
                      </a:lnTo>
                      <a:lnTo>
                        <a:pt x="1636" y="1090"/>
                      </a:lnTo>
                      <a:lnTo>
                        <a:pt x="1638" y="1090"/>
                      </a:lnTo>
                      <a:lnTo>
                        <a:pt x="1639" y="1090"/>
                      </a:lnTo>
                      <a:lnTo>
                        <a:pt x="1640" y="1090"/>
                      </a:lnTo>
                      <a:lnTo>
                        <a:pt x="1642" y="1090"/>
                      </a:lnTo>
                      <a:lnTo>
                        <a:pt x="1643" y="1090"/>
                      </a:lnTo>
                      <a:lnTo>
                        <a:pt x="1645" y="1090"/>
                      </a:lnTo>
                      <a:lnTo>
                        <a:pt x="1646" y="1090"/>
                      </a:lnTo>
                      <a:lnTo>
                        <a:pt x="1647" y="1090"/>
                      </a:lnTo>
                      <a:lnTo>
                        <a:pt x="1649" y="1090"/>
                      </a:lnTo>
                      <a:lnTo>
                        <a:pt x="1650" y="1090"/>
                      </a:lnTo>
                      <a:lnTo>
                        <a:pt x="1652" y="1090"/>
                      </a:lnTo>
                      <a:lnTo>
                        <a:pt x="1653" y="1090"/>
                      </a:lnTo>
                      <a:lnTo>
                        <a:pt x="1654" y="1090"/>
                      </a:lnTo>
                      <a:lnTo>
                        <a:pt x="1656" y="1090"/>
                      </a:lnTo>
                      <a:lnTo>
                        <a:pt x="1657" y="1090"/>
                      </a:lnTo>
                      <a:lnTo>
                        <a:pt x="1659" y="1090"/>
                      </a:lnTo>
                      <a:lnTo>
                        <a:pt x="1660" y="1090"/>
                      </a:lnTo>
                      <a:lnTo>
                        <a:pt x="1661" y="1090"/>
                      </a:lnTo>
                      <a:lnTo>
                        <a:pt x="1663" y="1090"/>
                      </a:lnTo>
                      <a:lnTo>
                        <a:pt x="1664" y="1090"/>
                      </a:lnTo>
                      <a:lnTo>
                        <a:pt x="1666" y="1090"/>
                      </a:lnTo>
                      <a:lnTo>
                        <a:pt x="1667" y="1090"/>
                      </a:lnTo>
                      <a:lnTo>
                        <a:pt x="1668" y="1090"/>
                      </a:lnTo>
                      <a:lnTo>
                        <a:pt x="1670" y="1090"/>
                      </a:lnTo>
                      <a:lnTo>
                        <a:pt x="1671" y="1090"/>
                      </a:lnTo>
                      <a:lnTo>
                        <a:pt x="1673" y="1090"/>
                      </a:lnTo>
                      <a:lnTo>
                        <a:pt x="1674" y="1090"/>
                      </a:lnTo>
                      <a:lnTo>
                        <a:pt x="1675" y="1090"/>
                      </a:lnTo>
                      <a:lnTo>
                        <a:pt x="1677" y="1090"/>
                      </a:lnTo>
                      <a:lnTo>
                        <a:pt x="1678" y="1090"/>
                      </a:lnTo>
                      <a:lnTo>
                        <a:pt x="1680" y="1090"/>
                      </a:lnTo>
                      <a:lnTo>
                        <a:pt x="1681" y="1090"/>
                      </a:lnTo>
                      <a:lnTo>
                        <a:pt x="1683" y="1089"/>
                      </a:lnTo>
                      <a:lnTo>
                        <a:pt x="1684" y="1089"/>
                      </a:lnTo>
                      <a:lnTo>
                        <a:pt x="1685" y="1089"/>
                      </a:lnTo>
                      <a:lnTo>
                        <a:pt x="1687" y="1089"/>
                      </a:lnTo>
                      <a:lnTo>
                        <a:pt x="1688" y="1089"/>
                      </a:lnTo>
                      <a:lnTo>
                        <a:pt x="1690" y="1089"/>
                      </a:lnTo>
                      <a:lnTo>
                        <a:pt x="1691" y="1089"/>
                      </a:lnTo>
                      <a:lnTo>
                        <a:pt x="1692" y="1089"/>
                      </a:lnTo>
                      <a:lnTo>
                        <a:pt x="1694" y="1089"/>
                      </a:lnTo>
                      <a:lnTo>
                        <a:pt x="1695" y="1089"/>
                      </a:lnTo>
                      <a:lnTo>
                        <a:pt x="1697" y="1089"/>
                      </a:lnTo>
                      <a:lnTo>
                        <a:pt x="1698" y="1089"/>
                      </a:lnTo>
                      <a:lnTo>
                        <a:pt x="1699" y="1089"/>
                      </a:lnTo>
                      <a:lnTo>
                        <a:pt x="1701" y="1089"/>
                      </a:lnTo>
                      <a:lnTo>
                        <a:pt x="1702" y="1089"/>
                      </a:lnTo>
                      <a:lnTo>
                        <a:pt x="1704" y="1089"/>
                      </a:lnTo>
                      <a:lnTo>
                        <a:pt x="1705" y="1089"/>
                      </a:lnTo>
                      <a:lnTo>
                        <a:pt x="1706" y="1089"/>
                      </a:lnTo>
                      <a:lnTo>
                        <a:pt x="1708" y="1089"/>
                      </a:lnTo>
                      <a:lnTo>
                        <a:pt x="1709" y="1089"/>
                      </a:lnTo>
                      <a:lnTo>
                        <a:pt x="1711" y="1089"/>
                      </a:lnTo>
                      <a:lnTo>
                        <a:pt x="1712" y="1089"/>
                      </a:lnTo>
                      <a:lnTo>
                        <a:pt x="1713" y="1089"/>
                      </a:lnTo>
                      <a:lnTo>
                        <a:pt x="1715" y="1089"/>
                      </a:lnTo>
                      <a:lnTo>
                        <a:pt x="1716" y="1089"/>
                      </a:lnTo>
                      <a:lnTo>
                        <a:pt x="1718" y="1089"/>
                      </a:lnTo>
                      <a:lnTo>
                        <a:pt x="1719" y="1089"/>
                      </a:lnTo>
                      <a:lnTo>
                        <a:pt x="1720" y="1089"/>
                      </a:lnTo>
                      <a:lnTo>
                        <a:pt x="1722" y="1089"/>
                      </a:lnTo>
                      <a:lnTo>
                        <a:pt x="1723" y="1089"/>
                      </a:lnTo>
                      <a:lnTo>
                        <a:pt x="1725" y="1089"/>
                      </a:lnTo>
                      <a:lnTo>
                        <a:pt x="1726" y="1089"/>
                      </a:lnTo>
                      <a:lnTo>
                        <a:pt x="1727" y="1089"/>
                      </a:lnTo>
                      <a:lnTo>
                        <a:pt x="1729" y="1089"/>
                      </a:lnTo>
                      <a:lnTo>
                        <a:pt x="1730" y="1089"/>
                      </a:lnTo>
                      <a:lnTo>
                        <a:pt x="1732" y="1089"/>
                      </a:lnTo>
                      <a:lnTo>
                        <a:pt x="1733" y="1089"/>
                      </a:lnTo>
                      <a:lnTo>
                        <a:pt x="1734" y="1089"/>
                      </a:lnTo>
                      <a:lnTo>
                        <a:pt x="1736" y="1089"/>
                      </a:lnTo>
                      <a:lnTo>
                        <a:pt x="1737" y="1089"/>
                      </a:lnTo>
                      <a:lnTo>
                        <a:pt x="1739" y="1089"/>
                      </a:lnTo>
                      <a:lnTo>
                        <a:pt x="1740" y="1089"/>
                      </a:lnTo>
                      <a:lnTo>
                        <a:pt x="1742" y="1089"/>
                      </a:lnTo>
                      <a:lnTo>
                        <a:pt x="1743" y="1089"/>
                      </a:lnTo>
                      <a:lnTo>
                        <a:pt x="1744" y="1089"/>
                      </a:lnTo>
                      <a:lnTo>
                        <a:pt x="1746" y="1089"/>
                      </a:lnTo>
                      <a:lnTo>
                        <a:pt x="1747" y="1089"/>
                      </a:lnTo>
                      <a:lnTo>
                        <a:pt x="1749" y="1089"/>
                      </a:lnTo>
                      <a:lnTo>
                        <a:pt x="1750" y="1089"/>
                      </a:lnTo>
                      <a:lnTo>
                        <a:pt x="1751" y="1089"/>
                      </a:lnTo>
                      <a:lnTo>
                        <a:pt x="1753" y="1089"/>
                      </a:lnTo>
                      <a:lnTo>
                        <a:pt x="1754" y="1089"/>
                      </a:lnTo>
                      <a:lnTo>
                        <a:pt x="1756" y="1089"/>
                      </a:lnTo>
                      <a:lnTo>
                        <a:pt x="1757" y="1089"/>
                      </a:lnTo>
                      <a:lnTo>
                        <a:pt x="1758" y="1089"/>
                      </a:lnTo>
                      <a:lnTo>
                        <a:pt x="1760" y="1089"/>
                      </a:lnTo>
                      <a:lnTo>
                        <a:pt x="1761" y="1089"/>
                      </a:lnTo>
                      <a:lnTo>
                        <a:pt x="1763" y="1089"/>
                      </a:lnTo>
                      <a:lnTo>
                        <a:pt x="1764" y="1089"/>
                      </a:lnTo>
                      <a:lnTo>
                        <a:pt x="1765" y="1089"/>
                      </a:lnTo>
                      <a:lnTo>
                        <a:pt x="1767" y="1089"/>
                      </a:lnTo>
                      <a:lnTo>
                        <a:pt x="1768" y="1089"/>
                      </a:lnTo>
                      <a:lnTo>
                        <a:pt x="1770" y="1089"/>
                      </a:lnTo>
                      <a:lnTo>
                        <a:pt x="1771" y="1089"/>
                      </a:lnTo>
                      <a:lnTo>
                        <a:pt x="1772" y="1089"/>
                      </a:lnTo>
                      <a:lnTo>
                        <a:pt x="1774" y="1089"/>
                      </a:lnTo>
                      <a:lnTo>
                        <a:pt x="1775" y="1089"/>
                      </a:lnTo>
                      <a:lnTo>
                        <a:pt x="1777" y="1089"/>
                      </a:lnTo>
                      <a:lnTo>
                        <a:pt x="1778" y="1089"/>
                      </a:lnTo>
                      <a:lnTo>
                        <a:pt x="1779" y="1089"/>
                      </a:lnTo>
                      <a:lnTo>
                        <a:pt x="1781" y="1089"/>
                      </a:lnTo>
                      <a:lnTo>
                        <a:pt x="1782" y="1089"/>
                      </a:lnTo>
                      <a:lnTo>
                        <a:pt x="1784" y="1089"/>
                      </a:lnTo>
                      <a:lnTo>
                        <a:pt x="1785" y="1089"/>
                      </a:lnTo>
                      <a:lnTo>
                        <a:pt x="1786" y="1089"/>
                      </a:lnTo>
                      <a:lnTo>
                        <a:pt x="1788" y="1089"/>
                      </a:lnTo>
                      <a:lnTo>
                        <a:pt x="1789" y="1089"/>
                      </a:lnTo>
                      <a:lnTo>
                        <a:pt x="1791" y="1089"/>
                      </a:lnTo>
                      <a:lnTo>
                        <a:pt x="1792" y="1089"/>
                      </a:lnTo>
                      <a:lnTo>
                        <a:pt x="1793" y="1089"/>
                      </a:lnTo>
                      <a:lnTo>
                        <a:pt x="1795" y="1089"/>
                      </a:lnTo>
                      <a:lnTo>
                        <a:pt x="1796" y="1089"/>
                      </a:lnTo>
                      <a:lnTo>
                        <a:pt x="1798" y="1089"/>
                      </a:lnTo>
                      <a:lnTo>
                        <a:pt x="1799" y="1089"/>
                      </a:lnTo>
                      <a:lnTo>
                        <a:pt x="1800" y="1089"/>
                      </a:lnTo>
                      <a:lnTo>
                        <a:pt x="1802" y="1089"/>
                      </a:lnTo>
                      <a:lnTo>
                        <a:pt x="1803" y="1089"/>
                      </a:lnTo>
                      <a:lnTo>
                        <a:pt x="1805" y="1089"/>
                      </a:lnTo>
                      <a:lnTo>
                        <a:pt x="1806" y="1089"/>
                      </a:lnTo>
                      <a:lnTo>
                        <a:pt x="1808" y="1089"/>
                      </a:lnTo>
                      <a:lnTo>
                        <a:pt x="1809" y="1089"/>
                      </a:lnTo>
                      <a:lnTo>
                        <a:pt x="1810" y="1089"/>
                      </a:lnTo>
                      <a:lnTo>
                        <a:pt x="1812" y="1089"/>
                      </a:lnTo>
                      <a:lnTo>
                        <a:pt x="1813" y="1089"/>
                      </a:lnTo>
                      <a:lnTo>
                        <a:pt x="1815" y="1089"/>
                      </a:lnTo>
                      <a:lnTo>
                        <a:pt x="1816" y="1089"/>
                      </a:lnTo>
                      <a:lnTo>
                        <a:pt x="1817" y="1089"/>
                      </a:lnTo>
                      <a:lnTo>
                        <a:pt x="1819" y="1089"/>
                      </a:lnTo>
                      <a:lnTo>
                        <a:pt x="1820" y="1089"/>
                      </a:lnTo>
                      <a:lnTo>
                        <a:pt x="1822" y="1089"/>
                      </a:lnTo>
                      <a:lnTo>
                        <a:pt x="1823" y="1089"/>
                      </a:lnTo>
                      <a:lnTo>
                        <a:pt x="1824" y="1089"/>
                      </a:lnTo>
                      <a:lnTo>
                        <a:pt x="1826" y="1089"/>
                      </a:lnTo>
                      <a:lnTo>
                        <a:pt x="1827" y="1089"/>
                      </a:lnTo>
                      <a:lnTo>
                        <a:pt x="1829" y="1089"/>
                      </a:lnTo>
                      <a:lnTo>
                        <a:pt x="1830" y="1089"/>
                      </a:lnTo>
                      <a:lnTo>
                        <a:pt x="1831" y="1089"/>
                      </a:lnTo>
                      <a:lnTo>
                        <a:pt x="1833" y="1089"/>
                      </a:lnTo>
                      <a:lnTo>
                        <a:pt x="1834" y="1089"/>
                      </a:lnTo>
                      <a:lnTo>
                        <a:pt x="1836" y="1089"/>
                      </a:lnTo>
                      <a:lnTo>
                        <a:pt x="1837" y="1089"/>
                      </a:lnTo>
                      <a:lnTo>
                        <a:pt x="1838" y="1089"/>
                      </a:lnTo>
                      <a:lnTo>
                        <a:pt x="1840" y="1089"/>
                      </a:lnTo>
                      <a:lnTo>
                        <a:pt x="1841" y="1089"/>
                      </a:lnTo>
                      <a:lnTo>
                        <a:pt x="1843" y="1089"/>
                      </a:lnTo>
                      <a:lnTo>
                        <a:pt x="1844" y="1089"/>
                      </a:lnTo>
                      <a:lnTo>
                        <a:pt x="1845" y="1089"/>
                      </a:lnTo>
                      <a:lnTo>
                        <a:pt x="1847" y="1089"/>
                      </a:lnTo>
                      <a:lnTo>
                        <a:pt x="1848" y="1089"/>
                      </a:lnTo>
                      <a:lnTo>
                        <a:pt x="1850" y="1089"/>
                      </a:lnTo>
                      <a:lnTo>
                        <a:pt x="1851" y="1089"/>
                      </a:lnTo>
                      <a:lnTo>
                        <a:pt x="1852" y="1089"/>
                      </a:lnTo>
                      <a:lnTo>
                        <a:pt x="1854" y="1089"/>
                      </a:lnTo>
                      <a:lnTo>
                        <a:pt x="1855" y="1089"/>
                      </a:lnTo>
                      <a:lnTo>
                        <a:pt x="1857" y="1089"/>
                      </a:lnTo>
                      <a:lnTo>
                        <a:pt x="1858" y="1089"/>
                      </a:lnTo>
                      <a:lnTo>
                        <a:pt x="1859" y="1089"/>
                      </a:lnTo>
                      <a:lnTo>
                        <a:pt x="1861" y="1089"/>
                      </a:lnTo>
                      <a:lnTo>
                        <a:pt x="1862" y="1089"/>
                      </a:lnTo>
                      <a:lnTo>
                        <a:pt x="1864" y="1089"/>
                      </a:lnTo>
                      <a:lnTo>
                        <a:pt x="1865" y="1089"/>
                      </a:lnTo>
                      <a:lnTo>
                        <a:pt x="1866" y="1089"/>
                      </a:lnTo>
                      <a:lnTo>
                        <a:pt x="1868" y="1089"/>
                      </a:lnTo>
                      <a:lnTo>
                        <a:pt x="1869" y="1089"/>
                      </a:lnTo>
                      <a:lnTo>
                        <a:pt x="1871" y="1089"/>
                      </a:lnTo>
                      <a:lnTo>
                        <a:pt x="1872" y="1089"/>
                      </a:lnTo>
                      <a:lnTo>
                        <a:pt x="1874" y="1089"/>
                      </a:lnTo>
                      <a:lnTo>
                        <a:pt x="1875" y="1089"/>
                      </a:lnTo>
                      <a:lnTo>
                        <a:pt x="1876" y="1089"/>
                      </a:lnTo>
                      <a:lnTo>
                        <a:pt x="1878" y="1089"/>
                      </a:lnTo>
                      <a:lnTo>
                        <a:pt x="1879" y="1089"/>
                      </a:lnTo>
                      <a:lnTo>
                        <a:pt x="1881" y="1089"/>
                      </a:lnTo>
                      <a:lnTo>
                        <a:pt x="1882" y="1089"/>
                      </a:lnTo>
                      <a:lnTo>
                        <a:pt x="1883" y="1089"/>
                      </a:lnTo>
                      <a:lnTo>
                        <a:pt x="1885" y="1089"/>
                      </a:lnTo>
                      <a:lnTo>
                        <a:pt x="1886" y="1089"/>
                      </a:lnTo>
                      <a:lnTo>
                        <a:pt x="1888" y="1089"/>
                      </a:lnTo>
                      <a:lnTo>
                        <a:pt x="1889" y="1089"/>
                      </a:lnTo>
                      <a:lnTo>
                        <a:pt x="1890" y="1089"/>
                      </a:lnTo>
                      <a:lnTo>
                        <a:pt x="1892" y="1089"/>
                      </a:lnTo>
                      <a:lnTo>
                        <a:pt x="1893" y="1089"/>
                      </a:lnTo>
                      <a:lnTo>
                        <a:pt x="1895" y="1089"/>
                      </a:lnTo>
                      <a:lnTo>
                        <a:pt x="1896" y="1089"/>
                      </a:lnTo>
                      <a:lnTo>
                        <a:pt x="1897" y="1089"/>
                      </a:lnTo>
                      <a:lnTo>
                        <a:pt x="1899" y="1089"/>
                      </a:lnTo>
                      <a:lnTo>
                        <a:pt x="1900" y="1089"/>
                      </a:lnTo>
                      <a:lnTo>
                        <a:pt x="1902" y="1089"/>
                      </a:lnTo>
                      <a:lnTo>
                        <a:pt x="1903" y="1089"/>
                      </a:lnTo>
                      <a:lnTo>
                        <a:pt x="1904" y="1089"/>
                      </a:lnTo>
                      <a:lnTo>
                        <a:pt x="1906" y="1089"/>
                      </a:lnTo>
                      <a:lnTo>
                        <a:pt x="1907" y="1089"/>
                      </a:lnTo>
                      <a:lnTo>
                        <a:pt x="1909" y="1089"/>
                      </a:lnTo>
                      <a:lnTo>
                        <a:pt x="1910" y="1089"/>
                      </a:lnTo>
                      <a:lnTo>
                        <a:pt x="1911" y="1089"/>
                      </a:lnTo>
                      <a:lnTo>
                        <a:pt x="1913" y="1089"/>
                      </a:lnTo>
                      <a:lnTo>
                        <a:pt x="1914" y="1089"/>
                      </a:lnTo>
                      <a:lnTo>
                        <a:pt x="1916" y="1089"/>
                      </a:lnTo>
                      <a:lnTo>
                        <a:pt x="1917" y="1089"/>
                      </a:lnTo>
                      <a:lnTo>
                        <a:pt x="1918" y="1089"/>
                      </a:lnTo>
                      <a:lnTo>
                        <a:pt x="1920" y="1089"/>
                      </a:lnTo>
                      <a:lnTo>
                        <a:pt x="1921" y="1089"/>
                      </a:lnTo>
                      <a:lnTo>
                        <a:pt x="1923" y="1089"/>
                      </a:lnTo>
                      <a:lnTo>
                        <a:pt x="1924" y="1089"/>
                      </a:lnTo>
                      <a:lnTo>
                        <a:pt x="1925" y="1089"/>
                      </a:lnTo>
                      <a:lnTo>
                        <a:pt x="1927" y="1089"/>
                      </a:lnTo>
                      <a:lnTo>
                        <a:pt x="1928" y="1089"/>
                      </a:lnTo>
                      <a:lnTo>
                        <a:pt x="1930" y="1089"/>
                      </a:lnTo>
                      <a:lnTo>
                        <a:pt x="1931" y="1089"/>
                      </a:lnTo>
                      <a:lnTo>
                        <a:pt x="1933" y="1089"/>
                      </a:lnTo>
                      <a:lnTo>
                        <a:pt x="1934" y="1089"/>
                      </a:lnTo>
                      <a:lnTo>
                        <a:pt x="1935" y="1089"/>
                      </a:lnTo>
                      <a:lnTo>
                        <a:pt x="1937" y="1089"/>
                      </a:lnTo>
                      <a:lnTo>
                        <a:pt x="1938" y="1089"/>
                      </a:lnTo>
                      <a:lnTo>
                        <a:pt x="1940" y="1089"/>
                      </a:lnTo>
                      <a:lnTo>
                        <a:pt x="1941" y="1089"/>
                      </a:lnTo>
                      <a:lnTo>
                        <a:pt x="1942" y="1089"/>
                      </a:lnTo>
                      <a:lnTo>
                        <a:pt x="1944" y="1089"/>
                      </a:lnTo>
                      <a:lnTo>
                        <a:pt x="1945" y="1089"/>
                      </a:lnTo>
                      <a:lnTo>
                        <a:pt x="1947" y="1089"/>
                      </a:lnTo>
                      <a:lnTo>
                        <a:pt x="1948" y="1089"/>
                      </a:lnTo>
                      <a:lnTo>
                        <a:pt x="1949" y="1089"/>
                      </a:lnTo>
                      <a:lnTo>
                        <a:pt x="1951" y="1089"/>
                      </a:lnTo>
                      <a:lnTo>
                        <a:pt x="1952" y="1089"/>
                      </a:lnTo>
                      <a:lnTo>
                        <a:pt x="1954" y="1089"/>
                      </a:lnTo>
                      <a:lnTo>
                        <a:pt x="1955" y="1089"/>
                      </a:lnTo>
                      <a:lnTo>
                        <a:pt x="1956" y="1089"/>
                      </a:lnTo>
                      <a:lnTo>
                        <a:pt x="1958" y="1089"/>
                      </a:lnTo>
                      <a:lnTo>
                        <a:pt x="1959" y="1089"/>
                      </a:lnTo>
                      <a:lnTo>
                        <a:pt x="1961" y="1089"/>
                      </a:lnTo>
                      <a:lnTo>
                        <a:pt x="1962" y="1089"/>
                      </a:lnTo>
                      <a:lnTo>
                        <a:pt x="1963" y="1089"/>
                      </a:lnTo>
                      <a:lnTo>
                        <a:pt x="1965" y="1089"/>
                      </a:lnTo>
                      <a:lnTo>
                        <a:pt x="1966" y="1089"/>
                      </a:lnTo>
                      <a:lnTo>
                        <a:pt x="1968" y="1089"/>
                      </a:lnTo>
                      <a:lnTo>
                        <a:pt x="1969" y="1089"/>
                      </a:lnTo>
                      <a:lnTo>
                        <a:pt x="1970" y="1089"/>
                      </a:lnTo>
                      <a:lnTo>
                        <a:pt x="1972" y="1089"/>
                      </a:lnTo>
                      <a:lnTo>
                        <a:pt x="1973" y="1089"/>
                      </a:lnTo>
                      <a:lnTo>
                        <a:pt x="1975" y="1089"/>
                      </a:lnTo>
                      <a:lnTo>
                        <a:pt x="1976" y="1089"/>
                      </a:lnTo>
                      <a:lnTo>
                        <a:pt x="1977" y="1089"/>
                      </a:lnTo>
                      <a:lnTo>
                        <a:pt x="1979" y="1089"/>
                      </a:lnTo>
                      <a:lnTo>
                        <a:pt x="1980" y="1089"/>
                      </a:lnTo>
                      <a:lnTo>
                        <a:pt x="1982" y="1089"/>
                      </a:lnTo>
                      <a:lnTo>
                        <a:pt x="1983" y="1089"/>
                      </a:lnTo>
                      <a:lnTo>
                        <a:pt x="1984" y="1089"/>
                      </a:lnTo>
                      <a:lnTo>
                        <a:pt x="1986" y="1089"/>
                      </a:lnTo>
                      <a:lnTo>
                        <a:pt x="1987" y="1089"/>
                      </a:lnTo>
                      <a:lnTo>
                        <a:pt x="1989" y="1089"/>
                      </a:lnTo>
                      <a:lnTo>
                        <a:pt x="1990" y="1089"/>
                      </a:lnTo>
                      <a:lnTo>
                        <a:pt x="1991" y="1089"/>
                      </a:lnTo>
                      <a:lnTo>
                        <a:pt x="1993" y="1089"/>
                      </a:lnTo>
                      <a:lnTo>
                        <a:pt x="1994" y="1089"/>
                      </a:lnTo>
                      <a:lnTo>
                        <a:pt x="1996" y="1090"/>
                      </a:lnTo>
                      <a:lnTo>
                        <a:pt x="1997" y="1090"/>
                      </a:lnTo>
                      <a:lnTo>
                        <a:pt x="1999" y="1090"/>
                      </a:lnTo>
                      <a:lnTo>
                        <a:pt x="2000" y="1090"/>
                      </a:lnTo>
                      <a:lnTo>
                        <a:pt x="2001" y="1090"/>
                      </a:lnTo>
                      <a:lnTo>
                        <a:pt x="2003" y="1090"/>
                      </a:lnTo>
                      <a:lnTo>
                        <a:pt x="2004" y="1090"/>
                      </a:lnTo>
                      <a:lnTo>
                        <a:pt x="2006" y="1090"/>
                      </a:lnTo>
                      <a:lnTo>
                        <a:pt x="2007" y="1089"/>
                      </a:lnTo>
                      <a:lnTo>
                        <a:pt x="2008" y="1089"/>
                      </a:lnTo>
                      <a:lnTo>
                        <a:pt x="2010" y="1089"/>
                      </a:lnTo>
                      <a:lnTo>
                        <a:pt x="2011" y="1089"/>
                      </a:lnTo>
                      <a:lnTo>
                        <a:pt x="2013" y="1089"/>
                      </a:lnTo>
                      <a:lnTo>
                        <a:pt x="2014" y="1089"/>
                      </a:lnTo>
                      <a:lnTo>
                        <a:pt x="2015" y="1089"/>
                      </a:lnTo>
                      <a:lnTo>
                        <a:pt x="2017" y="1089"/>
                      </a:lnTo>
                      <a:lnTo>
                        <a:pt x="2018" y="1089"/>
                      </a:lnTo>
                      <a:lnTo>
                        <a:pt x="2020" y="1089"/>
                      </a:lnTo>
                      <a:lnTo>
                        <a:pt x="2021" y="1089"/>
                      </a:lnTo>
                      <a:lnTo>
                        <a:pt x="2022" y="1089"/>
                      </a:lnTo>
                      <a:lnTo>
                        <a:pt x="2024" y="1089"/>
                      </a:lnTo>
                      <a:lnTo>
                        <a:pt x="2025" y="1089"/>
                      </a:lnTo>
                      <a:lnTo>
                        <a:pt x="2027" y="1089"/>
                      </a:lnTo>
                      <a:lnTo>
                        <a:pt x="2028" y="1089"/>
                      </a:lnTo>
                      <a:lnTo>
                        <a:pt x="2029" y="1090"/>
                      </a:lnTo>
                      <a:lnTo>
                        <a:pt x="2031" y="1090"/>
                      </a:lnTo>
                      <a:lnTo>
                        <a:pt x="2032" y="1090"/>
                      </a:lnTo>
                      <a:lnTo>
                        <a:pt x="2034" y="1090"/>
                      </a:lnTo>
                      <a:lnTo>
                        <a:pt x="2035" y="1090"/>
                      </a:lnTo>
                      <a:lnTo>
                        <a:pt x="2036" y="1090"/>
                      </a:lnTo>
                      <a:lnTo>
                        <a:pt x="2038" y="1090"/>
                      </a:lnTo>
                      <a:lnTo>
                        <a:pt x="2039" y="1090"/>
                      </a:lnTo>
                      <a:lnTo>
                        <a:pt x="2041" y="1089"/>
                      </a:lnTo>
                      <a:lnTo>
                        <a:pt x="2042" y="1089"/>
                      </a:lnTo>
                      <a:lnTo>
                        <a:pt x="2043" y="1089"/>
                      </a:lnTo>
                      <a:lnTo>
                        <a:pt x="2045" y="1089"/>
                      </a:lnTo>
                      <a:lnTo>
                        <a:pt x="2046" y="1089"/>
                      </a:lnTo>
                      <a:lnTo>
                        <a:pt x="2048" y="1089"/>
                      </a:lnTo>
                      <a:lnTo>
                        <a:pt x="2049" y="1089"/>
                      </a:lnTo>
                      <a:lnTo>
                        <a:pt x="2050" y="1089"/>
                      </a:lnTo>
                      <a:lnTo>
                        <a:pt x="2052" y="1089"/>
                      </a:lnTo>
                      <a:lnTo>
                        <a:pt x="2053" y="1089"/>
                      </a:lnTo>
                      <a:lnTo>
                        <a:pt x="2055" y="1089"/>
                      </a:lnTo>
                      <a:lnTo>
                        <a:pt x="2056" y="1089"/>
                      </a:lnTo>
                      <a:lnTo>
                        <a:pt x="2057" y="1088"/>
                      </a:lnTo>
                      <a:lnTo>
                        <a:pt x="2059" y="1088"/>
                      </a:lnTo>
                      <a:lnTo>
                        <a:pt x="2060" y="1088"/>
                      </a:lnTo>
                      <a:lnTo>
                        <a:pt x="2062" y="1088"/>
                      </a:lnTo>
                      <a:lnTo>
                        <a:pt x="2063" y="1088"/>
                      </a:lnTo>
                      <a:lnTo>
                        <a:pt x="2065" y="1088"/>
                      </a:lnTo>
                      <a:lnTo>
                        <a:pt x="2066" y="1088"/>
                      </a:lnTo>
                      <a:lnTo>
                        <a:pt x="2067" y="1088"/>
                      </a:lnTo>
                      <a:lnTo>
                        <a:pt x="2069" y="1088"/>
                      </a:lnTo>
                      <a:lnTo>
                        <a:pt x="2070" y="1088"/>
                      </a:lnTo>
                      <a:lnTo>
                        <a:pt x="2072" y="1088"/>
                      </a:lnTo>
                      <a:lnTo>
                        <a:pt x="2073" y="1088"/>
                      </a:lnTo>
                      <a:lnTo>
                        <a:pt x="2074" y="1088"/>
                      </a:lnTo>
                      <a:lnTo>
                        <a:pt x="2076" y="1088"/>
                      </a:lnTo>
                      <a:lnTo>
                        <a:pt x="2077" y="1088"/>
                      </a:lnTo>
                      <a:lnTo>
                        <a:pt x="2079" y="1088"/>
                      </a:lnTo>
                      <a:lnTo>
                        <a:pt x="2080" y="1088"/>
                      </a:lnTo>
                      <a:lnTo>
                        <a:pt x="2081" y="1088"/>
                      </a:lnTo>
                      <a:lnTo>
                        <a:pt x="2083" y="1088"/>
                      </a:lnTo>
                      <a:lnTo>
                        <a:pt x="2084" y="1088"/>
                      </a:lnTo>
                      <a:lnTo>
                        <a:pt x="2086" y="1088"/>
                      </a:lnTo>
                      <a:lnTo>
                        <a:pt x="2087" y="1088"/>
                      </a:lnTo>
                      <a:lnTo>
                        <a:pt x="2088" y="1088"/>
                      </a:lnTo>
                      <a:lnTo>
                        <a:pt x="2090" y="1088"/>
                      </a:lnTo>
                      <a:lnTo>
                        <a:pt x="2091" y="1088"/>
                      </a:lnTo>
                      <a:lnTo>
                        <a:pt x="2093" y="1088"/>
                      </a:lnTo>
                      <a:lnTo>
                        <a:pt x="2094" y="1088"/>
                      </a:lnTo>
                      <a:lnTo>
                        <a:pt x="2095" y="1088"/>
                      </a:lnTo>
                      <a:lnTo>
                        <a:pt x="2097" y="1088"/>
                      </a:lnTo>
                      <a:lnTo>
                        <a:pt x="2098" y="1088"/>
                      </a:lnTo>
                      <a:lnTo>
                        <a:pt x="2100" y="1088"/>
                      </a:lnTo>
                      <a:lnTo>
                        <a:pt x="2101" y="1088"/>
                      </a:lnTo>
                      <a:lnTo>
                        <a:pt x="2102" y="1088"/>
                      </a:lnTo>
                      <a:lnTo>
                        <a:pt x="2104" y="1088"/>
                      </a:lnTo>
                      <a:lnTo>
                        <a:pt x="2105" y="1088"/>
                      </a:lnTo>
                      <a:lnTo>
                        <a:pt x="2107" y="1088"/>
                      </a:lnTo>
                      <a:lnTo>
                        <a:pt x="2108" y="1088"/>
                      </a:lnTo>
                      <a:lnTo>
                        <a:pt x="2109" y="1088"/>
                      </a:lnTo>
                      <a:lnTo>
                        <a:pt x="2111" y="1088"/>
                      </a:lnTo>
                      <a:lnTo>
                        <a:pt x="2112" y="1088"/>
                      </a:lnTo>
                      <a:lnTo>
                        <a:pt x="2114" y="1088"/>
                      </a:lnTo>
                      <a:lnTo>
                        <a:pt x="2115" y="1088"/>
                      </a:lnTo>
                      <a:lnTo>
                        <a:pt x="2116" y="1088"/>
                      </a:lnTo>
                      <a:lnTo>
                        <a:pt x="2118" y="1088"/>
                      </a:lnTo>
                      <a:lnTo>
                        <a:pt x="2119" y="1088"/>
                      </a:lnTo>
                      <a:lnTo>
                        <a:pt x="2121" y="1088"/>
                      </a:lnTo>
                      <a:lnTo>
                        <a:pt x="2122" y="1088"/>
                      </a:lnTo>
                      <a:lnTo>
                        <a:pt x="2124" y="1088"/>
                      </a:lnTo>
                      <a:lnTo>
                        <a:pt x="2125" y="1088"/>
                      </a:lnTo>
                      <a:lnTo>
                        <a:pt x="2126" y="1088"/>
                      </a:lnTo>
                      <a:lnTo>
                        <a:pt x="2128" y="1089"/>
                      </a:lnTo>
                      <a:lnTo>
                        <a:pt x="2129" y="1089"/>
                      </a:lnTo>
                      <a:lnTo>
                        <a:pt x="2131" y="1089"/>
                      </a:lnTo>
                      <a:lnTo>
                        <a:pt x="2132" y="1089"/>
                      </a:lnTo>
                      <a:lnTo>
                        <a:pt x="2133" y="1089"/>
                      </a:lnTo>
                      <a:lnTo>
                        <a:pt x="2135" y="1089"/>
                      </a:lnTo>
                      <a:lnTo>
                        <a:pt x="2136" y="1089"/>
                      </a:lnTo>
                      <a:lnTo>
                        <a:pt x="2138" y="1089"/>
                      </a:lnTo>
                      <a:lnTo>
                        <a:pt x="2139" y="1089"/>
                      </a:lnTo>
                      <a:lnTo>
                        <a:pt x="2140" y="1089"/>
                      </a:lnTo>
                      <a:lnTo>
                        <a:pt x="2142" y="1089"/>
                      </a:lnTo>
                      <a:lnTo>
                        <a:pt x="2143" y="1089"/>
                      </a:lnTo>
                      <a:lnTo>
                        <a:pt x="2145" y="1089"/>
                      </a:lnTo>
                      <a:lnTo>
                        <a:pt x="2146" y="1089"/>
                      </a:lnTo>
                      <a:lnTo>
                        <a:pt x="2147" y="1089"/>
                      </a:lnTo>
                      <a:lnTo>
                        <a:pt x="2149" y="1089"/>
                      </a:lnTo>
                      <a:lnTo>
                        <a:pt x="2150" y="1089"/>
                      </a:lnTo>
                      <a:lnTo>
                        <a:pt x="2152" y="1089"/>
                      </a:lnTo>
                      <a:lnTo>
                        <a:pt x="2153" y="1089"/>
                      </a:lnTo>
                      <a:lnTo>
                        <a:pt x="2154" y="1089"/>
                      </a:lnTo>
                      <a:lnTo>
                        <a:pt x="2156" y="1089"/>
                      </a:lnTo>
                      <a:lnTo>
                        <a:pt x="2157" y="1089"/>
                      </a:lnTo>
                      <a:lnTo>
                        <a:pt x="2159" y="1089"/>
                      </a:lnTo>
                      <a:lnTo>
                        <a:pt x="2160" y="1089"/>
                      </a:lnTo>
                      <a:lnTo>
                        <a:pt x="2161" y="1089"/>
                      </a:lnTo>
                    </a:path>
                  </a:pathLst>
                </a:custGeom>
                <a:noFill/>
                <a:ln cap="flat" cmpd="sng" w="25400">
                  <a:solidFill>
                    <a:srgbClr val="228B2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626" name="Google Shape;626;p17"/>
                <p:cNvSpPr/>
                <p:nvPr/>
              </p:nvSpPr>
              <p:spPr>
                <a:xfrm flipH="1" rot="10800000">
                  <a:off x="10577513" y="3949700"/>
                  <a:ext cx="355600" cy="7938"/>
                </a:xfrm>
                <a:custGeom>
                  <a:rect b="b" l="l" r="r" t="t"/>
                  <a:pathLst>
                    <a:path extrusionOk="0" h="5" w="241">
                      <a:moveTo>
                        <a:pt x="0" y="5"/>
                      </a:moveTo>
                      <a:lnTo>
                        <a:pt x="1" y="5"/>
                      </a:lnTo>
                      <a:lnTo>
                        <a:pt x="2" y="5"/>
                      </a:lnTo>
                      <a:lnTo>
                        <a:pt x="4" y="5"/>
                      </a:lnTo>
                      <a:lnTo>
                        <a:pt x="5" y="5"/>
                      </a:lnTo>
                      <a:lnTo>
                        <a:pt x="7" y="5"/>
                      </a:lnTo>
                      <a:lnTo>
                        <a:pt x="8" y="4"/>
                      </a:lnTo>
                      <a:lnTo>
                        <a:pt x="9" y="2"/>
                      </a:lnTo>
                      <a:lnTo>
                        <a:pt x="11" y="2"/>
                      </a:lnTo>
                      <a:lnTo>
                        <a:pt x="12" y="1"/>
                      </a:lnTo>
                      <a:lnTo>
                        <a:pt x="14" y="1"/>
                      </a:lnTo>
                      <a:lnTo>
                        <a:pt x="15" y="1"/>
                      </a:lnTo>
                      <a:lnTo>
                        <a:pt x="16" y="1"/>
                      </a:lnTo>
                      <a:lnTo>
                        <a:pt x="18" y="1"/>
                      </a:lnTo>
                      <a:lnTo>
                        <a:pt x="19" y="1"/>
                      </a:lnTo>
                      <a:lnTo>
                        <a:pt x="21" y="1"/>
                      </a:lnTo>
                      <a:lnTo>
                        <a:pt x="22" y="1"/>
                      </a:lnTo>
                      <a:lnTo>
                        <a:pt x="23" y="1"/>
                      </a:lnTo>
                      <a:lnTo>
                        <a:pt x="25" y="0"/>
                      </a:lnTo>
                      <a:lnTo>
                        <a:pt x="26" y="0"/>
                      </a:lnTo>
                      <a:lnTo>
                        <a:pt x="28" y="0"/>
                      </a:lnTo>
                      <a:lnTo>
                        <a:pt x="29" y="0"/>
                      </a:lnTo>
                      <a:lnTo>
                        <a:pt x="31" y="0"/>
                      </a:lnTo>
                      <a:lnTo>
                        <a:pt x="32" y="2"/>
                      </a:lnTo>
                      <a:lnTo>
                        <a:pt x="33" y="3"/>
                      </a:lnTo>
                      <a:lnTo>
                        <a:pt x="35" y="3"/>
                      </a:lnTo>
                      <a:lnTo>
                        <a:pt x="36" y="3"/>
                      </a:lnTo>
                      <a:lnTo>
                        <a:pt x="38" y="3"/>
                      </a:lnTo>
                      <a:lnTo>
                        <a:pt x="39" y="3"/>
                      </a:lnTo>
                      <a:lnTo>
                        <a:pt x="40" y="2"/>
                      </a:lnTo>
                      <a:lnTo>
                        <a:pt x="42" y="2"/>
                      </a:lnTo>
                      <a:lnTo>
                        <a:pt x="43" y="2"/>
                      </a:lnTo>
                      <a:lnTo>
                        <a:pt x="45" y="2"/>
                      </a:lnTo>
                      <a:lnTo>
                        <a:pt x="46" y="2"/>
                      </a:lnTo>
                      <a:lnTo>
                        <a:pt x="47" y="2"/>
                      </a:lnTo>
                      <a:lnTo>
                        <a:pt x="49" y="2"/>
                      </a:lnTo>
                      <a:lnTo>
                        <a:pt x="50" y="2"/>
                      </a:lnTo>
                      <a:lnTo>
                        <a:pt x="52" y="1"/>
                      </a:lnTo>
                      <a:lnTo>
                        <a:pt x="53" y="1"/>
                      </a:lnTo>
                      <a:lnTo>
                        <a:pt x="54" y="1"/>
                      </a:lnTo>
                      <a:lnTo>
                        <a:pt x="56" y="1"/>
                      </a:lnTo>
                      <a:lnTo>
                        <a:pt x="57" y="1"/>
                      </a:lnTo>
                      <a:lnTo>
                        <a:pt x="59" y="1"/>
                      </a:lnTo>
                      <a:lnTo>
                        <a:pt x="60" y="1"/>
                      </a:lnTo>
                      <a:lnTo>
                        <a:pt x="61" y="1"/>
                      </a:lnTo>
                      <a:lnTo>
                        <a:pt x="63" y="1"/>
                      </a:lnTo>
                      <a:lnTo>
                        <a:pt x="64" y="0"/>
                      </a:lnTo>
                      <a:lnTo>
                        <a:pt x="66" y="0"/>
                      </a:lnTo>
                      <a:lnTo>
                        <a:pt x="67" y="0"/>
                      </a:lnTo>
                      <a:lnTo>
                        <a:pt x="68" y="0"/>
                      </a:lnTo>
                      <a:lnTo>
                        <a:pt x="70" y="0"/>
                      </a:lnTo>
                      <a:lnTo>
                        <a:pt x="71" y="0"/>
                      </a:lnTo>
                      <a:lnTo>
                        <a:pt x="73" y="0"/>
                      </a:lnTo>
                      <a:lnTo>
                        <a:pt x="74" y="1"/>
                      </a:lnTo>
                      <a:lnTo>
                        <a:pt x="75" y="0"/>
                      </a:lnTo>
                      <a:lnTo>
                        <a:pt x="77" y="0"/>
                      </a:lnTo>
                      <a:lnTo>
                        <a:pt x="78" y="0"/>
                      </a:lnTo>
                      <a:lnTo>
                        <a:pt x="80" y="0"/>
                      </a:lnTo>
                      <a:lnTo>
                        <a:pt x="81" y="0"/>
                      </a:lnTo>
                      <a:lnTo>
                        <a:pt x="82" y="0"/>
                      </a:lnTo>
                      <a:lnTo>
                        <a:pt x="84" y="0"/>
                      </a:lnTo>
                      <a:lnTo>
                        <a:pt x="85" y="0"/>
                      </a:lnTo>
                      <a:lnTo>
                        <a:pt x="87" y="0"/>
                      </a:lnTo>
                      <a:lnTo>
                        <a:pt x="88" y="0"/>
                      </a:lnTo>
                      <a:lnTo>
                        <a:pt x="90" y="0"/>
                      </a:lnTo>
                      <a:lnTo>
                        <a:pt x="91" y="0"/>
                      </a:lnTo>
                      <a:lnTo>
                        <a:pt x="92" y="0"/>
                      </a:lnTo>
                      <a:lnTo>
                        <a:pt x="94" y="0"/>
                      </a:lnTo>
                      <a:lnTo>
                        <a:pt x="95" y="0"/>
                      </a:lnTo>
                      <a:lnTo>
                        <a:pt x="97" y="0"/>
                      </a:lnTo>
                      <a:lnTo>
                        <a:pt x="98" y="0"/>
                      </a:lnTo>
                      <a:lnTo>
                        <a:pt x="99" y="0"/>
                      </a:lnTo>
                      <a:lnTo>
                        <a:pt x="101" y="0"/>
                      </a:lnTo>
                      <a:lnTo>
                        <a:pt x="102" y="0"/>
                      </a:lnTo>
                      <a:lnTo>
                        <a:pt x="104" y="0"/>
                      </a:lnTo>
                      <a:lnTo>
                        <a:pt x="105" y="0"/>
                      </a:lnTo>
                      <a:lnTo>
                        <a:pt x="106" y="0"/>
                      </a:lnTo>
                      <a:lnTo>
                        <a:pt x="108" y="0"/>
                      </a:lnTo>
                      <a:lnTo>
                        <a:pt x="109" y="0"/>
                      </a:lnTo>
                      <a:lnTo>
                        <a:pt x="111" y="0"/>
                      </a:lnTo>
                      <a:lnTo>
                        <a:pt x="112" y="0"/>
                      </a:lnTo>
                      <a:lnTo>
                        <a:pt x="113" y="0"/>
                      </a:lnTo>
                      <a:lnTo>
                        <a:pt x="115" y="0"/>
                      </a:lnTo>
                      <a:lnTo>
                        <a:pt x="116" y="0"/>
                      </a:lnTo>
                      <a:lnTo>
                        <a:pt x="118" y="0"/>
                      </a:lnTo>
                      <a:lnTo>
                        <a:pt x="119" y="0"/>
                      </a:lnTo>
                      <a:lnTo>
                        <a:pt x="120" y="0"/>
                      </a:lnTo>
                      <a:lnTo>
                        <a:pt x="122" y="0"/>
                      </a:lnTo>
                      <a:lnTo>
                        <a:pt x="123" y="0"/>
                      </a:lnTo>
                      <a:lnTo>
                        <a:pt x="125" y="0"/>
                      </a:lnTo>
                      <a:lnTo>
                        <a:pt x="126" y="0"/>
                      </a:lnTo>
                      <a:lnTo>
                        <a:pt x="127" y="0"/>
                      </a:lnTo>
                      <a:lnTo>
                        <a:pt x="129" y="0"/>
                      </a:lnTo>
                      <a:lnTo>
                        <a:pt x="130" y="0"/>
                      </a:lnTo>
                      <a:lnTo>
                        <a:pt x="132" y="0"/>
                      </a:lnTo>
                      <a:lnTo>
                        <a:pt x="133" y="0"/>
                      </a:lnTo>
                      <a:lnTo>
                        <a:pt x="134" y="0"/>
                      </a:lnTo>
                      <a:lnTo>
                        <a:pt x="136" y="0"/>
                      </a:lnTo>
                      <a:lnTo>
                        <a:pt x="137" y="1"/>
                      </a:lnTo>
                      <a:lnTo>
                        <a:pt x="139" y="1"/>
                      </a:lnTo>
                      <a:lnTo>
                        <a:pt x="140" y="1"/>
                      </a:lnTo>
                      <a:lnTo>
                        <a:pt x="141" y="1"/>
                      </a:lnTo>
                      <a:lnTo>
                        <a:pt x="143" y="1"/>
                      </a:lnTo>
                      <a:lnTo>
                        <a:pt x="144" y="1"/>
                      </a:lnTo>
                      <a:lnTo>
                        <a:pt x="146" y="1"/>
                      </a:lnTo>
                      <a:lnTo>
                        <a:pt x="147" y="1"/>
                      </a:lnTo>
                      <a:lnTo>
                        <a:pt x="148" y="1"/>
                      </a:lnTo>
                      <a:lnTo>
                        <a:pt x="150" y="1"/>
                      </a:lnTo>
                      <a:lnTo>
                        <a:pt x="151" y="1"/>
                      </a:lnTo>
                      <a:lnTo>
                        <a:pt x="153" y="1"/>
                      </a:lnTo>
                      <a:lnTo>
                        <a:pt x="154" y="1"/>
                      </a:lnTo>
                      <a:lnTo>
                        <a:pt x="156" y="1"/>
                      </a:lnTo>
                      <a:lnTo>
                        <a:pt x="157" y="1"/>
                      </a:lnTo>
                      <a:lnTo>
                        <a:pt x="158" y="1"/>
                      </a:lnTo>
                      <a:lnTo>
                        <a:pt x="160" y="1"/>
                      </a:lnTo>
                      <a:lnTo>
                        <a:pt x="161" y="1"/>
                      </a:lnTo>
                      <a:lnTo>
                        <a:pt x="163" y="1"/>
                      </a:lnTo>
                      <a:lnTo>
                        <a:pt x="164" y="1"/>
                      </a:lnTo>
                      <a:lnTo>
                        <a:pt x="165" y="1"/>
                      </a:lnTo>
                      <a:lnTo>
                        <a:pt x="167" y="1"/>
                      </a:lnTo>
                      <a:lnTo>
                        <a:pt x="168" y="1"/>
                      </a:lnTo>
                      <a:lnTo>
                        <a:pt x="170" y="1"/>
                      </a:lnTo>
                      <a:lnTo>
                        <a:pt x="171" y="1"/>
                      </a:lnTo>
                      <a:lnTo>
                        <a:pt x="172" y="1"/>
                      </a:lnTo>
                      <a:lnTo>
                        <a:pt x="174" y="1"/>
                      </a:lnTo>
                      <a:lnTo>
                        <a:pt x="175" y="1"/>
                      </a:lnTo>
                      <a:lnTo>
                        <a:pt x="177" y="1"/>
                      </a:lnTo>
                      <a:lnTo>
                        <a:pt x="178" y="1"/>
                      </a:lnTo>
                      <a:lnTo>
                        <a:pt x="179" y="1"/>
                      </a:lnTo>
                      <a:lnTo>
                        <a:pt x="181" y="1"/>
                      </a:lnTo>
                      <a:lnTo>
                        <a:pt x="182" y="1"/>
                      </a:lnTo>
                      <a:lnTo>
                        <a:pt x="184" y="1"/>
                      </a:lnTo>
                      <a:lnTo>
                        <a:pt x="185" y="1"/>
                      </a:lnTo>
                      <a:lnTo>
                        <a:pt x="186" y="1"/>
                      </a:lnTo>
                      <a:lnTo>
                        <a:pt x="188" y="1"/>
                      </a:lnTo>
                      <a:lnTo>
                        <a:pt x="189" y="1"/>
                      </a:lnTo>
                      <a:lnTo>
                        <a:pt x="191" y="1"/>
                      </a:lnTo>
                      <a:lnTo>
                        <a:pt x="192" y="1"/>
                      </a:lnTo>
                      <a:lnTo>
                        <a:pt x="193" y="1"/>
                      </a:lnTo>
                      <a:lnTo>
                        <a:pt x="195" y="1"/>
                      </a:lnTo>
                      <a:lnTo>
                        <a:pt x="196" y="1"/>
                      </a:lnTo>
                      <a:lnTo>
                        <a:pt x="198" y="1"/>
                      </a:lnTo>
                      <a:lnTo>
                        <a:pt x="199" y="1"/>
                      </a:lnTo>
                      <a:lnTo>
                        <a:pt x="200" y="1"/>
                      </a:lnTo>
                      <a:lnTo>
                        <a:pt x="202" y="1"/>
                      </a:lnTo>
                      <a:lnTo>
                        <a:pt x="203" y="1"/>
                      </a:lnTo>
                      <a:lnTo>
                        <a:pt x="205" y="1"/>
                      </a:lnTo>
                      <a:lnTo>
                        <a:pt x="206" y="1"/>
                      </a:lnTo>
                      <a:lnTo>
                        <a:pt x="207" y="1"/>
                      </a:lnTo>
                      <a:lnTo>
                        <a:pt x="209" y="1"/>
                      </a:lnTo>
                      <a:lnTo>
                        <a:pt x="210" y="1"/>
                      </a:lnTo>
                      <a:lnTo>
                        <a:pt x="212" y="1"/>
                      </a:lnTo>
                      <a:lnTo>
                        <a:pt x="213" y="1"/>
                      </a:lnTo>
                      <a:lnTo>
                        <a:pt x="214" y="1"/>
                      </a:lnTo>
                      <a:lnTo>
                        <a:pt x="216" y="1"/>
                      </a:lnTo>
                      <a:lnTo>
                        <a:pt x="217" y="1"/>
                      </a:lnTo>
                      <a:lnTo>
                        <a:pt x="219" y="1"/>
                      </a:lnTo>
                      <a:lnTo>
                        <a:pt x="220" y="1"/>
                      </a:lnTo>
                      <a:lnTo>
                        <a:pt x="222" y="1"/>
                      </a:lnTo>
                      <a:lnTo>
                        <a:pt x="223" y="1"/>
                      </a:lnTo>
                      <a:lnTo>
                        <a:pt x="224" y="1"/>
                      </a:lnTo>
                      <a:lnTo>
                        <a:pt x="226" y="1"/>
                      </a:lnTo>
                      <a:lnTo>
                        <a:pt x="227" y="1"/>
                      </a:lnTo>
                      <a:lnTo>
                        <a:pt x="229" y="1"/>
                      </a:lnTo>
                      <a:lnTo>
                        <a:pt x="230" y="1"/>
                      </a:lnTo>
                      <a:lnTo>
                        <a:pt x="231" y="1"/>
                      </a:lnTo>
                      <a:lnTo>
                        <a:pt x="233" y="1"/>
                      </a:lnTo>
                      <a:lnTo>
                        <a:pt x="234" y="1"/>
                      </a:lnTo>
                      <a:lnTo>
                        <a:pt x="236" y="1"/>
                      </a:lnTo>
                      <a:lnTo>
                        <a:pt x="237" y="1"/>
                      </a:lnTo>
                      <a:lnTo>
                        <a:pt x="238" y="1"/>
                      </a:lnTo>
                      <a:lnTo>
                        <a:pt x="240" y="1"/>
                      </a:lnTo>
                      <a:lnTo>
                        <a:pt x="241" y="1"/>
                      </a:lnTo>
                    </a:path>
                  </a:pathLst>
                </a:custGeom>
                <a:noFill/>
                <a:ln cap="flat" cmpd="sng" w="25400">
                  <a:solidFill>
                    <a:srgbClr val="228B2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627" name="Google Shape;627;p17"/>
                <p:cNvSpPr/>
                <p:nvPr/>
              </p:nvSpPr>
              <p:spPr>
                <a:xfrm flipH="1" rot="10800000">
                  <a:off x="7105650" y="3587750"/>
                  <a:ext cx="3192462" cy="342900"/>
                </a:xfrm>
                <a:custGeom>
                  <a:rect b="b" l="l" r="r" t="t"/>
                  <a:pathLst>
                    <a:path extrusionOk="0" h="232" w="2161">
                      <a:moveTo>
                        <a:pt x="0" y="1"/>
                      </a:moveTo>
                      <a:lnTo>
                        <a:pt x="1" y="1"/>
                      </a:lnTo>
                      <a:lnTo>
                        <a:pt x="3" y="1"/>
                      </a:lnTo>
                      <a:lnTo>
                        <a:pt x="4" y="1"/>
                      </a:lnTo>
                      <a:lnTo>
                        <a:pt x="6" y="1"/>
                      </a:lnTo>
                      <a:lnTo>
                        <a:pt x="7" y="1"/>
                      </a:lnTo>
                      <a:lnTo>
                        <a:pt x="8" y="1"/>
                      </a:lnTo>
                      <a:lnTo>
                        <a:pt x="10" y="1"/>
                      </a:lnTo>
                      <a:lnTo>
                        <a:pt x="11" y="1"/>
                      </a:lnTo>
                      <a:lnTo>
                        <a:pt x="13" y="1"/>
                      </a:lnTo>
                      <a:lnTo>
                        <a:pt x="14" y="1"/>
                      </a:lnTo>
                      <a:lnTo>
                        <a:pt x="15" y="1"/>
                      </a:lnTo>
                      <a:lnTo>
                        <a:pt x="17" y="1"/>
                      </a:lnTo>
                      <a:lnTo>
                        <a:pt x="18" y="1"/>
                      </a:lnTo>
                      <a:lnTo>
                        <a:pt x="20" y="1"/>
                      </a:lnTo>
                      <a:lnTo>
                        <a:pt x="21" y="1"/>
                      </a:lnTo>
                      <a:lnTo>
                        <a:pt x="22" y="1"/>
                      </a:lnTo>
                      <a:lnTo>
                        <a:pt x="24" y="1"/>
                      </a:lnTo>
                      <a:lnTo>
                        <a:pt x="25" y="1"/>
                      </a:lnTo>
                      <a:lnTo>
                        <a:pt x="27" y="0"/>
                      </a:lnTo>
                      <a:lnTo>
                        <a:pt x="28" y="1"/>
                      </a:lnTo>
                      <a:lnTo>
                        <a:pt x="30" y="1"/>
                      </a:lnTo>
                      <a:lnTo>
                        <a:pt x="31" y="1"/>
                      </a:lnTo>
                      <a:lnTo>
                        <a:pt x="32" y="1"/>
                      </a:lnTo>
                      <a:lnTo>
                        <a:pt x="34" y="1"/>
                      </a:lnTo>
                      <a:lnTo>
                        <a:pt x="35" y="1"/>
                      </a:lnTo>
                      <a:lnTo>
                        <a:pt x="37" y="1"/>
                      </a:lnTo>
                      <a:lnTo>
                        <a:pt x="38" y="1"/>
                      </a:lnTo>
                      <a:lnTo>
                        <a:pt x="39" y="1"/>
                      </a:lnTo>
                      <a:lnTo>
                        <a:pt x="41" y="1"/>
                      </a:lnTo>
                      <a:lnTo>
                        <a:pt x="42" y="1"/>
                      </a:lnTo>
                      <a:lnTo>
                        <a:pt x="44" y="1"/>
                      </a:lnTo>
                      <a:lnTo>
                        <a:pt x="45" y="1"/>
                      </a:lnTo>
                      <a:lnTo>
                        <a:pt x="46" y="1"/>
                      </a:lnTo>
                      <a:lnTo>
                        <a:pt x="48" y="1"/>
                      </a:lnTo>
                      <a:lnTo>
                        <a:pt x="49" y="1"/>
                      </a:lnTo>
                      <a:lnTo>
                        <a:pt x="51" y="1"/>
                      </a:lnTo>
                      <a:lnTo>
                        <a:pt x="52" y="1"/>
                      </a:lnTo>
                      <a:lnTo>
                        <a:pt x="53" y="1"/>
                      </a:lnTo>
                      <a:lnTo>
                        <a:pt x="55" y="1"/>
                      </a:lnTo>
                      <a:lnTo>
                        <a:pt x="56" y="1"/>
                      </a:lnTo>
                      <a:lnTo>
                        <a:pt x="58" y="1"/>
                      </a:lnTo>
                      <a:lnTo>
                        <a:pt x="59" y="1"/>
                      </a:lnTo>
                      <a:lnTo>
                        <a:pt x="60" y="1"/>
                      </a:lnTo>
                      <a:lnTo>
                        <a:pt x="62" y="1"/>
                      </a:lnTo>
                      <a:lnTo>
                        <a:pt x="63" y="1"/>
                      </a:lnTo>
                      <a:lnTo>
                        <a:pt x="65" y="1"/>
                      </a:lnTo>
                      <a:lnTo>
                        <a:pt x="66" y="1"/>
                      </a:lnTo>
                      <a:lnTo>
                        <a:pt x="67" y="1"/>
                      </a:lnTo>
                      <a:lnTo>
                        <a:pt x="69" y="0"/>
                      </a:lnTo>
                      <a:lnTo>
                        <a:pt x="70" y="0"/>
                      </a:lnTo>
                      <a:lnTo>
                        <a:pt x="72" y="0"/>
                      </a:lnTo>
                      <a:lnTo>
                        <a:pt x="73" y="0"/>
                      </a:lnTo>
                      <a:lnTo>
                        <a:pt x="74" y="0"/>
                      </a:lnTo>
                      <a:lnTo>
                        <a:pt x="76" y="0"/>
                      </a:lnTo>
                      <a:lnTo>
                        <a:pt x="77" y="0"/>
                      </a:lnTo>
                      <a:lnTo>
                        <a:pt x="79" y="0"/>
                      </a:lnTo>
                      <a:lnTo>
                        <a:pt x="80" y="0"/>
                      </a:lnTo>
                      <a:lnTo>
                        <a:pt x="81" y="0"/>
                      </a:lnTo>
                      <a:lnTo>
                        <a:pt x="83" y="0"/>
                      </a:lnTo>
                      <a:lnTo>
                        <a:pt x="84" y="0"/>
                      </a:lnTo>
                      <a:lnTo>
                        <a:pt x="86" y="0"/>
                      </a:lnTo>
                      <a:lnTo>
                        <a:pt x="87" y="0"/>
                      </a:lnTo>
                      <a:lnTo>
                        <a:pt x="88" y="0"/>
                      </a:lnTo>
                      <a:lnTo>
                        <a:pt x="90" y="0"/>
                      </a:lnTo>
                      <a:lnTo>
                        <a:pt x="91" y="0"/>
                      </a:lnTo>
                      <a:lnTo>
                        <a:pt x="93" y="0"/>
                      </a:lnTo>
                      <a:lnTo>
                        <a:pt x="94" y="0"/>
                      </a:lnTo>
                      <a:lnTo>
                        <a:pt x="96" y="0"/>
                      </a:lnTo>
                      <a:lnTo>
                        <a:pt x="97" y="0"/>
                      </a:lnTo>
                      <a:lnTo>
                        <a:pt x="98" y="0"/>
                      </a:lnTo>
                      <a:lnTo>
                        <a:pt x="100" y="0"/>
                      </a:lnTo>
                      <a:lnTo>
                        <a:pt x="101" y="0"/>
                      </a:lnTo>
                      <a:lnTo>
                        <a:pt x="103" y="0"/>
                      </a:lnTo>
                      <a:lnTo>
                        <a:pt x="104" y="0"/>
                      </a:lnTo>
                      <a:lnTo>
                        <a:pt x="105" y="0"/>
                      </a:lnTo>
                      <a:lnTo>
                        <a:pt x="107" y="0"/>
                      </a:lnTo>
                      <a:lnTo>
                        <a:pt x="108" y="0"/>
                      </a:lnTo>
                      <a:lnTo>
                        <a:pt x="110" y="0"/>
                      </a:lnTo>
                      <a:lnTo>
                        <a:pt x="111" y="0"/>
                      </a:lnTo>
                      <a:lnTo>
                        <a:pt x="112" y="0"/>
                      </a:lnTo>
                      <a:lnTo>
                        <a:pt x="114" y="0"/>
                      </a:lnTo>
                      <a:lnTo>
                        <a:pt x="115" y="0"/>
                      </a:lnTo>
                      <a:lnTo>
                        <a:pt x="117" y="0"/>
                      </a:lnTo>
                      <a:lnTo>
                        <a:pt x="118" y="0"/>
                      </a:lnTo>
                      <a:lnTo>
                        <a:pt x="119" y="0"/>
                      </a:lnTo>
                      <a:lnTo>
                        <a:pt x="121" y="0"/>
                      </a:lnTo>
                      <a:lnTo>
                        <a:pt x="122" y="0"/>
                      </a:lnTo>
                      <a:lnTo>
                        <a:pt x="124" y="0"/>
                      </a:lnTo>
                      <a:lnTo>
                        <a:pt x="125" y="0"/>
                      </a:lnTo>
                      <a:lnTo>
                        <a:pt x="126" y="0"/>
                      </a:lnTo>
                      <a:lnTo>
                        <a:pt x="128" y="0"/>
                      </a:lnTo>
                      <a:lnTo>
                        <a:pt x="129" y="0"/>
                      </a:lnTo>
                      <a:lnTo>
                        <a:pt x="131" y="0"/>
                      </a:lnTo>
                      <a:lnTo>
                        <a:pt x="132" y="0"/>
                      </a:lnTo>
                      <a:lnTo>
                        <a:pt x="133" y="0"/>
                      </a:lnTo>
                      <a:lnTo>
                        <a:pt x="135" y="0"/>
                      </a:lnTo>
                      <a:lnTo>
                        <a:pt x="136" y="0"/>
                      </a:lnTo>
                      <a:lnTo>
                        <a:pt x="138" y="0"/>
                      </a:lnTo>
                      <a:lnTo>
                        <a:pt x="139" y="0"/>
                      </a:lnTo>
                      <a:lnTo>
                        <a:pt x="140" y="0"/>
                      </a:lnTo>
                      <a:lnTo>
                        <a:pt x="142" y="0"/>
                      </a:lnTo>
                      <a:lnTo>
                        <a:pt x="143" y="0"/>
                      </a:lnTo>
                      <a:lnTo>
                        <a:pt x="145" y="0"/>
                      </a:lnTo>
                      <a:lnTo>
                        <a:pt x="146" y="0"/>
                      </a:lnTo>
                      <a:lnTo>
                        <a:pt x="147" y="0"/>
                      </a:lnTo>
                      <a:lnTo>
                        <a:pt x="149" y="0"/>
                      </a:lnTo>
                      <a:lnTo>
                        <a:pt x="150" y="0"/>
                      </a:lnTo>
                      <a:lnTo>
                        <a:pt x="152" y="0"/>
                      </a:lnTo>
                      <a:lnTo>
                        <a:pt x="153" y="0"/>
                      </a:lnTo>
                      <a:lnTo>
                        <a:pt x="154" y="0"/>
                      </a:lnTo>
                      <a:lnTo>
                        <a:pt x="156" y="0"/>
                      </a:lnTo>
                      <a:lnTo>
                        <a:pt x="157" y="0"/>
                      </a:lnTo>
                      <a:lnTo>
                        <a:pt x="159" y="0"/>
                      </a:lnTo>
                      <a:lnTo>
                        <a:pt x="160" y="0"/>
                      </a:lnTo>
                      <a:lnTo>
                        <a:pt x="162" y="0"/>
                      </a:lnTo>
                      <a:lnTo>
                        <a:pt x="163" y="0"/>
                      </a:lnTo>
                      <a:lnTo>
                        <a:pt x="164" y="16"/>
                      </a:lnTo>
                      <a:lnTo>
                        <a:pt x="166" y="2"/>
                      </a:lnTo>
                      <a:lnTo>
                        <a:pt x="167" y="4"/>
                      </a:lnTo>
                      <a:lnTo>
                        <a:pt x="169" y="4"/>
                      </a:lnTo>
                      <a:lnTo>
                        <a:pt x="170" y="4"/>
                      </a:lnTo>
                      <a:lnTo>
                        <a:pt x="171" y="4"/>
                      </a:lnTo>
                      <a:lnTo>
                        <a:pt x="173" y="3"/>
                      </a:lnTo>
                      <a:lnTo>
                        <a:pt x="174" y="3"/>
                      </a:lnTo>
                      <a:lnTo>
                        <a:pt x="176" y="4"/>
                      </a:lnTo>
                      <a:lnTo>
                        <a:pt x="177" y="5"/>
                      </a:lnTo>
                      <a:lnTo>
                        <a:pt x="178" y="6"/>
                      </a:lnTo>
                      <a:lnTo>
                        <a:pt x="180" y="8"/>
                      </a:lnTo>
                      <a:lnTo>
                        <a:pt x="181" y="10"/>
                      </a:lnTo>
                      <a:lnTo>
                        <a:pt x="183" y="14"/>
                      </a:lnTo>
                      <a:lnTo>
                        <a:pt x="184" y="17"/>
                      </a:lnTo>
                      <a:lnTo>
                        <a:pt x="185" y="22"/>
                      </a:lnTo>
                      <a:lnTo>
                        <a:pt x="187" y="27"/>
                      </a:lnTo>
                      <a:lnTo>
                        <a:pt x="188" y="32"/>
                      </a:lnTo>
                      <a:lnTo>
                        <a:pt x="190" y="38"/>
                      </a:lnTo>
                      <a:lnTo>
                        <a:pt x="191" y="44"/>
                      </a:lnTo>
                      <a:lnTo>
                        <a:pt x="192" y="50"/>
                      </a:lnTo>
                      <a:lnTo>
                        <a:pt x="194" y="57"/>
                      </a:lnTo>
                      <a:lnTo>
                        <a:pt x="195" y="63"/>
                      </a:lnTo>
                      <a:lnTo>
                        <a:pt x="197" y="69"/>
                      </a:lnTo>
                      <a:lnTo>
                        <a:pt x="198" y="76"/>
                      </a:lnTo>
                      <a:lnTo>
                        <a:pt x="199" y="82"/>
                      </a:lnTo>
                      <a:lnTo>
                        <a:pt x="201" y="88"/>
                      </a:lnTo>
                      <a:lnTo>
                        <a:pt x="202" y="94"/>
                      </a:lnTo>
                      <a:lnTo>
                        <a:pt x="204" y="100"/>
                      </a:lnTo>
                      <a:lnTo>
                        <a:pt x="205" y="106"/>
                      </a:lnTo>
                      <a:lnTo>
                        <a:pt x="206" y="111"/>
                      </a:lnTo>
                      <a:lnTo>
                        <a:pt x="208" y="116"/>
                      </a:lnTo>
                      <a:lnTo>
                        <a:pt x="209" y="121"/>
                      </a:lnTo>
                      <a:lnTo>
                        <a:pt x="211" y="125"/>
                      </a:lnTo>
                      <a:lnTo>
                        <a:pt x="212" y="129"/>
                      </a:lnTo>
                      <a:lnTo>
                        <a:pt x="213" y="133"/>
                      </a:lnTo>
                      <a:lnTo>
                        <a:pt x="215" y="136"/>
                      </a:lnTo>
                      <a:lnTo>
                        <a:pt x="216" y="139"/>
                      </a:lnTo>
                      <a:lnTo>
                        <a:pt x="218" y="142"/>
                      </a:lnTo>
                      <a:lnTo>
                        <a:pt x="219" y="145"/>
                      </a:lnTo>
                      <a:lnTo>
                        <a:pt x="221" y="147"/>
                      </a:lnTo>
                      <a:lnTo>
                        <a:pt x="222" y="149"/>
                      </a:lnTo>
                      <a:lnTo>
                        <a:pt x="223" y="151"/>
                      </a:lnTo>
                      <a:lnTo>
                        <a:pt x="225" y="153"/>
                      </a:lnTo>
                      <a:lnTo>
                        <a:pt x="226" y="155"/>
                      </a:lnTo>
                      <a:lnTo>
                        <a:pt x="228" y="156"/>
                      </a:lnTo>
                      <a:lnTo>
                        <a:pt x="229" y="157"/>
                      </a:lnTo>
                      <a:lnTo>
                        <a:pt x="230" y="159"/>
                      </a:lnTo>
                      <a:lnTo>
                        <a:pt x="232" y="160"/>
                      </a:lnTo>
                      <a:lnTo>
                        <a:pt x="233" y="161"/>
                      </a:lnTo>
                      <a:lnTo>
                        <a:pt x="235" y="162"/>
                      </a:lnTo>
                      <a:lnTo>
                        <a:pt x="236" y="163"/>
                      </a:lnTo>
                      <a:lnTo>
                        <a:pt x="237" y="163"/>
                      </a:lnTo>
                      <a:lnTo>
                        <a:pt x="239" y="164"/>
                      </a:lnTo>
                      <a:lnTo>
                        <a:pt x="240" y="165"/>
                      </a:lnTo>
                      <a:lnTo>
                        <a:pt x="242" y="166"/>
                      </a:lnTo>
                      <a:lnTo>
                        <a:pt x="243" y="167"/>
                      </a:lnTo>
                      <a:lnTo>
                        <a:pt x="244" y="167"/>
                      </a:lnTo>
                      <a:lnTo>
                        <a:pt x="246" y="168"/>
                      </a:lnTo>
                      <a:lnTo>
                        <a:pt x="247" y="168"/>
                      </a:lnTo>
                      <a:lnTo>
                        <a:pt x="249" y="169"/>
                      </a:lnTo>
                      <a:lnTo>
                        <a:pt x="250" y="170"/>
                      </a:lnTo>
                      <a:lnTo>
                        <a:pt x="251" y="170"/>
                      </a:lnTo>
                      <a:lnTo>
                        <a:pt x="253" y="171"/>
                      </a:lnTo>
                      <a:lnTo>
                        <a:pt x="254" y="171"/>
                      </a:lnTo>
                      <a:lnTo>
                        <a:pt x="256" y="172"/>
                      </a:lnTo>
                      <a:lnTo>
                        <a:pt x="257" y="172"/>
                      </a:lnTo>
                      <a:lnTo>
                        <a:pt x="258" y="173"/>
                      </a:lnTo>
                      <a:lnTo>
                        <a:pt x="260" y="173"/>
                      </a:lnTo>
                      <a:lnTo>
                        <a:pt x="261" y="174"/>
                      </a:lnTo>
                      <a:lnTo>
                        <a:pt x="263" y="174"/>
                      </a:lnTo>
                      <a:lnTo>
                        <a:pt x="264" y="174"/>
                      </a:lnTo>
                      <a:lnTo>
                        <a:pt x="265" y="175"/>
                      </a:lnTo>
                      <a:lnTo>
                        <a:pt x="267" y="175"/>
                      </a:lnTo>
                      <a:lnTo>
                        <a:pt x="268" y="176"/>
                      </a:lnTo>
                      <a:lnTo>
                        <a:pt x="270" y="176"/>
                      </a:lnTo>
                      <a:lnTo>
                        <a:pt x="271" y="177"/>
                      </a:lnTo>
                      <a:lnTo>
                        <a:pt x="272" y="177"/>
                      </a:lnTo>
                      <a:lnTo>
                        <a:pt x="274" y="178"/>
                      </a:lnTo>
                      <a:lnTo>
                        <a:pt x="275" y="178"/>
                      </a:lnTo>
                      <a:lnTo>
                        <a:pt x="277" y="179"/>
                      </a:lnTo>
                      <a:lnTo>
                        <a:pt x="278" y="179"/>
                      </a:lnTo>
                      <a:lnTo>
                        <a:pt x="279" y="180"/>
                      </a:lnTo>
                      <a:lnTo>
                        <a:pt x="281" y="180"/>
                      </a:lnTo>
                      <a:lnTo>
                        <a:pt x="282" y="181"/>
                      </a:lnTo>
                      <a:lnTo>
                        <a:pt x="284" y="182"/>
                      </a:lnTo>
                      <a:lnTo>
                        <a:pt x="285" y="182"/>
                      </a:lnTo>
                      <a:lnTo>
                        <a:pt x="287" y="183"/>
                      </a:lnTo>
                      <a:lnTo>
                        <a:pt x="288" y="183"/>
                      </a:lnTo>
                      <a:lnTo>
                        <a:pt x="289" y="184"/>
                      </a:lnTo>
                      <a:lnTo>
                        <a:pt x="291" y="185"/>
                      </a:lnTo>
                      <a:lnTo>
                        <a:pt x="292" y="185"/>
                      </a:lnTo>
                      <a:lnTo>
                        <a:pt x="294" y="186"/>
                      </a:lnTo>
                      <a:lnTo>
                        <a:pt x="295" y="187"/>
                      </a:lnTo>
                      <a:lnTo>
                        <a:pt x="296" y="187"/>
                      </a:lnTo>
                      <a:lnTo>
                        <a:pt x="298" y="188"/>
                      </a:lnTo>
                      <a:lnTo>
                        <a:pt x="299" y="189"/>
                      </a:lnTo>
                      <a:lnTo>
                        <a:pt x="301" y="190"/>
                      </a:lnTo>
                      <a:lnTo>
                        <a:pt x="302" y="190"/>
                      </a:lnTo>
                      <a:lnTo>
                        <a:pt x="303" y="191"/>
                      </a:lnTo>
                      <a:lnTo>
                        <a:pt x="305" y="192"/>
                      </a:lnTo>
                      <a:lnTo>
                        <a:pt x="306" y="193"/>
                      </a:lnTo>
                      <a:lnTo>
                        <a:pt x="308" y="193"/>
                      </a:lnTo>
                      <a:lnTo>
                        <a:pt x="309" y="194"/>
                      </a:lnTo>
                      <a:lnTo>
                        <a:pt x="310" y="195"/>
                      </a:lnTo>
                      <a:lnTo>
                        <a:pt x="312" y="196"/>
                      </a:lnTo>
                      <a:lnTo>
                        <a:pt x="313" y="196"/>
                      </a:lnTo>
                      <a:lnTo>
                        <a:pt x="315" y="197"/>
                      </a:lnTo>
                      <a:lnTo>
                        <a:pt x="316" y="198"/>
                      </a:lnTo>
                      <a:lnTo>
                        <a:pt x="317" y="199"/>
                      </a:lnTo>
                      <a:lnTo>
                        <a:pt x="319" y="199"/>
                      </a:lnTo>
                      <a:lnTo>
                        <a:pt x="320" y="200"/>
                      </a:lnTo>
                      <a:lnTo>
                        <a:pt x="322" y="201"/>
                      </a:lnTo>
                      <a:lnTo>
                        <a:pt x="323" y="202"/>
                      </a:lnTo>
                      <a:lnTo>
                        <a:pt x="324" y="202"/>
                      </a:lnTo>
                      <a:lnTo>
                        <a:pt x="326" y="203"/>
                      </a:lnTo>
                      <a:lnTo>
                        <a:pt x="327" y="204"/>
                      </a:lnTo>
                      <a:lnTo>
                        <a:pt x="329" y="205"/>
                      </a:lnTo>
                      <a:lnTo>
                        <a:pt x="330" y="205"/>
                      </a:lnTo>
                      <a:lnTo>
                        <a:pt x="331" y="206"/>
                      </a:lnTo>
                      <a:lnTo>
                        <a:pt x="333" y="207"/>
                      </a:lnTo>
                      <a:lnTo>
                        <a:pt x="334" y="208"/>
                      </a:lnTo>
                      <a:lnTo>
                        <a:pt x="336" y="208"/>
                      </a:lnTo>
                      <a:lnTo>
                        <a:pt x="337" y="209"/>
                      </a:lnTo>
                      <a:lnTo>
                        <a:pt x="338" y="210"/>
                      </a:lnTo>
                      <a:lnTo>
                        <a:pt x="340" y="210"/>
                      </a:lnTo>
                      <a:lnTo>
                        <a:pt x="341" y="211"/>
                      </a:lnTo>
                      <a:lnTo>
                        <a:pt x="343" y="212"/>
                      </a:lnTo>
                      <a:lnTo>
                        <a:pt x="344" y="212"/>
                      </a:lnTo>
                      <a:lnTo>
                        <a:pt x="345" y="213"/>
                      </a:lnTo>
                      <a:lnTo>
                        <a:pt x="347" y="214"/>
                      </a:lnTo>
                      <a:lnTo>
                        <a:pt x="348" y="214"/>
                      </a:lnTo>
                      <a:lnTo>
                        <a:pt x="350" y="215"/>
                      </a:lnTo>
                      <a:lnTo>
                        <a:pt x="351" y="215"/>
                      </a:lnTo>
                      <a:lnTo>
                        <a:pt x="353" y="216"/>
                      </a:lnTo>
                      <a:lnTo>
                        <a:pt x="354" y="217"/>
                      </a:lnTo>
                      <a:lnTo>
                        <a:pt x="355" y="217"/>
                      </a:lnTo>
                      <a:lnTo>
                        <a:pt x="357" y="218"/>
                      </a:lnTo>
                      <a:lnTo>
                        <a:pt x="358" y="218"/>
                      </a:lnTo>
                      <a:lnTo>
                        <a:pt x="360" y="219"/>
                      </a:lnTo>
                      <a:lnTo>
                        <a:pt x="361" y="220"/>
                      </a:lnTo>
                      <a:lnTo>
                        <a:pt x="362" y="220"/>
                      </a:lnTo>
                      <a:lnTo>
                        <a:pt x="364" y="221"/>
                      </a:lnTo>
                      <a:lnTo>
                        <a:pt x="365" y="221"/>
                      </a:lnTo>
                      <a:lnTo>
                        <a:pt x="367" y="222"/>
                      </a:lnTo>
                      <a:lnTo>
                        <a:pt x="368" y="222"/>
                      </a:lnTo>
                      <a:lnTo>
                        <a:pt x="369" y="223"/>
                      </a:lnTo>
                      <a:lnTo>
                        <a:pt x="371" y="223"/>
                      </a:lnTo>
                      <a:lnTo>
                        <a:pt x="372" y="224"/>
                      </a:lnTo>
                      <a:lnTo>
                        <a:pt x="374" y="224"/>
                      </a:lnTo>
                      <a:lnTo>
                        <a:pt x="375" y="224"/>
                      </a:lnTo>
                      <a:lnTo>
                        <a:pt x="376" y="225"/>
                      </a:lnTo>
                      <a:lnTo>
                        <a:pt x="378" y="225"/>
                      </a:lnTo>
                      <a:lnTo>
                        <a:pt x="379" y="226"/>
                      </a:lnTo>
                      <a:lnTo>
                        <a:pt x="381" y="226"/>
                      </a:lnTo>
                      <a:lnTo>
                        <a:pt x="382" y="226"/>
                      </a:lnTo>
                      <a:lnTo>
                        <a:pt x="383" y="227"/>
                      </a:lnTo>
                      <a:lnTo>
                        <a:pt x="385" y="227"/>
                      </a:lnTo>
                      <a:lnTo>
                        <a:pt x="386" y="227"/>
                      </a:lnTo>
                      <a:lnTo>
                        <a:pt x="388" y="227"/>
                      </a:lnTo>
                      <a:lnTo>
                        <a:pt x="389" y="228"/>
                      </a:lnTo>
                      <a:lnTo>
                        <a:pt x="390" y="228"/>
                      </a:lnTo>
                      <a:lnTo>
                        <a:pt x="392" y="228"/>
                      </a:lnTo>
                      <a:lnTo>
                        <a:pt x="393" y="228"/>
                      </a:lnTo>
                      <a:lnTo>
                        <a:pt x="395" y="228"/>
                      </a:lnTo>
                      <a:lnTo>
                        <a:pt x="396" y="229"/>
                      </a:lnTo>
                      <a:lnTo>
                        <a:pt x="397" y="229"/>
                      </a:lnTo>
                      <a:lnTo>
                        <a:pt x="399" y="229"/>
                      </a:lnTo>
                      <a:lnTo>
                        <a:pt x="400" y="229"/>
                      </a:lnTo>
                      <a:lnTo>
                        <a:pt x="402" y="229"/>
                      </a:lnTo>
                      <a:lnTo>
                        <a:pt x="403" y="230"/>
                      </a:lnTo>
                      <a:lnTo>
                        <a:pt x="404" y="230"/>
                      </a:lnTo>
                      <a:lnTo>
                        <a:pt x="406" y="230"/>
                      </a:lnTo>
                      <a:lnTo>
                        <a:pt x="407" y="230"/>
                      </a:lnTo>
                      <a:lnTo>
                        <a:pt x="409" y="230"/>
                      </a:lnTo>
                      <a:lnTo>
                        <a:pt x="410" y="230"/>
                      </a:lnTo>
                      <a:lnTo>
                        <a:pt x="412" y="231"/>
                      </a:lnTo>
                      <a:lnTo>
                        <a:pt x="413" y="231"/>
                      </a:lnTo>
                      <a:lnTo>
                        <a:pt x="414" y="231"/>
                      </a:lnTo>
                      <a:lnTo>
                        <a:pt x="416" y="231"/>
                      </a:lnTo>
                      <a:lnTo>
                        <a:pt x="417" y="231"/>
                      </a:lnTo>
                      <a:lnTo>
                        <a:pt x="419" y="231"/>
                      </a:lnTo>
                      <a:lnTo>
                        <a:pt x="420" y="231"/>
                      </a:lnTo>
                      <a:lnTo>
                        <a:pt x="421" y="231"/>
                      </a:lnTo>
                      <a:lnTo>
                        <a:pt x="423" y="231"/>
                      </a:lnTo>
                      <a:lnTo>
                        <a:pt x="424" y="231"/>
                      </a:lnTo>
                      <a:lnTo>
                        <a:pt x="426" y="231"/>
                      </a:lnTo>
                      <a:lnTo>
                        <a:pt x="427" y="231"/>
                      </a:lnTo>
                      <a:lnTo>
                        <a:pt x="428" y="231"/>
                      </a:lnTo>
                      <a:lnTo>
                        <a:pt x="430" y="232"/>
                      </a:lnTo>
                      <a:lnTo>
                        <a:pt x="431" y="232"/>
                      </a:lnTo>
                      <a:lnTo>
                        <a:pt x="433" y="232"/>
                      </a:lnTo>
                      <a:lnTo>
                        <a:pt x="434" y="232"/>
                      </a:lnTo>
                      <a:lnTo>
                        <a:pt x="435" y="232"/>
                      </a:lnTo>
                      <a:lnTo>
                        <a:pt x="437" y="232"/>
                      </a:lnTo>
                      <a:lnTo>
                        <a:pt x="438" y="232"/>
                      </a:lnTo>
                      <a:lnTo>
                        <a:pt x="440" y="232"/>
                      </a:lnTo>
                      <a:lnTo>
                        <a:pt x="441" y="232"/>
                      </a:lnTo>
                      <a:lnTo>
                        <a:pt x="442" y="232"/>
                      </a:lnTo>
                      <a:lnTo>
                        <a:pt x="444" y="232"/>
                      </a:lnTo>
                      <a:lnTo>
                        <a:pt x="445" y="232"/>
                      </a:lnTo>
                      <a:lnTo>
                        <a:pt x="447" y="232"/>
                      </a:lnTo>
                      <a:lnTo>
                        <a:pt x="448" y="232"/>
                      </a:lnTo>
                      <a:lnTo>
                        <a:pt x="449" y="232"/>
                      </a:lnTo>
                      <a:lnTo>
                        <a:pt x="451" y="231"/>
                      </a:lnTo>
                      <a:lnTo>
                        <a:pt x="452" y="231"/>
                      </a:lnTo>
                      <a:lnTo>
                        <a:pt x="454" y="231"/>
                      </a:lnTo>
                      <a:lnTo>
                        <a:pt x="455" y="231"/>
                      </a:lnTo>
                      <a:lnTo>
                        <a:pt x="456" y="231"/>
                      </a:lnTo>
                      <a:lnTo>
                        <a:pt x="458" y="231"/>
                      </a:lnTo>
                      <a:lnTo>
                        <a:pt x="459" y="231"/>
                      </a:lnTo>
                      <a:lnTo>
                        <a:pt x="461" y="231"/>
                      </a:lnTo>
                      <a:lnTo>
                        <a:pt x="462" y="231"/>
                      </a:lnTo>
                      <a:lnTo>
                        <a:pt x="463" y="231"/>
                      </a:lnTo>
                      <a:lnTo>
                        <a:pt x="465" y="231"/>
                      </a:lnTo>
                      <a:lnTo>
                        <a:pt x="466" y="231"/>
                      </a:lnTo>
                      <a:lnTo>
                        <a:pt x="468" y="231"/>
                      </a:lnTo>
                      <a:lnTo>
                        <a:pt x="469" y="231"/>
                      </a:lnTo>
                      <a:lnTo>
                        <a:pt x="470" y="231"/>
                      </a:lnTo>
                      <a:lnTo>
                        <a:pt x="472" y="231"/>
                      </a:lnTo>
                      <a:lnTo>
                        <a:pt x="473" y="231"/>
                      </a:lnTo>
                      <a:lnTo>
                        <a:pt x="475" y="231"/>
                      </a:lnTo>
                      <a:lnTo>
                        <a:pt x="476" y="231"/>
                      </a:lnTo>
                      <a:lnTo>
                        <a:pt x="478" y="231"/>
                      </a:lnTo>
                      <a:lnTo>
                        <a:pt x="479" y="231"/>
                      </a:lnTo>
                      <a:lnTo>
                        <a:pt x="480" y="231"/>
                      </a:lnTo>
                      <a:lnTo>
                        <a:pt x="482" y="231"/>
                      </a:lnTo>
                      <a:lnTo>
                        <a:pt x="483" y="231"/>
                      </a:lnTo>
                      <a:lnTo>
                        <a:pt x="485" y="230"/>
                      </a:lnTo>
                      <a:lnTo>
                        <a:pt x="486" y="230"/>
                      </a:lnTo>
                      <a:lnTo>
                        <a:pt x="487" y="230"/>
                      </a:lnTo>
                      <a:lnTo>
                        <a:pt x="489" y="230"/>
                      </a:lnTo>
                      <a:lnTo>
                        <a:pt x="490" y="230"/>
                      </a:lnTo>
                      <a:lnTo>
                        <a:pt x="492" y="230"/>
                      </a:lnTo>
                      <a:lnTo>
                        <a:pt x="493" y="230"/>
                      </a:lnTo>
                      <a:lnTo>
                        <a:pt x="494" y="230"/>
                      </a:lnTo>
                      <a:lnTo>
                        <a:pt x="496" y="230"/>
                      </a:lnTo>
                      <a:lnTo>
                        <a:pt x="497" y="230"/>
                      </a:lnTo>
                      <a:lnTo>
                        <a:pt x="499" y="230"/>
                      </a:lnTo>
                      <a:lnTo>
                        <a:pt x="500" y="230"/>
                      </a:lnTo>
                      <a:lnTo>
                        <a:pt x="501" y="230"/>
                      </a:lnTo>
                      <a:lnTo>
                        <a:pt x="503" y="230"/>
                      </a:lnTo>
                      <a:lnTo>
                        <a:pt x="504" y="230"/>
                      </a:lnTo>
                      <a:lnTo>
                        <a:pt x="506" y="230"/>
                      </a:lnTo>
                      <a:lnTo>
                        <a:pt x="507" y="229"/>
                      </a:lnTo>
                      <a:lnTo>
                        <a:pt x="508" y="229"/>
                      </a:lnTo>
                      <a:lnTo>
                        <a:pt x="510" y="229"/>
                      </a:lnTo>
                      <a:lnTo>
                        <a:pt x="511" y="229"/>
                      </a:lnTo>
                      <a:lnTo>
                        <a:pt x="513" y="229"/>
                      </a:lnTo>
                      <a:lnTo>
                        <a:pt x="514" y="229"/>
                      </a:lnTo>
                      <a:lnTo>
                        <a:pt x="515" y="229"/>
                      </a:lnTo>
                      <a:lnTo>
                        <a:pt x="517" y="229"/>
                      </a:lnTo>
                      <a:lnTo>
                        <a:pt x="518" y="229"/>
                      </a:lnTo>
                      <a:lnTo>
                        <a:pt x="520" y="229"/>
                      </a:lnTo>
                      <a:lnTo>
                        <a:pt x="521" y="229"/>
                      </a:lnTo>
                      <a:lnTo>
                        <a:pt x="522" y="229"/>
                      </a:lnTo>
                      <a:lnTo>
                        <a:pt x="524" y="229"/>
                      </a:lnTo>
                      <a:lnTo>
                        <a:pt x="525" y="229"/>
                      </a:lnTo>
                      <a:lnTo>
                        <a:pt x="527" y="228"/>
                      </a:lnTo>
                      <a:lnTo>
                        <a:pt x="528" y="228"/>
                      </a:lnTo>
                      <a:lnTo>
                        <a:pt x="529" y="228"/>
                      </a:lnTo>
                      <a:lnTo>
                        <a:pt x="531" y="228"/>
                      </a:lnTo>
                      <a:lnTo>
                        <a:pt x="532" y="228"/>
                      </a:lnTo>
                      <a:lnTo>
                        <a:pt x="534" y="228"/>
                      </a:lnTo>
                      <a:lnTo>
                        <a:pt x="535" y="228"/>
                      </a:lnTo>
                      <a:lnTo>
                        <a:pt x="537" y="228"/>
                      </a:lnTo>
                      <a:lnTo>
                        <a:pt x="538" y="228"/>
                      </a:lnTo>
                      <a:lnTo>
                        <a:pt x="539" y="228"/>
                      </a:lnTo>
                      <a:lnTo>
                        <a:pt x="541" y="228"/>
                      </a:lnTo>
                      <a:lnTo>
                        <a:pt x="542" y="228"/>
                      </a:lnTo>
                      <a:lnTo>
                        <a:pt x="544" y="228"/>
                      </a:lnTo>
                      <a:lnTo>
                        <a:pt x="545" y="227"/>
                      </a:lnTo>
                      <a:lnTo>
                        <a:pt x="546" y="227"/>
                      </a:lnTo>
                      <a:lnTo>
                        <a:pt x="548" y="227"/>
                      </a:lnTo>
                      <a:lnTo>
                        <a:pt x="549" y="227"/>
                      </a:lnTo>
                      <a:lnTo>
                        <a:pt x="551" y="227"/>
                      </a:lnTo>
                      <a:lnTo>
                        <a:pt x="552" y="227"/>
                      </a:lnTo>
                      <a:lnTo>
                        <a:pt x="553" y="227"/>
                      </a:lnTo>
                      <a:lnTo>
                        <a:pt x="555" y="227"/>
                      </a:lnTo>
                      <a:lnTo>
                        <a:pt x="556" y="227"/>
                      </a:lnTo>
                      <a:lnTo>
                        <a:pt x="558" y="227"/>
                      </a:lnTo>
                      <a:lnTo>
                        <a:pt x="559" y="227"/>
                      </a:lnTo>
                      <a:lnTo>
                        <a:pt x="560" y="227"/>
                      </a:lnTo>
                      <a:lnTo>
                        <a:pt x="562" y="227"/>
                      </a:lnTo>
                      <a:lnTo>
                        <a:pt x="563" y="226"/>
                      </a:lnTo>
                      <a:lnTo>
                        <a:pt x="565" y="226"/>
                      </a:lnTo>
                      <a:lnTo>
                        <a:pt x="566" y="226"/>
                      </a:lnTo>
                      <a:lnTo>
                        <a:pt x="567" y="226"/>
                      </a:lnTo>
                      <a:lnTo>
                        <a:pt x="569" y="226"/>
                      </a:lnTo>
                      <a:lnTo>
                        <a:pt x="570" y="226"/>
                      </a:lnTo>
                      <a:lnTo>
                        <a:pt x="572" y="226"/>
                      </a:lnTo>
                      <a:lnTo>
                        <a:pt x="573" y="226"/>
                      </a:lnTo>
                      <a:lnTo>
                        <a:pt x="574" y="226"/>
                      </a:lnTo>
                      <a:lnTo>
                        <a:pt x="576" y="226"/>
                      </a:lnTo>
                      <a:lnTo>
                        <a:pt x="577" y="226"/>
                      </a:lnTo>
                      <a:lnTo>
                        <a:pt x="579" y="226"/>
                      </a:lnTo>
                      <a:lnTo>
                        <a:pt x="580" y="226"/>
                      </a:lnTo>
                      <a:lnTo>
                        <a:pt x="581" y="225"/>
                      </a:lnTo>
                      <a:lnTo>
                        <a:pt x="583" y="225"/>
                      </a:lnTo>
                      <a:lnTo>
                        <a:pt x="584" y="203"/>
                      </a:lnTo>
                      <a:lnTo>
                        <a:pt x="586" y="226"/>
                      </a:lnTo>
                      <a:lnTo>
                        <a:pt x="587" y="225"/>
                      </a:lnTo>
                      <a:lnTo>
                        <a:pt x="588" y="224"/>
                      </a:lnTo>
                      <a:lnTo>
                        <a:pt x="590" y="224"/>
                      </a:lnTo>
                      <a:lnTo>
                        <a:pt x="591" y="223"/>
                      </a:lnTo>
                      <a:lnTo>
                        <a:pt x="593" y="223"/>
                      </a:lnTo>
                      <a:lnTo>
                        <a:pt x="594" y="223"/>
                      </a:lnTo>
                      <a:lnTo>
                        <a:pt x="595" y="222"/>
                      </a:lnTo>
                      <a:lnTo>
                        <a:pt x="597" y="222"/>
                      </a:lnTo>
                      <a:lnTo>
                        <a:pt x="598" y="222"/>
                      </a:lnTo>
                      <a:lnTo>
                        <a:pt x="600" y="221"/>
                      </a:lnTo>
                      <a:lnTo>
                        <a:pt x="601" y="221"/>
                      </a:lnTo>
                      <a:lnTo>
                        <a:pt x="603" y="221"/>
                      </a:lnTo>
                      <a:lnTo>
                        <a:pt x="604" y="220"/>
                      </a:lnTo>
                      <a:lnTo>
                        <a:pt x="605" y="220"/>
                      </a:lnTo>
                      <a:lnTo>
                        <a:pt x="607" y="220"/>
                      </a:lnTo>
                      <a:lnTo>
                        <a:pt x="608" y="219"/>
                      </a:lnTo>
                      <a:lnTo>
                        <a:pt x="610" y="219"/>
                      </a:lnTo>
                      <a:lnTo>
                        <a:pt x="611" y="219"/>
                      </a:lnTo>
                      <a:lnTo>
                        <a:pt x="612" y="218"/>
                      </a:lnTo>
                      <a:lnTo>
                        <a:pt x="614" y="218"/>
                      </a:lnTo>
                      <a:lnTo>
                        <a:pt x="615" y="218"/>
                      </a:lnTo>
                      <a:lnTo>
                        <a:pt x="617" y="217"/>
                      </a:lnTo>
                      <a:lnTo>
                        <a:pt x="618" y="217"/>
                      </a:lnTo>
                      <a:lnTo>
                        <a:pt x="619" y="217"/>
                      </a:lnTo>
                      <a:lnTo>
                        <a:pt x="621" y="217"/>
                      </a:lnTo>
                      <a:lnTo>
                        <a:pt x="622" y="216"/>
                      </a:lnTo>
                      <a:lnTo>
                        <a:pt x="624" y="216"/>
                      </a:lnTo>
                      <a:lnTo>
                        <a:pt x="625" y="216"/>
                      </a:lnTo>
                      <a:lnTo>
                        <a:pt x="626" y="215"/>
                      </a:lnTo>
                      <a:lnTo>
                        <a:pt x="628" y="215"/>
                      </a:lnTo>
                      <a:lnTo>
                        <a:pt x="629" y="215"/>
                      </a:lnTo>
                      <a:lnTo>
                        <a:pt x="631" y="215"/>
                      </a:lnTo>
                      <a:lnTo>
                        <a:pt x="632" y="214"/>
                      </a:lnTo>
                      <a:lnTo>
                        <a:pt x="633" y="214"/>
                      </a:lnTo>
                      <a:lnTo>
                        <a:pt x="635" y="214"/>
                      </a:lnTo>
                      <a:lnTo>
                        <a:pt x="636" y="214"/>
                      </a:lnTo>
                      <a:lnTo>
                        <a:pt x="638" y="213"/>
                      </a:lnTo>
                      <a:lnTo>
                        <a:pt x="639" y="213"/>
                      </a:lnTo>
                      <a:lnTo>
                        <a:pt x="640" y="213"/>
                      </a:lnTo>
                      <a:lnTo>
                        <a:pt x="642" y="213"/>
                      </a:lnTo>
                      <a:lnTo>
                        <a:pt x="643" y="212"/>
                      </a:lnTo>
                      <a:lnTo>
                        <a:pt x="645" y="212"/>
                      </a:lnTo>
                      <a:lnTo>
                        <a:pt x="646" y="212"/>
                      </a:lnTo>
                      <a:lnTo>
                        <a:pt x="647" y="212"/>
                      </a:lnTo>
                      <a:lnTo>
                        <a:pt x="649" y="211"/>
                      </a:lnTo>
                      <a:lnTo>
                        <a:pt x="650" y="211"/>
                      </a:lnTo>
                      <a:lnTo>
                        <a:pt x="652" y="211"/>
                      </a:lnTo>
                      <a:lnTo>
                        <a:pt x="653" y="211"/>
                      </a:lnTo>
                      <a:lnTo>
                        <a:pt x="654" y="211"/>
                      </a:lnTo>
                      <a:lnTo>
                        <a:pt x="656" y="210"/>
                      </a:lnTo>
                      <a:lnTo>
                        <a:pt x="657" y="210"/>
                      </a:lnTo>
                      <a:lnTo>
                        <a:pt x="659" y="210"/>
                      </a:lnTo>
                      <a:lnTo>
                        <a:pt x="660" y="210"/>
                      </a:lnTo>
                      <a:lnTo>
                        <a:pt x="661" y="210"/>
                      </a:lnTo>
                      <a:lnTo>
                        <a:pt x="663" y="209"/>
                      </a:lnTo>
                      <a:lnTo>
                        <a:pt x="664" y="209"/>
                      </a:lnTo>
                      <a:lnTo>
                        <a:pt x="666" y="209"/>
                      </a:lnTo>
                      <a:lnTo>
                        <a:pt x="667" y="209"/>
                      </a:lnTo>
                      <a:lnTo>
                        <a:pt x="669" y="209"/>
                      </a:lnTo>
                      <a:lnTo>
                        <a:pt x="670" y="208"/>
                      </a:lnTo>
                      <a:lnTo>
                        <a:pt x="671" y="208"/>
                      </a:lnTo>
                      <a:lnTo>
                        <a:pt x="673" y="208"/>
                      </a:lnTo>
                      <a:lnTo>
                        <a:pt x="674" y="208"/>
                      </a:lnTo>
                      <a:lnTo>
                        <a:pt x="676" y="208"/>
                      </a:lnTo>
                      <a:lnTo>
                        <a:pt x="677" y="207"/>
                      </a:lnTo>
                      <a:lnTo>
                        <a:pt x="678" y="207"/>
                      </a:lnTo>
                      <a:lnTo>
                        <a:pt x="680" y="207"/>
                      </a:lnTo>
                      <a:lnTo>
                        <a:pt x="681" y="207"/>
                      </a:lnTo>
                      <a:lnTo>
                        <a:pt x="683" y="207"/>
                      </a:lnTo>
                      <a:lnTo>
                        <a:pt x="684" y="206"/>
                      </a:lnTo>
                      <a:lnTo>
                        <a:pt x="685" y="206"/>
                      </a:lnTo>
                      <a:lnTo>
                        <a:pt x="687" y="206"/>
                      </a:lnTo>
                      <a:lnTo>
                        <a:pt x="688" y="206"/>
                      </a:lnTo>
                      <a:lnTo>
                        <a:pt x="690" y="206"/>
                      </a:lnTo>
                      <a:lnTo>
                        <a:pt x="691" y="206"/>
                      </a:lnTo>
                      <a:lnTo>
                        <a:pt x="692" y="205"/>
                      </a:lnTo>
                      <a:lnTo>
                        <a:pt x="694" y="205"/>
                      </a:lnTo>
                      <a:lnTo>
                        <a:pt x="695" y="205"/>
                      </a:lnTo>
                      <a:lnTo>
                        <a:pt x="697" y="205"/>
                      </a:lnTo>
                      <a:lnTo>
                        <a:pt x="698" y="205"/>
                      </a:lnTo>
                      <a:lnTo>
                        <a:pt x="699" y="205"/>
                      </a:lnTo>
                      <a:lnTo>
                        <a:pt x="701" y="204"/>
                      </a:lnTo>
                      <a:lnTo>
                        <a:pt x="702" y="204"/>
                      </a:lnTo>
                      <a:lnTo>
                        <a:pt x="704" y="204"/>
                      </a:lnTo>
                      <a:lnTo>
                        <a:pt x="705" y="204"/>
                      </a:lnTo>
                      <a:lnTo>
                        <a:pt x="706" y="204"/>
                      </a:lnTo>
                      <a:lnTo>
                        <a:pt x="708" y="204"/>
                      </a:lnTo>
                      <a:lnTo>
                        <a:pt x="709" y="204"/>
                      </a:lnTo>
                      <a:lnTo>
                        <a:pt x="711" y="203"/>
                      </a:lnTo>
                      <a:lnTo>
                        <a:pt x="712" y="203"/>
                      </a:lnTo>
                      <a:lnTo>
                        <a:pt x="713" y="203"/>
                      </a:lnTo>
                      <a:lnTo>
                        <a:pt x="715" y="203"/>
                      </a:lnTo>
                      <a:lnTo>
                        <a:pt x="716" y="203"/>
                      </a:lnTo>
                      <a:lnTo>
                        <a:pt x="718" y="203"/>
                      </a:lnTo>
                      <a:lnTo>
                        <a:pt x="719" y="202"/>
                      </a:lnTo>
                      <a:lnTo>
                        <a:pt x="720" y="202"/>
                      </a:lnTo>
                      <a:lnTo>
                        <a:pt x="722" y="202"/>
                      </a:lnTo>
                      <a:lnTo>
                        <a:pt x="723" y="202"/>
                      </a:lnTo>
                      <a:lnTo>
                        <a:pt x="725" y="202"/>
                      </a:lnTo>
                      <a:lnTo>
                        <a:pt x="726" y="202"/>
                      </a:lnTo>
                      <a:lnTo>
                        <a:pt x="728" y="202"/>
                      </a:lnTo>
                      <a:lnTo>
                        <a:pt x="729" y="201"/>
                      </a:lnTo>
                      <a:lnTo>
                        <a:pt x="730" y="201"/>
                      </a:lnTo>
                      <a:lnTo>
                        <a:pt x="732" y="201"/>
                      </a:lnTo>
                      <a:lnTo>
                        <a:pt x="733" y="201"/>
                      </a:lnTo>
                      <a:lnTo>
                        <a:pt x="735" y="201"/>
                      </a:lnTo>
                      <a:lnTo>
                        <a:pt x="736" y="201"/>
                      </a:lnTo>
                      <a:lnTo>
                        <a:pt x="737" y="201"/>
                      </a:lnTo>
                      <a:lnTo>
                        <a:pt x="739" y="200"/>
                      </a:lnTo>
                      <a:lnTo>
                        <a:pt x="740" y="200"/>
                      </a:lnTo>
                      <a:lnTo>
                        <a:pt x="742" y="200"/>
                      </a:lnTo>
                      <a:lnTo>
                        <a:pt x="743" y="200"/>
                      </a:lnTo>
                      <a:lnTo>
                        <a:pt x="744" y="200"/>
                      </a:lnTo>
                      <a:lnTo>
                        <a:pt x="746" y="200"/>
                      </a:lnTo>
                      <a:lnTo>
                        <a:pt x="747" y="200"/>
                      </a:lnTo>
                      <a:lnTo>
                        <a:pt x="749" y="199"/>
                      </a:lnTo>
                      <a:lnTo>
                        <a:pt x="750" y="199"/>
                      </a:lnTo>
                      <a:lnTo>
                        <a:pt x="751" y="199"/>
                      </a:lnTo>
                      <a:lnTo>
                        <a:pt x="753" y="199"/>
                      </a:lnTo>
                      <a:lnTo>
                        <a:pt x="754" y="199"/>
                      </a:lnTo>
                      <a:lnTo>
                        <a:pt x="756" y="199"/>
                      </a:lnTo>
                      <a:lnTo>
                        <a:pt x="757" y="199"/>
                      </a:lnTo>
                      <a:lnTo>
                        <a:pt x="758" y="199"/>
                      </a:lnTo>
                      <a:lnTo>
                        <a:pt x="760" y="198"/>
                      </a:lnTo>
                      <a:lnTo>
                        <a:pt x="761" y="198"/>
                      </a:lnTo>
                      <a:lnTo>
                        <a:pt x="763" y="198"/>
                      </a:lnTo>
                      <a:lnTo>
                        <a:pt x="764" y="198"/>
                      </a:lnTo>
                      <a:lnTo>
                        <a:pt x="765" y="198"/>
                      </a:lnTo>
                      <a:lnTo>
                        <a:pt x="767" y="198"/>
                      </a:lnTo>
                      <a:lnTo>
                        <a:pt x="768" y="198"/>
                      </a:lnTo>
                      <a:lnTo>
                        <a:pt x="770" y="198"/>
                      </a:lnTo>
                      <a:lnTo>
                        <a:pt x="771" y="197"/>
                      </a:lnTo>
                      <a:lnTo>
                        <a:pt x="772" y="197"/>
                      </a:lnTo>
                      <a:lnTo>
                        <a:pt x="774" y="197"/>
                      </a:lnTo>
                      <a:lnTo>
                        <a:pt x="775" y="197"/>
                      </a:lnTo>
                      <a:lnTo>
                        <a:pt x="777" y="197"/>
                      </a:lnTo>
                      <a:lnTo>
                        <a:pt x="778" y="197"/>
                      </a:lnTo>
                      <a:lnTo>
                        <a:pt x="779" y="197"/>
                      </a:lnTo>
                      <a:lnTo>
                        <a:pt x="781" y="197"/>
                      </a:lnTo>
                      <a:lnTo>
                        <a:pt x="782" y="197"/>
                      </a:lnTo>
                      <a:lnTo>
                        <a:pt x="784" y="196"/>
                      </a:lnTo>
                      <a:lnTo>
                        <a:pt x="785" y="196"/>
                      </a:lnTo>
                      <a:lnTo>
                        <a:pt x="786" y="196"/>
                      </a:lnTo>
                      <a:lnTo>
                        <a:pt x="788" y="196"/>
                      </a:lnTo>
                      <a:lnTo>
                        <a:pt x="789" y="196"/>
                      </a:lnTo>
                      <a:lnTo>
                        <a:pt x="791" y="196"/>
                      </a:lnTo>
                      <a:lnTo>
                        <a:pt x="792" y="196"/>
                      </a:lnTo>
                      <a:lnTo>
                        <a:pt x="794" y="196"/>
                      </a:lnTo>
                      <a:lnTo>
                        <a:pt x="795" y="196"/>
                      </a:lnTo>
                      <a:lnTo>
                        <a:pt x="796" y="195"/>
                      </a:lnTo>
                      <a:lnTo>
                        <a:pt x="798" y="195"/>
                      </a:lnTo>
                      <a:lnTo>
                        <a:pt x="799" y="195"/>
                      </a:lnTo>
                      <a:lnTo>
                        <a:pt x="801" y="195"/>
                      </a:lnTo>
                      <a:lnTo>
                        <a:pt x="802" y="195"/>
                      </a:lnTo>
                      <a:lnTo>
                        <a:pt x="803" y="195"/>
                      </a:lnTo>
                      <a:lnTo>
                        <a:pt x="805" y="195"/>
                      </a:lnTo>
                      <a:lnTo>
                        <a:pt x="806" y="195"/>
                      </a:lnTo>
                      <a:lnTo>
                        <a:pt x="808" y="195"/>
                      </a:lnTo>
                      <a:lnTo>
                        <a:pt x="809" y="194"/>
                      </a:lnTo>
                      <a:lnTo>
                        <a:pt x="810" y="194"/>
                      </a:lnTo>
                      <a:lnTo>
                        <a:pt x="812" y="194"/>
                      </a:lnTo>
                      <a:lnTo>
                        <a:pt x="813" y="194"/>
                      </a:lnTo>
                      <a:lnTo>
                        <a:pt x="815" y="194"/>
                      </a:lnTo>
                      <a:lnTo>
                        <a:pt x="816" y="194"/>
                      </a:lnTo>
                      <a:lnTo>
                        <a:pt x="817" y="194"/>
                      </a:lnTo>
                      <a:lnTo>
                        <a:pt x="819" y="194"/>
                      </a:lnTo>
                      <a:lnTo>
                        <a:pt x="820" y="194"/>
                      </a:lnTo>
                      <a:lnTo>
                        <a:pt x="822" y="194"/>
                      </a:lnTo>
                      <a:lnTo>
                        <a:pt x="823" y="193"/>
                      </a:lnTo>
                      <a:lnTo>
                        <a:pt x="824" y="193"/>
                      </a:lnTo>
                      <a:lnTo>
                        <a:pt x="826" y="193"/>
                      </a:lnTo>
                      <a:lnTo>
                        <a:pt x="827" y="193"/>
                      </a:lnTo>
                      <a:lnTo>
                        <a:pt x="829" y="193"/>
                      </a:lnTo>
                      <a:lnTo>
                        <a:pt x="830" y="193"/>
                      </a:lnTo>
                      <a:lnTo>
                        <a:pt x="831" y="193"/>
                      </a:lnTo>
                      <a:lnTo>
                        <a:pt x="833" y="193"/>
                      </a:lnTo>
                      <a:lnTo>
                        <a:pt x="834" y="193"/>
                      </a:lnTo>
                      <a:lnTo>
                        <a:pt x="836" y="192"/>
                      </a:lnTo>
                      <a:lnTo>
                        <a:pt x="837" y="192"/>
                      </a:lnTo>
                      <a:lnTo>
                        <a:pt x="838" y="192"/>
                      </a:lnTo>
                      <a:lnTo>
                        <a:pt x="840" y="192"/>
                      </a:lnTo>
                      <a:lnTo>
                        <a:pt x="841" y="192"/>
                      </a:lnTo>
                      <a:lnTo>
                        <a:pt x="843" y="192"/>
                      </a:lnTo>
                      <a:lnTo>
                        <a:pt x="844" y="192"/>
                      </a:lnTo>
                      <a:lnTo>
                        <a:pt x="845" y="192"/>
                      </a:lnTo>
                      <a:lnTo>
                        <a:pt x="847" y="192"/>
                      </a:lnTo>
                      <a:lnTo>
                        <a:pt x="848" y="192"/>
                      </a:lnTo>
                      <a:lnTo>
                        <a:pt x="850" y="192"/>
                      </a:lnTo>
                      <a:lnTo>
                        <a:pt x="851" y="191"/>
                      </a:lnTo>
                      <a:lnTo>
                        <a:pt x="852" y="191"/>
                      </a:lnTo>
                      <a:lnTo>
                        <a:pt x="854" y="191"/>
                      </a:lnTo>
                      <a:lnTo>
                        <a:pt x="855" y="191"/>
                      </a:lnTo>
                      <a:lnTo>
                        <a:pt x="857" y="191"/>
                      </a:lnTo>
                      <a:lnTo>
                        <a:pt x="858" y="191"/>
                      </a:lnTo>
                      <a:lnTo>
                        <a:pt x="860" y="191"/>
                      </a:lnTo>
                      <a:lnTo>
                        <a:pt x="861" y="191"/>
                      </a:lnTo>
                      <a:lnTo>
                        <a:pt x="862" y="191"/>
                      </a:lnTo>
                      <a:lnTo>
                        <a:pt x="864" y="191"/>
                      </a:lnTo>
                      <a:lnTo>
                        <a:pt x="865" y="191"/>
                      </a:lnTo>
                      <a:lnTo>
                        <a:pt x="867" y="190"/>
                      </a:lnTo>
                      <a:lnTo>
                        <a:pt x="868" y="190"/>
                      </a:lnTo>
                      <a:lnTo>
                        <a:pt x="869" y="190"/>
                      </a:lnTo>
                      <a:lnTo>
                        <a:pt x="871" y="190"/>
                      </a:lnTo>
                      <a:lnTo>
                        <a:pt x="872" y="190"/>
                      </a:lnTo>
                      <a:lnTo>
                        <a:pt x="874" y="190"/>
                      </a:lnTo>
                      <a:lnTo>
                        <a:pt x="875" y="190"/>
                      </a:lnTo>
                      <a:lnTo>
                        <a:pt x="876" y="190"/>
                      </a:lnTo>
                      <a:lnTo>
                        <a:pt x="878" y="190"/>
                      </a:lnTo>
                      <a:lnTo>
                        <a:pt x="879" y="190"/>
                      </a:lnTo>
                      <a:lnTo>
                        <a:pt x="881" y="190"/>
                      </a:lnTo>
                      <a:lnTo>
                        <a:pt x="882" y="189"/>
                      </a:lnTo>
                      <a:lnTo>
                        <a:pt x="883" y="189"/>
                      </a:lnTo>
                      <a:lnTo>
                        <a:pt x="885" y="189"/>
                      </a:lnTo>
                      <a:lnTo>
                        <a:pt x="886" y="189"/>
                      </a:lnTo>
                      <a:lnTo>
                        <a:pt x="888" y="189"/>
                      </a:lnTo>
                      <a:lnTo>
                        <a:pt x="889" y="189"/>
                      </a:lnTo>
                      <a:lnTo>
                        <a:pt x="890" y="189"/>
                      </a:lnTo>
                      <a:lnTo>
                        <a:pt x="892" y="189"/>
                      </a:lnTo>
                      <a:lnTo>
                        <a:pt x="893" y="189"/>
                      </a:lnTo>
                      <a:lnTo>
                        <a:pt x="895" y="189"/>
                      </a:lnTo>
                      <a:lnTo>
                        <a:pt x="896" y="189"/>
                      </a:lnTo>
                      <a:lnTo>
                        <a:pt x="897" y="188"/>
                      </a:lnTo>
                      <a:lnTo>
                        <a:pt x="899" y="188"/>
                      </a:lnTo>
                      <a:lnTo>
                        <a:pt x="900" y="188"/>
                      </a:lnTo>
                      <a:lnTo>
                        <a:pt x="902" y="188"/>
                      </a:lnTo>
                      <a:lnTo>
                        <a:pt x="903" y="188"/>
                      </a:lnTo>
                      <a:lnTo>
                        <a:pt x="904" y="188"/>
                      </a:lnTo>
                      <a:lnTo>
                        <a:pt x="906" y="188"/>
                      </a:lnTo>
                      <a:lnTo>
                        <a:pt x="907" y="188"/>
                      </a:lnTo>
                      <a:lnTo>
                        <a:pt x="909" y="188"/>
                      </a:lnTo>
                      <a:lnTo>
                        <a:pt x="910" y="188"/>
                      </a:lnTo>
                      <a:lnTo>
                        <a:pt x="911" y="188"/>
                      </a:lnTo>
                      <a:lnTo>
                        <a:pt x="913" y="188"/>
                      </a:lnTo>
                      <a:lnTo>
                        <a:pt x="914" y="188"/>
                      </a:lnTo>
                      <a:lnTo>
                        <a:pt x="916" y="187"/>
                      </a:lnTo>
                      <a:lnTo>
                        <a:pt x="917" y="187"/>
                      </a:lnTo>
                      <a:lnTo>
                        <a:pt x="919" y="187"/>
                      </a:lnTo>
                      <a:lnTo>
                        <a:pt x="920" y="187"/>
                      </a:lnTo>
                      <a:lnTo>
                        <a:pt x="921" y="187"/>
                      </a:lnTo>
                      <a:lnTo>
                        <a:pt x="923" y="187"/>
                      </a:lnTo>
                      <a:lnTo>
                        <a:pt x="924" y="187"/>
                      </a:lnTo>
                      <a:lnTo>
                        <a:pt x="926" y="187"/>
                      </a:lnTo>
                      <a:lnTo>
                        <a:pt x="927" y="187"/>
                      </a:lnTo>
                      <a:lnTo>
                        <a:pt x="928" y="187"/>
                      </a:lnTo>
                      <a:lnTo>
                        <a:pt x="930" y="187"/>
                      </a:lnTo>
                      <a:lnTo>
                        <a:pt x="931" y="187"/>
                      </a:lnTo>
                      <a:lnTo>
                        <a:pt x="933" y="186"/>
                      </a:lnTo>
                      <a:lnTo>
                        <a:pt x="934" y="186"/>
                      </a:lnTo>
                      <a:lnTo>
                        <a:pt x="935" y="186"/>
                      </a:lnTo>
                      <a:lnTo>
                        <a:pt x="937" y="186"/>
                      </a:lnTo>
                      <a:lnTo>
                        <a:pt x="938" y="186"/>
                      </a:lnTo>
                      <a:lnTo>
                        <a:pt x="940" y="186"/>
                      </a:lnTo>
                      <a:lnTo>
                        <a:pt x="941" y="186"/>
                      </a:lnTo>
                      <a:lnTo>
                        <a:pt x="942" y="186"/>
                      </a:lnTo>
                      <a:lnTo>
                        <a:pt x="944" y="186"/>
                      </a:lnTo>
                      <a:lnTo>
                        <a:pt x="945" y="186"/>
                      </a:lnTo>
                      <a:lnTo>
                        <a:pt x="947" y="186"/>
                      </a:lnTo>
                      <a:lnTo>
                        <a:pt x="948" y="186"/>
                      </a:lnTo>
                      <a:lnTo>
                        <a:pt x="949" y="186"/>
                      </a:lnTo>
                      <a:lnTo>
                        <a:pt x="951" y="185"/>
                      </a:lnTo>
                      <a:lnTo>
                        <a:pt x="952" y="185"/>
                      </a:lnTo>
                      <a:lnTo>
                        <a:pt x="954" y="185"/>
                      </a:lnTo>
                      <a:lnTo>
                        <a:pt x="955" y="185"/>
                      </a:lnTo>
                      <a:lnTo>
                        <a:pt x="956" y="185"/>
                      </a:lnTo>
                      <a:lnTo>
                        <a:pt x="958" y="185"/>
                      </a:lnTo>
                      <a:lnTo>
                        <a:pt x="959" y="185"/>
                      </a:lnTo>
                      <a:lnTo>
                        <a:pt x="961" y="185"/>
                      </a:lnTo>
                      <a:lnTo>
                        <a:pt x="962" y="185"/>
                      </a:lnTo>
                      <a:lnTo>
                        <a:pt x="963" y="185"/>
                      </a:lnTo>
                      <a:lnTo>
                        <a:pt x="965" y="185"/>
                      </a:lnTo>
                      <a:lnTo>
                        <a:pt x="966" y="185"/>
                      </a:lnTo>
                      <a:lnTo>
                        <a:pt x="968" y="185"/>
                      </a:lnTo>
                      <a:lnTo>
                        <a:pt x="969" y="185"/>
                      </a:lnTo>
                      <a:lnTo>
                        <a:pt x="970" y="184"/>
                      </a:lnTo>
                      <a:lnTo>
                        <a:pt x="972" y="184"/>
                      </a:lnTo>
                      <a:lnTo>
                        <a:pt x="973" y="184"/>
                      </a:lnTo>
                      <a:lnTo>
                        <a:pt x="975" y="184"/>
                      </a:lnTo>
                      <a:lnTo>
                        <a:pt x="976" y="184"/>
                      </a:lnTo>
                      <a:lnTo>
                        <a:pt x="977" y="184"/>
                      </a:lnTo>
                      <a:lnTo>
                        <a:pt x="979" y="184"/>
                      </a:lnTo>
                      <a:lnTo>
                        <a:pt x="980" y="184"/>
                      </a:lnTo>
                      <a:lnTo>
                        <a:pt x="982" y="184"/>
                      </a:lnTo>
                      <a:lnTo>
                        <a:pt x="983" y="184"/>
                      </a:lnTo>
                      <a:lnTo>
                        <a:pt x="985" y="184"/>
                      </a:lnTo>
                      <a:lnTo>
                        <a:pt x="986" y="184"/>
                      </a:lnTo>
                      <a:lnTo>
                        <a:pt x="987" y="184"/>
                      </a:lnTo>
                      <a:lnTo>
                        <a:pt x="989" y="184"/>
                      </a:lnTo>
                      <a:lnTo>
                        <a:pt x="990" y="183"/>
                      </a:lnTo>
                      <a:lnTo>
                        <a:pt x="992" y="183"/>
                      </a:lnTo>
                      <a:lnTo>
                        <a:pt x="993" y="183"/>
                      </a:lnTo>
                      <a:lnTo>
                        <a:pt x="994" y="183"/>
                      </a:lnTo>
                      <a:lnTo>
                        <a:pt x="996" y="183"/>
                      </a:lnTo>
                      <a:lnTo>
                        <a:pt x="997" y="183"/>
                      </a:lnTo>
                      <a:lnTo>
                        <a:pt x="999" y="183"/>
                      </a:lnTo>
                      <a:lnTo>
                        <a:pt x="1000" y="183"/>
                      </a:lnTo>
                      <a:lnTo>
                        <a:pt x="1001" y="183"/>
                      </a:lnTo>
                      <a:lnTo>
                        <a:pt x="1003" y="183"/>
                      </a:lnTo>
                      <a:lnTo>
                        <a:pt x="1004" y="183"/>
                      </a:lnTo>
                      <a:lnTo>
                        <a:pt x="1006" y="183"/>
                      </a:lnTo>
                      <a:lnTo>
                        <a:pt x="1007" y="183"/>
                      </a:lnTo>
                      <a:lnTo>
                        <a:pt x="1008" y="183"/>
                      </a:lnTo>
                      <a:lnTo>
                        <a:pt x="1010" y="183"/>
                      </a:lnTo>
                      <a:lnTo>
                        <a:pt x="1011" y="182"/>
                      </a:lnTo>
                      <a:lnTo>
                        <a:pt x="1013" y="182"/>
                      </a:lnTo>
                      <a:lnTo>
                        <a:pt x="1014" y="182"/>
                      </a:lnTo>
                      <a:lnTo>
                        <a:pt x="1015" y="182"/>
                      </a:lnTo>
                      <a:lnTo>
                        <a:pt x="1017" y="182"/>
                      </a:lnTo>
                      <a:lnTo>
                        <a:pt x="1018" y="182"/>
                      </a:lnTo>
                      <a:lnTo>
                        <a:pt x="1020" y="182"/>
                      </a:lnTo>
                      <a:lnTo>
                        <a:pt x="1021" y="182"/>
                      </a:lnTo>
                      <a:lnTo>
                        <a:pt x="1022" y="182"/>
                      </a:lnTo>
                      <a:lnTo>
                        <a:pt x="1024" y="182"/>
                      </a:lnTo>
                      <a:lnTo>
                        <a:pt x="1025" y="182"/>
                      </a:lnTo>
                      <a:lnTo>
                        <a:pt x="1027" y="182"/>
                      </a:lnTo>
                      <a:lnTo>
                        <a:pt x="1028" y="182"/>
                      </a:lnTo>
                      <a:lnTo>
                        <a:pt x="1029" y="182"/>
                      </a:lnTo>
                      <a:lnTo>
                        <a:pt x="1031" y="182"/>
                      </a:lnTo>
                      <a:lnTo>
                        <a:pt x="1032" y="182"/>
                      </a:lnTo>
                      <a:lnTo>
                        <a:pt x="1034" y="181"/>
                      </a:lnTo>
                      <a:lnTo>
                        <a:pt x="1035" y="181"/>
                      </a:lnTo>
                      <a:lnTo>
                        <a:pt x="1036" y="181"/>
                      </a:lnTo>
                      <a:lnTo>
                        <a:pt x="1038" y="181"/>
                      </a:lnTo>
                      <a:lnTo>
                        <a:pt x="1039" y="181"/>
                      </a:lnTo>
                      <a:lnTo>
                        <a:pt x="1041" y="181"/>
                      </a:lnTo>
                      <a:lnTo>
                        <a:pt x="1042" y="181"/>
                      </a:lnTo>
                      <a:lnTo>
                        <a:pt x="1043" y="181"/>
                      </a:lnTo>
                      <a:lnTo>
                        <a:pt x="1045" y="181"/>
                      </a:lnTo>
                      <a:lnTo>
                        <a:pt x="1046" y="181"/>
                      </a:lnTo>
                      <a:lnTo>
                        <a:pt x="1048" y="181"/>
                      </a:lnTo>
                      <a:lnTo>
                        <a:pt x="1049" y="181"/>
                      </a:lnTo>
                      <a:lnTo>
                        <a:pt x="1051" y="181"/>
                      </a:lnTo>
                      <a:lnTo>
                        <a:pt x="1052" y="181"/>
                      </a:lnTo>
                      <a:lnTo>
                        <a:pt x="1053" y="181"/>
                      </a:lnTo>
                      <a:lnTo>
                        <a:pt x="1055" y="181"/>
                      </a:lnTo>
                      <a:lnTo>
                        <a:pt x="1056" y="180"/>
                      </a:lnTo>
                      <a:lnTo>
                        <a:pt x="1058" y="180"/>
                      </a:lnTo>
                      <a:lnTo>
                        <a:pt x="1059" y="180"/>
                      </a:lnTo>
                      <a:lnTo>
                        <a:pt x="1060" y="180"/>
                      </a:lnTo>
                      <a:lnTo>
                        <a:pt x="1062" y="180"/>
                      </a:lnTo>
                      <a:lnTo>
                        <a:pt x="1063" y="180"/>
                      </a:lnTo>
                      <a:lnTo>
                        <a:pt x="1065" y="180"/>
                      </a:lnTo>
                      <a:lnTo>
                        <a:pt x="1066" y="180"/>
                      </a:lnTo>
                      <a:lnTo>
                        <a:pt x="1067" y="180"/>
                      </a:lnTo>
                      <a:lnTo>
                        <a:pt x="1069" y="180"/>
                      </a:lnTo>
                      <a:lnTo>
                        <a:pt x="1070" y="180"/>
                      </a:lnTo>
                      <a:lnTo>
                        <a:pt x="1072" y="180"/>
                      </a:lnTo>
                      <a:lnTo>
                        <a:pt x="1073" y="180"/>
                      </a:lnTo>
                      <a:lnTo>
                        <a:pt x="1074" y="180"/>
                      </a:lnTo>
                      <a:lnTo>
                        <a:pt x="1076" y="180"/>
                      </a:lnTo>
                      <a:lnTo>
                        <a:pt x="1077" y="180"/>
                      </a:lnTo>
                      <a:lnTo>
                        <a:pt x="1079" y="180"/>
                      </a:lnTo>
                      <a:lnTo>
                        <a:pt x="1080" y="179"/>
                      </a:lnTo>
                      <a:lnTo>
                        <a:pt x="1081" y="179"/>
                      </a:lnTo>
                      <a:lnTo>
                        <a:pt x="1083" y="179"/>
                      </a:lnTo>
                      <a:lnTo>
                        <a:pt x="1084" y="179"/>
                      </a:lnTo>
                      <a:lnTo>
                        <a:pt x="1086" y="179"/>
                      </a:lnTo>
                      <a:lnTo>
                        <a:pt x="1087" y="179"/>
                      </a:lnTo>
                      <a:lnTo>
                        <a:pt x="1088" y="179"/>
                      </a:lnTo>
                      <a:lnTo>
                        <a:pt x="1090" y="179"/>
                      </a:lnTo>
                      <a:lnTo>
                        <a:pt x="1091" y="179"/>
                      </a:lnTo>
                      <a:lnTo>
                        <a:pt x="1093" y="179"/>
                      </a:lnTo>
                      <a:lnTo>
                        <a:pt x="1094" y="179"/>
                      </a:lnTo>
                      <a:lnTo>
                        <a:pt x="1095" y="179"/>
                      </a:lnTo>
                      <a:lnTo>
                        <a:pt x="1097" y="179"/>
                      </a:lnTo>
                      <a:lnTo>
                        <a:pt x="1098" y="179"/>
                      </a:lnTo>
                      <a:lnTo>
                        <a:pt x="1100" y="179"/>
                      </a:lnTo>
                      <a:lnTo>
                        <a:pt x="1101" y="179"/>
                      </a:lnTo>
                      <a:lnTo>
                        <a:pt x="1102" y="179"/>
                      </a:lnTo>
                      <a:lnTo>
                        <a:pt x="1104" y="178"/>
                      </a:lnTo>
                      <a:lnTo>
                        <a:pt x="1105" y="178"/>
                      </a:lnTo>
                      <a:lnTo>
                        <a:pt x="1107" y="178"/>
                      </a:lnTo>
                      <a:lnTo>
                        <a:pt x="1108" y="178"/>
                      </a:lnTo>
                      <a:lnTo>
                        <a:pt x="1110" y="178"/>
                      </a:lnTo>
                      <a:lnTo>
                        <a:pt x="1111" y="178"/>
                      </a:lnTo>
                      <a:lnTo>
                        <a:pt x="1112" y="178"/>
                      </a:lnTo>
                      <a:lnTo>
                        <a:pt x="1114" y="178"/>
                      </a:lnTo>
                      <a:lnTo>
                        <a:pt x="1115" y="178"/>
                      </a:lnTo>
                      <a:lnTo>
                        <a:pt x="1117" y="178"/>
                      </a:lnTo>
                      <a:lnTo>
                        <a:pt x="1118" y="178"/>
                      </a:lnTo>
                      <a:lnTo>
                        <a:pt x="1119" y="178"/>
                      </a:lnTo>
                      <a:lnTo>
                        <a:pt x="1121" y="178"/>
                      </a:lnTo>
                      <a:lnTo>
                        <a:pt x="1122" y="178"/>
                      </a:lnTo>
                      <a:lnTo>
                        <a:pt x="1124" y="178"/>
                      </a:lnTo>
                      <a:lnTo>
                        <a:pt x="1125" y="178"/>
                      </a:lnTo>
                      <a:lnTo>
                        <a:pt x="1126" y="178"/>
                      </a:lnTo>
                      <a:lnTo>
                        <a:pt x="1128" y="178"/>
                      </a:lnTo>
                      <a:lnTo>
                        <a:pt x="1129" y="177"/>
                      </a:lnTo>
                      <a:lnTo>
                        <a:pt x="1131" y="177"/>
                      </a:lnTo>
                      <a:lnTo>
                        <a:pt x="1132" y="177"/>
                      </a:lnTo>
                      <a:lnTo>
                        <a:pt x="1133" y="177"/>
                      </a:lnTo>
                      <a:lnTo>
                        <a:pt x="1135" y="177"/>
                      </a:lnTo>
                      <a:lnTo>
                        <a:pt x="1136" y="177"/>
                      </a:lnTo>
                      <a:lnTo>
                        <a:pt x="1138" y="177"/>
                      </a:lnTo>
                      <a:lnTo>
                        <a:pt x="1139" y="177"/>
                      </a:lnTo>
                      <a:lnTo>
                        <a:pt x="1140" y="177"/>
                      </a:lnTo>
                      <a:lnTo>
                        <a:pt x="1142" y="177"/>
                      </a:lnTo>
                      <a:lnTo>
                        <a:pt x="1143" y="177"/>
                      </a:lnTo>
                      <a:lnTo>
                        <a:pt x="1145" y="177"/>
                      </a:lnTo>
                      <a:lnTo>
                        <a:pt x="1146" y="177"/>
                      </a:lnTo>
                      <a:lnTo>
                        <a:pt x="1147" y="177"/>
                      </a:lnTo>
                      <a:lnTo>
                        <a:pt x="1149" y="177"/>
                      </a:lnTo>
                      <a:lnTo>
                        <a:pt x="1150" y="177"/>
                      </a:lnTo>
                      <a:lnTo>
                        <a:pt x="1152" y="177"/>
                      </a:lnTo>
                      <a:lnTo>
                        <a:pt x="1153" y="177"/>
                      </a:lnTo>
                      <a:lnTo>
                        <a:pt x="1154" y="177"/>
                      </a:lnTo>
                      <a:lnTo>
                        <a:pt x="1156" y="177"/>
                      </a:lnTo>
                      <a:lnTo>
                        <a:pt x="1157" y="176"/>
                      </a:lnTo>
                      <a:lnTo>
                        <a:pt x="1159" y="176"/>
                      </a:lnTo>
                      <a:lnTo>
                        <a:pt x="1160" y="176"/>
                      </a:lnTo>
                      <a:lnTo>
                        <a:pt x="1161" y="176"/>
                      </a:lnTo>
                      <a:lnTo>
                        <a:pt x="1163" y="176"/>
                      </a:lnTo>
                      <a:lnTo>
                        <a:pt x="1164" y="176"/>
                      </a:lnTo>
                      <a:lnTo>
                        <a:pt x="1166" y="176"/>
                      </a:lnTo>
                      <a:lnTo>
                        <a:pt x="1167" y="176"/>
                      </a:lnTo>
                      <a:lnTo>
                        <a:pt x="1168" y="176"/>
                      </a:lnTo>
                      <a:lnTo>
                        <a:pt x="1170" y="176"/>
                      </a:lnTo>
                      <a:lnTo>
                        <a:pt x="1171" y="176"/>
                      </a:lnTo>
                      <a:lnTo>
                        <a:pt x="1173" y="176"/>
                      </a:lnTo>
                      <a:lnTo>
                        <a:pt x="1174" y="176"/>
                      </a:lnTo>
                      <a:lnTo>
                        <a:pt x="1176" y="176"/>
                      </a:lnTo>
                      <a:lnTo>
                        <a:pt x="1177" y="176"/>
                      </a:lnTo>
                      <a:lnTo>
                        <a:pt x="1178" y="176"/>
                      </a:lnTo>
                      <a:lnTo>
                        <a:pt x="1180" y="176"/>
                      </a:lnTo>
                      <a:lnTo>
                        <a:pt x="1181" y="176"/>
                      </a:lnTo>
                      <a:lnTo>
                        <a:pt x="1183" y="176"/>
                      </a:lnTo>
                      <a:lnTo>
                        <a:pt x="1184" y="175"/>
                      </a:lnTo>
                      <a:lnTo>
                        <a:pt x="1185" y="175"/>
                      </a:lnTo>
                      <a:lnTo>
                        <a:pt x="1187" y="175"/>
                      </a:lnTo>
                      <a:lnTo>
                        <a:pt x="1188" y="175"/>
                      </a:lnTo>
                      <a:lnTo>
                        <a:pt x="1190" y="175"/>
                      </a:lnTo>
                      <a:lnTo>
                        <a:pt x="1191" y="175"/>
                      </a:lnTo>
                      <a:lnTo>
                        <a:pt x="1192" y="175"/>
                      </a:lnTo>
                      <a:lnTo>
                        <a:pt x="1194" y="175"/>
                      </a:lnTo>
                      <a:lnTo>
                        <a:pt x="1195" y="175"/>
                      </a:lnTo>
                      <a:lnTo>
                        <a:pt x="1197" y="175"/>
                      </a:lnTo>
                      <a:lnTo>
                        <a:pt x="1198" y="175"/>
                      </a:lnTo>
                      <a:lnTo>
                        <a:pt x="1199" y="175"/>
                      </a:lnTo>
                      <a:lnTo>
                        <a:pt x="1201" y="175"/>
                      </a:lnTo>
                      <a:lnTo>
                        <a:pt x="1202" y="175"/>
                      </a:lnTo>
                      <a:lnTo>
                        <a:pt x="1204" y="175"/>
                      </a:lnTo>
                      <a:lnTo>
                        <a:pt x="1205" y="175"/>
                      </a:lnTo>
                      <a:lnTo>
                        <a:pt x="1206" y="175"/>
                      </a:lnTo>
                      <a:lnTo>
                        <a:pt x="1208" y="175"/>
                      </a:lnTo>
                      <a:lnTo>
                        <a:pt x="1209" y="175"/>
                      </a:lnTo>
                      <a:lnTo>
                        <a:pt x="1211" y="175"/>
                      </a:lnTo>
                      <a:lnTo>
                        <a:pt x="1212" y="175"/>
                      </a:lnTo>
                      <a:lnTo>
                        <a:pt x="1213" y="174"/>
                      </a:lnTo>
                      <a:lnTo>
                        <a:pt x="1215" y="174"/>
                      </a:lnTo>
                      <a:lnTo>
                        <a:pt x="1216" y="174"/>
                      </a:lnTo>
                      <a:lnTo>
                        <a:pt x="1218" y="174"/>
                      </a:lnTo>
                      <a:lnTo>
                        <a:pt x="1219" y="174"/>
                      </a:lnTo>
                      <a:lnTo>
                        <a:pt x="1220" y="174"/>
                      </a:lnTo>
                      <a:lnTo>
                        <a:pt x="1222" y="174"/>
                      </a:lnTo>
                      <a:lnTo>
                        <a:pt x="1223" y="174"/>
                      </a:lnTo>
                      <a:lnTo>
                        <a:pt x="1225" y="174"/>
                      </a:lnTo>
                      <a:lnTo>
                        <a:pt x="1226" y="174"/>
                      </a:lnTo>
                      <a:lnTo>
                        <a:pt x="1227" y="174"/>
                      </a:lnTo>
                      <a:lnTo>
                        <a:pt x="1229" y="174"/>
                      </a:lnTo>
                      <a:lnTo>
                        <a:pt x="1230" y="174"/>
                      </a:lnTo>
                      <a:lnTo>
                        <a:pt x="1232" y="174"/>
                      </a:lnTo>
                      <a:lnTo>
                        <a:pt x="1233" y="174"/>
                      </a:lnTo>
                      <a:lnTo>
                        <a:pt x="1235" y="174"/>
                      </a:lnTo>
                      <a:lnTo>
                        <a:pt x="1236" y="174"/>
                      </a:lnTo>
                      <a:lnTo>
                        <a:pt x="1237" y="174"/>
                      </a:lnTo>
                      <a:lnTo>
                        <a:pt x="1239" y="174"/>
                      </a:lnTo>
                      <a:lnTo>
                        <a:pt x="1240" y="174"/>
                      </a:lnTo>
                      <a:lnTo>
                        <a:pt x="1242" y="174"/>
                      </a:lnTo>
                      <a:lnTo>
                        <a:pt x="1243" y="173"/>
                      </a:lnTo>
                      <a:lnTo>
                        <a:pt x="1244" y="173"/>
                      </a:lnTo>
                      <a:lnTo>
                        <a:pt x="1246" y="173"/>
                      </a:lnTo>
                      <a:lnTo>
                        <a:pt x="1247" y="173"/>
                      </a:lnTo>
                      <a:lnTo>
                        <a:pt x="1249" y="173"/>
                      </a:lnTo>
                      <a:lnTo>
                        <a:pt x="1250" y="173"/>
                      </a:lnTo>
                      <a:lnTo>
                        <a:pt x="1251" y="173"/>
                      </a:lnTo>
                      <a:lnTo>
                        <a:pt x="1253" y="173"/>
                      </a:lnTo>
                      <a:lnTo>
                        <a:pt x="1254" y="173"/>
                      </a:lnTo>
                      <a:lnTo>
                        <a:pt x="1256" y="173"/>
                      </a:lnTo>
                      <a:lnTo>
                        <a:pt x="1257" y="173"/>
                      </a:lnTo>
                      <a:lnTo>
                        <a:pt x="1258" y="173"/>
                      </a:lnTo>
                      <a:lnTo>
                        <a:pt x="1260" y="173"/>
                      </a:lnTo>
                      <a:lnTo>
                        <a:pt x="1261" y="173"/>
                      </a:lnTo>
                      <a:lnTo>
                        <a:pt x="1263" y="173"/>
                      </a:lnTo>
                      <a:lnTo>
                        <a:pt x="1264" y="173"/>
                      </a:lnTo>
                      <a:lnTo>
                        <a:pt x="1265" y="173"/>
                      </a:lnTo>
                      <a:lnTo>
                        <a:pt x="1267" y="173"/>
                      </a:lnTo>
                      <a:lnTo>
                        <a:pt x="1268" y="173"/>
                      </a:lnTo>
                      <a:lnTo>
                        <a:pt x="1270" y="173"/>
                      </a:lnTo>
                      <a:lnTo>
                        <a:pt x="1271" y="173"/>
                      </a:lnTo>
                      <a:lnTo>
                        <a:pt x="1272" y="173"/>
                      </a:lnTo>
                      <a:lnTo>
                        <a:pt x="1274" y="172"/>
                      </a:lnTo>
                      <a:lnTo>
                        <a:pt x="1275" y="172"/>
                      </a:lnTo>
                      <a:lnTo>
                        <a:pt x="1277" y="172"/>
                      </a:lnTo>
                      <a:lnTo>
                        <a:pt x="1278" y="172"/>
                      </a:lnTo>
                      <a:lnTo>
                        <a:pt x="1279" y="172"/>
                      </a:lnTo>
                      <a:lnTo>
                        <a:pt x="1281" y="172"/>
                      </a:lnTo>
                      <a:lnTo>
                        <a:pt x="1282" y="172"/>
                      </a:lnTo>
                      <a:lnTo>
                        <a:pt x="1284" y="172"/>
                      </a:lnTo>
                      <a:lnTo>
                        <a:pt x="1285" y="172"/>
                      </a:lnTo>
                      <a:lnTo>
                        <a:pt x="1286" y="172"/>
                      </a:lnTo>
                      <a:lnTo>
                        <a:pt x="1288" y="172"/>
                      </a:lnTo>
                      <a:lnTo>
                        <a:pt x="1289" y="172"/>
                      </a:lnTo>
                      <a:lnTo>
                        <a:pt x="1291" y="172"/>
                      </a:lnTo>
                      <a:lnTo>
                        <a:pt x="1292" y="172"/>
                      </a:lnTo>
                      <a:lnTo>
                        <a:pt x="1293" y="172"/>
                      </a:lnTo>
                      <a:lnTo>
                        <a:pt x="1295" y="172"/>
                      </a:lnTo>
                      <a:lnTo>
                        <a:pt x="1296" y="172"/>
                      </a:lnTo>
                      <a:lnTo>
                        <a:pt x="1298" y="172"/>
                      </a:lnTo>
                      <a:lnTo>
                        <a:pt x="1299" y="172"/>
                      </a:lnTo>
                      <a:lnTo>
                        <a:pt x="1301" y="172"/>
                      </a:lnTo>
                      <a:lnTo>
                        <a:pt x="1302" y="172"/>
                      </a:lnTo>
                      <a:lnTo>
                        <a:pt x="1303" y="172"/>
                      </a:lnTo>
                      <a:lnTo>
                        <a:pt x="1305" y="172"/>
                      </a:lnTo>
                      <a:lnTo>
                        <a:pt x="1306" y="172"/>
                      </a:lnTo>
                      <a:lnTo>
                        <a:pt x="1308" y="171"/>
                      </a:lnTo>
                      <a:lnTo>
                        <a:pt x="1309" y="171"/>
                      </a:lnTo>
                      <a:lnTo>
                        <a:pt x="1310" y="171"/>
                      </a:lnTo>
                      <a:lnTo>
                        <a:pt x="1312" y="171"/>
                      </a:lnTo>
                      <a:lnTo>
                        <a:pt x="1313" y="171"/>
                      </a:lnTo>
                      <a:lnTo>
                        <a:pt x="1315" y="171"/>
                      </a:lnTo>
                      <a:lnTo>
                        <a:pt x="1316" y="171"/>
                      </a:lnTo>
                      <a:lnTo>
                        <a:pt x="1317" y="171"/>
                      </a:lnTo>
                      <a:lnTo>
                        <a:pt x="1319" y="171"/>
                      </a:lnTo>
                      <a:lnTo>
                        <a:pt x="1320" y="171"/>
                      </a:lnTo>
                      <a:lnTo>
                        <a:pt x="1322" y="171"/>
                      </a:lnTo>
                      <a:lnTo>
                        <a:pt x="1323" y="171"/>
                      </a:lnTo>
                      <a:lnTo>
                        <a:pt x="1324" y="171"/>
                      </a:lnTo>
                      <a:lnTo>
                        <a:pt x="1326" y="171"/>
                      </a:lnTo>
                      <a:lnTo>
                        <a:pt x="1327" y="171"/>
                      </a:lnTo>
                      <a:lnTo>
                        <a:pt x="1329" y="171"/>
                      </a:lnTo>
                      <a:lnTo>
                        <a:pt x="1330" y="171"/>
                      </a:lnTo>
                      <a:lnTo>
                        <a:pt x="1331" y="171"/>
                      </a:lnTo>
                      <a:lnTo>
                        <a:pt x="1333" y="171"/>
                      </a:lnTo>
                      <a:lnTo>
                        <a:pt x="1334" y="171"/>
                      </a:lnTo>
                      <a:lnTo>
                        <a:pt x="1336" y="171"/>
                      </a:lnTo>
                      <a:lnTo>
                        <a:pt x="1337" y="171"/>
                      </a:lnTo>
                      <a:lnTo>
                        <a:pt x="1338" y="171"/>
                      </a:lnTo>
                      <a:lnTo>
                        <a:pt x="1340" y="170"/>
                      </a:lnTo>
                      <a:lnTo>
                        <a:pt x="1341" y="170"/>
                      </a:lnTo>
                      <a:lnTo>
                        <a:pt x="1343" y="170"/>
                      </a:lnTo>
                      <a:lnTo>
                        <a:pt x="1344" y="170"/>
                      </a:lnTo>
                      <a:lnTo>
                        <a:pt x="1345" y="170"/>
                      </a:lnTo>
                      <a:lnTo>
                        <a:pt x="1347" y="170"/>
                      </a:lnTo>
                      <a:lnTo>
                        <a:pt x="1348" y="170"/>
                      </a:lnTo>
                      <a:lnTo>
                        <a:pt x="1350" y="170"/>
                      </a:lnTo>
                      <a:lnTo>
                        <a:pt x="1351" y="170"/>
                      </a:lnTo>
                      <a:lnTo>
                        <a:pt x="1352" y="170"/>
                      </a:lnTo>
                      <a:lnTo>
                        <a:pt x="1354" y="170"/>
                      </a:lnTo>
                      <a:lnTo>
                        <a:pt x="1355" y="170"/>
                      </a:lnTo>
                      <a:lnTo>
                        <a:pt x="1357" y="170"/>
                      </a:lnTo>
                      <a:lnTo>
                        <a:pt x="1358" y="170"/>
                      </a:lnTo>
                      <a:lnTo>
                        <a:pt x="1359" y="170"/>
                      </a:lnTo>
                      <a:lnTo>
                        <a:pt x="1361" y="170"/>
                      </a:lnTo>
                      <a:lnTo>
                        <a:pt x="1362" y="170"/>
                      </a:lnTo>
                      <a:lnTo>
                        <a:pt x="1364" y="170"/>
                      </a:lnTo>
                      <a:lnTo>
                        <a:pt x="1365" y="170"/>
                      </a:lnTo>
                      <a:lnTo>
                        <a:pt x="1367" y="170"/>
                      </a:lnTo>
                      <a:lnTo>
                        <a:pt x="1368" y="170"/>
                      </a:lnTo>
                      <a:lnTo>
                        <a:pt x="1369" y="170"/>
                      </a:lnTo>
                      <a:lnTo>
                        <a:pt x="1371" y="170"/>
                      </a:lnTo>
                      <a:lnTo>
                        <a:pt x="1372" y="170"/>
                      </a:lnTo>
                      <a:lnTo>
                        <a:pt x="1374" y="170"/>
                      </a:lnTo>
                      <a:lnTo>
                        <a:pt x="1375" y="170"/>
                      </a:lnTo>
                      <a:lnTo>
                        <a:pt x="1376" y="170"/>
                      </a:lnTo>
                      <a:lnTo>
                        <a:pt x="1378" y="169"/>
                      </a:lnTo>
                      <a:lnTo>
                        <a:pt x="1379" y="169"/>
                      </a:lnTo>
                      <a:lnTo>
                        <a:pt x="1381" y="169"/>
                      </a:lnTo>
                      <a:lnTo>
                        <a:pt x="1382" y="169"/>
                      </a:lnTo>
                      <a:lnTo>
                        <a:pt x="1383" y="169"/>
                      </a:lnTo>
                      <a:lnTo>
                        <a:pt x="1385" y="169"/>
                      </a:lnTo>
                      <a:lnTo>
                        <a:pt x="1386" y="169"/>
                      </a:lnTo>
                      <a:lnTo>
                        <a:pt x="1388" y="169"/>
                      </a:lnTo>
                      <a:lnTo>
                        <a:pt x="1389" y="169"/>
                      </a:lnTo>
                      <a:lnTo>
                        <a:pt x="1390" y="169"/>
                      </a:lnTo>
                      <a:lnTo>
                        <a:pt x="1392" y="169"/>
                      </a:lnTo>
                      <a:lnTo>
                        <a:pt x="1393" y="169"/>
                      </a:lnTo>
                      <a:lnTo>
                        <a:pt x="1395" y="169"/>
                      </a:lnTo>
                      <a:lnTo>
                        <a:pt x="1396" y="169"/>
                      </a:lnTo>
                      <a:lnTo>
                        <a:pt x="1397" y="169"/>
                      </a:lnTo>
                      <a:lnTo>
                        <a:pt x="1399" y="169"/>
                      </a:lnTo>
                      <a:lnTo>
                        <a:pt x="1400" y="169"/>
                      </a:lnTo>
                      <a:lnTo>
                        <a:pt x="1402" y="169"/>
                      </a:lnTo>
                      <a:lnTo>
                        <a:pt x="1403" y="169"/>
                      </a:lnTo>
                      <a:lnTo>
                        <a:pt x="1404" y="169"/>
                      </a:lnTo>
                      <a:lnTo>
                        <a:pt x="1406" y="169"/>
                      </a:lnTo>
                      <a:lnTo>
                        <a:pt x="1407" y="169"/>
                      </a:lnTo>
                      <a:lnTo>
                        <a:pt x="1409" y="169"/>
                      </a:lnTo>
                      <a:lnTo>
                        <a:pt x="1410" y="169"/>
                      </a:lnTo>
                      <a:lnTo>
                        <a:pt x="1411" y="169"/>
                      </a:lnTo>
                      <a:lnTo>
                        <a:pt x="1413" y="169"/>
                      </a:lnTo>
                      <a:lnTo>
                        <a:pt x="1414" y="169"/>
                      </a:lnTo>
                      <a:lnTo>
                        <a:pt x="1416" y="168"/>
                      </a:lnTo>
                      <a:lnTo>
                        <a:pt x="1417" y="168"/>
                      </a:lnTo>
                      <a:lnTo>
                        <a:pt x="1418" y="168"/>
                      </a:lnTo>
                      <a:lnTo>
                        <a:pt x="1420" y="168"/>
                      </a:lnTo>
                      <a:lnTo>
                        <a:pt x="1421" y="168"/>
                      </a:lnTo>
                      <a:lnTo>
                        <a:pt x="1423" y="168"/>
                      </a:lnTo>
                      <a:lnTo>
                        <a:pt x="1424" y="168"/>
                      </a:lnTo>
                      <a:lnTo>
                        <a:pt x="1426" y="168"/>
                      </a:lnTo>
                      <a:lnTo>
                        <a:pt x="1427" y="168"/>
                      </a:lnTo>
                      <a:lnTo>
                        <a:pt x="1428" y="168"/>
                      </a:lnTo>
                      <a:lnTo>
                        <a:pt x="1430" y="168"/>
                      </a:lnTo>
                      <a:lnTo>
                        <a:pt x="1431" y="168"/>
                      </a:lnTo>
                      <a:lnTo>
                        <a:pt x="1433" y="168"/>
                      </a:lnTo>
                      <a:lnTo>
                        <a:pt x="1434" y="168"/>
                      </a:lnTo>
                      <a:lnTo>
                        <a:pt x="1435" y="168"/>
                      </a:lnTo>
                      <a:lnTo>
                        <a:pt x="1437" y="168"/>
                      </a:lnTo>
                      <a:lnTo>
                        <a:pt x="1438" y="168"/>
                      </a:lnTo>
                      <a:lnTo>
                        <a:pt x="1440" y="168"/>
                      </a:lnTo>
                      <a:lnTo>
                        <a:pt x="1441" y="168"/>
                      </a:lnTo>
                      <a:lnTo>
                        <a:pt x="1442" y="168"/>
                      </a:lnTo>
                      <a:lnTo>
                        <a:pt x="1444" y="168"/>
                      </a:lnTo>
                      <a:lnTo>
                        <a:pt x="1445" y="168"/>
                      </a:lnTo>
                      <a:lnTo>
                        <a:pt x="1447" y="168"/>
                      </a:lnTo>
                      <a:lnTo>
                        <a:pt x="1448" y="168"/>
                      </a:lnTo>
                      <a:lnTo>
                        <a:pt x="1449" y="168"/>
                      </a:lnTo>
                      <a:lnTo>
                        <a:pt x="1451" y="168"/>
                      </a:lnTo>
                      <a:lnTo>
                        <a:pt x="1452" y="168"/>
                      </a:lnTo>
                      <a:lnTo>
                        <a:pt x="1454" y="167"/>
                      </a:lnTo>
                      <a:lnTo>
                        <a:pt x="1455" y="167"/>
                      </a:lnTo>
                      <a:lnTo>
                        <a:pt x="1456" y="167"/>
                      </a:lnTo>
                      <a:lnTo>
                        <a:pt x="1458" y="167"/>
                      </a:lnTo>
                      <a:lnTo>
                        <a:pt x="1459" y="167"/>
                      </a:lnTo>
                      <a:lnTo>
                        <a:pt x="1461" y="167"/>
                      </a:lnTo>
                      <a:lnTo>
                        <a:pt x="1462" y="167"/>
                      </a:lnTo>
                      <a:lnTo>
                        <a:pt x="1463" y="167"/>
                      </a:lnTo>
                      <a:lnTo>
                        <a:pt x="1465" y="167"/>
                      </a:lnTo>
                      <a:lnTo>
                        <a:pt x="1466" y="167"/>
                      </a:lnTo>
                      <a:lnTo>
                        <a:pt x="1468" y="167"/>
                      </a:lnTo>
                      <a:lnTo>
                        <a:pt x="1469" y="167"/>
                      </a:lnTo>
                      <a:lnTo>
                        <a:pt x="1470" y="167"/>
                      </a:lnTo>
                      <a:lnTo>
                        <a:pt x="1472" y="167"/>
                      </a:lnTo>
                      <a:lnTo>
                        <a:pt x="1473" y="167"/>
                      </a:lnTo>
                      <a:lnTo>
                        <a:pt x="1475" y="167"/>
                      </a:lnTo>
                      <a:lnTo>
                        <a:pt x="1476" y="167"/>
                      </a:lnTo>
                      <a:lnTo>
                        <a:pt x="1477" y="167"/>
                      </a:lnTo>
                      <a:lnTo>
                        <a:pt x="1479" y="167"/>
                      </a:lnTo>
                      <a:lnTo>
                        <a:pt x="1480" y="167"/>
                      </a:lnTo>
                      <a:lnTo>
                        <a:pt x="1482" y="167"/>
                      </a:lnTo>
                      <a:lnTo>
                        <a:pt x="1483" y="167"/>
                      </a:lnTo>
                      <a:lnTo>
                        <a:pt x="1484" y="167"/>
                      </a:lnTo>
                      <a:lnTo>
                        <a:pt x="1486" y="167"/>
                      </a:lnTo>
                      <a:lnTo>
                        <a:pt x="1487" y="167"/>
                      </a:lnTo>
                      <a:lnTo>
                        <a:pt x="1489" y="167"/>
                      </a:lnTo>
                      <a:lnTo>
                        <a:pt x="1490" y="167"/>
                      </a:lnTo>
                      <a:lnTo>
                        <a:pt x="1492" y="167"/>
                      </a:lnTo>
                      <a:lnTo>
                        <a:pt x="1493" y="167"/>
                      </a:lnTo>
                      <a:lnTo>
                        <a:pt x="1494" y="167"/>
                      </a:lnTo>
                      <a:lnTo>
                        <a:pt x="1496" y="166"/>
                      </a:lnTo>
                      <a:lnTo>
                        <a:pt x="1497" y="166"/>
                      </a:lnTo>
                      <a:lnTo>
                        <a:pt x="1499" y="166"/>
                      </a:lnTo>
                      <a:lnTo>
                        <a:pt x="1500" y="166"/>
                      </a:lnTo>
                      <a:lnTo>
                        <a:pt x="1501" y="166"/>
                      </a:lnTo>
                      <a:lnTo>
                        <a:pt x="1503" y="166"/>
                      </a:lnTo>
                      <a:lnTo>
                        <a:pt x="1504" y="166"/>
                      </a:lnTo>
                      <a:lnTo>
                        <a:pt x="1506" y="166"/>
                      </a:lnTo>
                      <a:lnTo>
                        <a:pt x="1507" y="166"/>
                      </a:lnTo>
                      <a:lnTo>
                        <a:pt x="1508" y="166"/>
                      </a:lnTo>
                      <a:lnTo>
                        <a:pt x="1510" y="166"/>
                      </a:lnTo>
                      <a:lnTo>
                        <a:pt x="1511" y="166"/>
                      </a:lnTo>
                      <a:lnTo>
                        <a:pt x="1513" y="166"/>
                      </a:lnTo>
                      <a:lnTo>
                        <a:pt x="1514" y="166"/>
                      </a:lnTo>
                      <a:lnTo>
                        <a:pt x="1515" y="166"/>
                      </a:lnTo>
                      <a:lnTo>
                        <a:pt x="1517" y="166"/>
                      </a:lnTo>
                      <a:lnTo>
                        <a:pt x="1518" y="166"/>
                      </a:lnTo>
                      <a:lnTo>
                        <a:pt x="1520" y="166"/>
                      </a:lnTo>
                      <a:lnTo>
                        <a:pt x="1521" y="166"/>
                      </a:lnTo>
                      <a:lnTo>
                        <a:pt x="1522" y="166"/>
                      </a:lnTo>
                      <a:lnTo>
                        <a:pt x="1524" y="166"/>
                      </a:lnTo>
                      <a:lnTo>
                        <a:pt x="1525" y="166"/>
                      </a:lnTo>
                      <a:lnTo>
                        <a:pt x="1527" y="166"/>
                      </a:lnTo>
                      <a:lnTo>
                        <a:pt x="1528" y="166"/>
                      </a:lnTo>
                      <a:lnTo>
                        <a:pt x="1529" y="166"/>
                      </a:lnTo>
                      <a:lnTo>
                        <a:pt x="1531" y="166"/>
                      </a:lnTo>
                      <a:lnTo>
                        <a:pt x="1532" y="166"/>
                      </a:lnTo>
                      <a:lnTo>
                        <a:pt x="1534" y="166"/>
                      </a:lnTo>
                      <a:lnTo>
                        <a:pt x="1535" y="166"/>
                      </a:lnTo>
                      <a:lnTo>
                        <a:pt x="1536" y="166"/>
                      </a:lnTo>
                      <a:lnTo>
                        <a:pt x="1538" y="165"/>
                      </a:lnTo>
                      <a:lnTo>
                        <a:pt x="1539" y="165"/>
                      </a:lnTo>
                      <a:lnTo>
                        <a:pt x="1541" y="165"/>
                      </a:lnTo>
                      <a:lnTo>
                        <a:pt x="1542" y="165"/>
                      </a:lnTo>
                      <a:lnTo>
                        <a:pt x="1543" y="165"/>
                      </a:lnTo>
                      <a:lnTo>
                        <a:pt x="1545" y="165"/>
                      </a:lnTo>
                      <a:lnTo>
                        <a:pt x="1546" y="165"/>
                      </a:lnTo>
                      <a:lnTo>
                        <a:pt x="1548" y="165"/>
                      </a:lnTo>
                      <a:lnTo>
                        <a:pt x="1549" y="165"/>
                      </a:lnTo>
                      <a:lnTo>
                        <a:pt x="1550" y="165"/>
                      </a:lnTo>
                      <a:lnTo>
                        <a:pt x="1552" y="165"/>
                      </a:lnTo>
                      <a:lnTo>
                        <a:pt x="1553" y="165"/>
                      </a:lnTo>
                      <a:lnTo>
                        <a:pt x="1555" y="165"/>
                      </a:lnTo>
                      <a:lnTo>
                        <a:pt x="1556" y="165"/>
                      </a:lnTo>
                      <a:lnTo>
                        <a:pt x="1558" y="165"/>
                      </a:lnTo>
                      <a:lnTo>
                        <a:pt x="1559" y="165"/>
                      </a:lnTo>
                      <a:lnTo>
                        <a:pt x="1560" y="165"/>
                      </a:lnTo>
                      <a:lnTo>
                        <a:pt x="1562" y="165"/>
                      </a:lnTo>
                      <a:lnTo>
                        <a:pt x="1563" y="165"/>
                      </a:lnTo>
                      <a:lnTo>
                        <a:pt x="1565" y="165"/>
                      </a:lnTo>
                      <a:lnTo>
                        <a:pt x="1566" y="165"/>
                      </a:lnTo>
                      <a:lnTo>
                        <a:pt x="1567" y="165"/>
                      </a:lnTo>
                      <a:lnTo>
                        <a:pt x="1569" y="165"/>
                      </a:lnTo>
                      <a:lnTo>
                        <a:pt x="1570" y="165"/>
                      </a:lnTo>
                      <a:lnTo>
                        <a:pt x="1572" y="165"/>
                      </a:lnTo>
                      <a:lnTo>
                        <a:pt x="1573" y="165"/>
                      </a:lnTo>
                      <a:lnTo>
                        <a:pt x="1574" y="165"/>
                      </a:lnTo>
                      <a:lnTo>
                        <a:pt x="1576" y="165"/>
                      </a:lnTo>
                      <a:lnTo>
                        <a:pt x="1577" y="165"/>
                      </a:lnTo>
                      <a:lnTo>
                        <a:pt x="1579" y="165"/>
                      </a:lnTo>
                      <a:lnTo>
                        <a:pt x="1580" y="165"/>
                      </a:lnTo>
                      <a:lnTo>
                        <a:pt x="1581" y="165"/>
                      </a:lnTo>
                      <a:lnTo>
                        <a:pt x="1583" y="165"/>
                      </a:lnTo>
                      <a:lnTo>
                        <a:pt x="1584" y="164"/>
                      </a:lnTo>
                      <a:lnTo>
                        <a:pt x="1586" y="164"/>
                      </a:lnTo>
                      <a:lnTo>
                        <a:pt x="1587" y="164"/>
                      </a:lnTo>
                      <a:lnTo>
                        <a:pt x="1588" y="164"/>
                      </a:lnTo>
                      <a:lnTo>
                        <a:pt x="1590" y="164"/>
                      </a:lnTo>
                      <a:lnTo>
                        <a:pt x="1591" y="164"/>
                      </a:lnTo>
                      <a:lnTo>
                        <a:pt x="1593" y="164"/>
                      </a:lnTo>
                      <a:lnTo>
                        <a:pt x="1594" y="164"/>
                      </a:lnTo>
                      <a:lnTo>
                        <a:pt x="1595" y="164"/>
                      </a:lnTo>
                      <a:lnTo>
                        <a:pt x="1597" y="164"/>
                      </a:lnTo>
                      <a:lnTo>
                        <a:pt x="1598" y="164"/>
                      </a:lnTo>
                      <a:lnTo>
                        <a:pt x="1600" y="164"/>
                      </a:lnTo>
                      <a:lnTo>
                        <a:pt x="1601" y="164"/>
                      </a:lnTo>
                      <a:lnTo>
                        <a:pt x="1602" y="164"/>
                      </a:lnTo>
                      <a:lnTo>
                        <a:pt x="1604" y="164"/>
                      </a:lnTo>
                      <a:lnTo>
                        <a:pt x="1605" y="164"/>
                      </a:lnTo>
                      <a:lnTo>
                        <a:pt x="1607" y="164"/>
                      </a:lnTo>
                      <a:lnTo>
                        <a:pt x="1608" y="164"/>
                      </a:lnTo>
                      <a:lnTo>
                        <a:pt x="1609" y="164"/>
                      </a:lnTo>
                      <a:lnTo>
                        <a:pt x="1611" y="164"/>
                      </a:lnTo>
                      <a:lnTo>
                        <a:pt x="1612" y="164"/>
                      </a:lnTo>
                      <a:lnTo>
                        <a:pt x="1614" y="164"/>
                      </a:lnTo>
                      <a:lnTo>
                        <a:pt x="1615" y="164"/>
                      </a:lnTo>
                      <a:lnTo>
                        <a:pt x="1617" y="164"/>
                      </a:lnTo>
                      <a:lnTo>
                        <a:pt x="1618" y="164"/>
                      </a:lnTo>
                      <a:lnTo>
                        <a:pt x="1619" y="164"/>
                      </a:lnTo>
                      <a:lnTo>
                        <a:pt x="1621" y="164"/>
                      </a:lnTo>
                      <a:lnTo>
                        <a:pt x="1622" y="164"/>
                      </a:lnTo>
                      <a:lnTo>
                        <a:pt x="1624" y="164"/>
                      </a:lnTo>
                      <a:lnTo>
                        <a:pt x="1625" y="164"/>
                      </a:lnTo>
                      <a:lnTo>
                        <a:pt x="1626" y="164"/>
                      </a:lnTo>
                      <a:lnTo>
                        <a:pt x="1628" y="164"/>
                      </a:lnTo>
                      <a:lnTo>
                        <a:pt x="1629" y="164"/>
                      </a:lnTo>
                      <a:lnTo>
                        <a:pt x="1631" y="163"/>
                      </a:lnTo>
                      <a:lnTo>
                        <a:pt x="1632" y="163"/>
                      </a:lnTo>
                      <a:lnTo>
                        <a:pt x="1633" y="163"/>
                      </a:lnTo>
                      <a:lnTo>
                        <a:pt x="1635" y="163"/>
                      </a:lnTo>
                      <a:lnTo>
                        <a:pt x="1636" y="163"/>
                      </a:lnTo>
                      <a:lnTo>
                        <a:pt x="1638" y="163"/>
                      </a:lnTo>
                      <a:lnTo>
                        <a:pt x="1639" y="163"/>
                      </a:lnTo>
                      <a:lnTo>
                        <a:pt x="1640" y="163"/>
                      </a:lnTo>
                      <a:lnTo>
                        <a:pt x="1642" y="163"/>
                      </a:lnTo>
                      <a:lnTo>
                        <a:pt x="1643" y="163"/>
                      </a:lnTo>
                      <a:lnTo>
                        <a:pt x="1645" y="163"/>
                      </a:lnTo>
                      <a:lnTo>
                        <a:pt x="1646" y="163"/>
                      </a:lnTo>
                      <a:lnTo>
                        <a:pt x="1647" y="163"/>
                      </a:lnTo>
                      <a:lnTo>
                        <a:pt x="1649" y="163"/>
                      </a:lnTo>
                      <a:lnTo>
                        <a:pt x="1650" y="163"/>
                      </a:lnTo>
                      <a:lnTo>
                        <a:pt x="1652" y="163"/>
                      </a:lnTo>
                      <a:lnTo>
                        <a:pt x="1653" y="163"/>
                      </a:lnTo>
                      <a:lnTo>
                        <a:pt x="1654" y="163"/>
                      </a:lnTo>
                      <a:lnTo>
                        <a:pt x="1656" y="163"/>
                      </a:lnTo>
                      <a:lnTo>
                        <a:pt x="1657" y="163"/>
                      </a:lnTo>
                      <a:lnTo>
                        <a:pt x="1659" y="163"/>
                      </a:lnTo>
                      <a:lnTo>
                        <a:pt x="1660" y="163"/>
                      </a:lnTo>
                      <a:lnTo>
                        <a:pt x="1661" y="163"/>
                      </a:lnTo>
                      <a:lnTo>
                        <a:pt x="1663" y="163"/>
                      </a:lnTo>
                      <a:lnTo>
                        <a:pt x="1664" y="163"/>
                      </a:lnTo>
                      <a:lnTo>
                        <a:pt x="1666" y="163"/>
                      </a:lnTo>
                      <a:lnTo>
                        <a:pt x="1667" y="163"/>
                      </a:lnTo>
                      <a:lnTo>
                        <a:pt x="1668" y="163"/>
                      </a:lnTo>
                      <a:lnTo>
                        <a:pt x="1670" y="163"/>
                      </a:lnTo>
                      <a:lnTo>
                        <a:pt x="1671" y="163"/>
                      </a:lnTo>
                      <a:lnTo>
                        <a:pt x="1673" y="163"/>
                      </a:lnTo>
                      <a:lnTo>
                        <a:pt x="1674" y="163"/>
                      </a:lnTo>
                      <a:lnTo>
                        <a:pt x="1675" y="163"/>
                      </a:lnTo>
                      <a:lnTo>
                        <a:pt x="1677" y="163"/>
                      </a:lnTo>
                      <a:lnTo>
                        <a:pt x="1678" y="163"/>
                      </a:lnTo>
                      <a:lnTo>
                        <a:pt x="1680" y="163"/>
                      </a:lnTo>
                      <a:lnTo>
                        <a:pt x="1681" y="162"/>
                      </a:lnTo>
                      <a:lnTo>
                        <a:pt x="1683" y="162"/>
                      </a:lnTo>
                      <a:lnTo>
                        <a:pt x="1684" y="162"/>
                      </a:lnTo>
                      <a:lnTo>
                        <a:pt x="1685" y="162"/>
                      </a:lnTo>
                      <a:lnTo>
                        <a:pt x="1687" y="162"/>
                      </a:lnTo>
                      <a:lnTo>
                        <a:pt x="1688" y="162"/>
                      </a:lnTo>
                      <a:lnTo>
                        <a:pt x="1690" y="162"/>
                      </a:lnTo>
                      <a:lnTo>
                        <a:pt x="1691" y="162"/>
                      </a:lnTo>
                      <a:lnTo>
                        <a:pt x="1692" y="162"/>
                      </a:lnTo>
                      <a:lnTo>
                        <a:pt x="1694" y="162"/>
                      </a:lnTo>
                      <a:lnTo>
                        <a:pt x="1695" y="162"/>
                      </a:lnTo>
                      <a:lnTo>
                        <a:pt x="1697" y="162"/>
                      </a:lnTo>
                      <a:lnTo>
                        <a:pt x="1698" y="162"/>
                      </a:lnTo>
                      <a:lnTo>
                        <a:pt x="1699" y="162"/>
                      </a:lnTo>
                      <a:lnTo>
                        <a:pt x="1701" y="162"/>
                      </a:lnTo>
                      <a:lnTo>
                        <a:pt x="1702" y="162"/>
                      </a:lnTo>
                      <a:lnTo>
                        <a:pt x="1704" y="162"/>
                      </a:lnTo>
                      <a:lnTo>
                        <a:pt x="1705" y="162"/>
                      </a:lnTo>
                      <a:lnTo>
                        <a:pt x="1706" y="162"/>
                      </a:lnTo>
                      <a:lnTo>
                        <a:pt x="1708" y="162"/>
                      </a:lnTo>
                      <a:lnTo>
                        <a:pt x="1709" y="162"/>
                      </a:lnTo>
                      <a:lnTo>
                        <a:pt x="1711" y="162"/>
                      </a:lnTo>
                      <a:lnTo>
                        <a:pt x="1712" y="162"/>
                      </a:lnTo>
                      <a:lnTo>
                        <a:pt x="1713" y="162"/>
                      </a:lnTo>
                      <a:lnTo>
                        <a:pt x="1715" y="162"/>
                      </a:lnTo>
                      <a:lnTo>
                        <a:pt x="1716" y="162"/>
                      </a:lnTo>
                      <a:lnTo>
                        <a:pt x="1718" y="162"/>
                      </a:lnTo>
                      <a:lnTo>
                        <a:pt x="1719" y="162"/>
                      </a:lnTo>
                      <a:lnTo>
                        <a:pt x="1720" y="162"/>
                      </a:lnTo>
                      <a:lnTo>
                        <a:pt x="1722" y="162"/>
                      </a:lnTo>
                      <a:lnTo>
                        <a:pt x="1723" y="162"/>
                      </a:lnTo>
                      <a:lnTo>
                        <a:pt x="1725" y="162"/>
                      </a:lnTo>
                      <a:lnTo>
                        <a:pt x="1726" y="162"/>
                      </a:lnTo>
                      <a:lnTo>
                        <a:pt x="1727" y="162"/>
                      </a:lnTo>
                      <a:lnTo>
                        <a:pt x="1729" y="162"/>
                      </a:lnTo>
                      <a:lnTo>
                        <a:pt x="1730" y="162"/>
                      </a:lnTo>
                      <a:lnTo>
                        <a:pt x="1732" y="162"/>
                      </a:lnTo>
                      <a:lnTo>
                        <a:pt x="1733" y="161"/>
                      </a:lnTo>
                      <a:lnTo>
                        <a:pt x="1734" y="161"/>
                      </a:lnTo>
                      <a:lnTo>
                        <a:pt x="1736" y="161"/>
                      </a:lnTo>
                      <a:lnTo>
                        <a:pt x="1737" y="161"/>
                      </a:lnTo>
                      <a:lnTo>
                        <a:pt x="1739" y="161"/>
                      </a:lnTo>
                      <a:lnTo>
                        <a:pt x="1740" y="161"/>
                      </a:lnTo>
                      <a:lnTo>
                        <a:pt x="1742" y="161"/>
                      </a:lnTo>
                      <a:lnTo>
                        <a:pt x="1743" y="161"/>
                      </a:lnTo>
                      <a:lnTo>
                        <a:pt x="1744" y="161"/>
                      </a:lnTo>
                      <a:lnTo>
                        <a:pt x="1746" y="161"/>
                      </a:lnTo>
                      <a:lnTo>
                        <a:pt x="1747" y="161"/>
                      </a:lnTo>
                      <a:lnTo>
                        <a:pt x="1749" y="161"/>
                      </a:lnTo>
                      <a:lnTo>
                        <a:pt x="1750" y="161"/>
                      </a:lnTo>
                      <a:lnTo>
                        <a:pt x="1751" y="161"/>
                      </a:lnTo>
                      <a:lnTo>
                        <a:pt x="1753" y="161"/>
                      </a:lnTo>
                      <a:lnTo>
                        <a:pt x="1754" y="161"/>
                      </a:lnTo>
                      <a:lnTo>
                        <a:pt x="1756" y="161"/>
                      </a:lnTo>
                      <a:lnTo>
                        <a:pt x="1757" y="161"/>
                      </a:lnTo>
                      <a:lnTo>
                        <a:pt x="1758" y="161"/>
                      </a:lnTo>
                      <a:lnTo>
                        <a:pt x="1760" y="161"/>
                      </a:lnTo>
                      <a:lnTo>
                        <a:pt x="1761" y="161"/>
                      </a:lnTo>
                      <a:lnTo>
                        <a:pt x="1763" y="161"/>
                      </a:lnTo>
                      <a:lnTo>
                        <a:pt x="1764" y="161"/>
                      </a:lnTo>
                      <a:lnTo>
                        <a:pt x="1765" y="161"/>
                      </a:lnTo>
                      <a:lnTo>
                        <a:pt x="1767" y="161"/>
                      </a:lnTo>
                      <a:lnTo>
                        <a:pt x="1768" y="161"/>
                      </a:lnTo>
                      <a:lnTo>
                        <a:pt x="1770" y="161"/>
                      </a:lnTo>
                      <a:lnTo>
                        <a:pt x="1771" y="161"/>
                      </a:lnTo>
                      <a:lnTo>
                        <a:pt x="1772" y="161"/>
                      </a:lnTo>
                      <a:lnTo>
                        <a:pt x="1774" y="161"/>
                      </a:lnTo>
                      <a:lnTo>
                        <a:pt x="1775" y="161"/>
                      </a:lnTo>
                      <a:lnTo>
                        <a:pt x="1777" y="161"/>
                      </a:lnTo>
                      <a:lnTo>
                        <a:pt x="1778" y="161"/>
                      </a:lnTo>
                      <a:lnTo>
                        <a:pt x="1779" y="161"/>
                      </a:lnTo>
                      <a:lnTo>
                        <a:pt x="1781" y="161"/>
                      </a:lnTo>
                      <a:lnTo>
                        <a:pt x="1782" y="161"/>
                      </a:lnTo>
                      <a:lnTo>
                        <a:pt x="1784" y="161"/>
                      </a:lnTo>
                      <a:lnTo>
                        <a:pt x="1785" y="161"/>
                      </a:lnTo>
                      <a:lnTo>
                        <a:pt x="1786" y="161"/>
                      </a:lnTo>
                      <a:lnTo>
                        <a:pt x="1788" y="160"/>
                      </a:lnTo>
                      <a:lnTo>
                        <a:pt x="1789" y="160"/>
                      </a:lnTo>
                      <a:lnTo>
                        <a:pt x="1791" y="160"/>
                      </a:lnTo>
                      <a:lnTo>
                        <a:pt x="1792" y="160"/>
                      </a:lnTo>
                      <a:lnTo>
                        <a:pt x="1793" y="160"/>
                      </a:lnTo>
                      <a:lnTo>
                        <a:pt x="1795" y="160"/>
                      </a:lnTo>
                      <a:lnTo>
                        <a:pt x="1796" y="160"/>
                      </a:lnTo>
                      <a:lnTo>
                        <a:pt x="1798" y="160"/>
                      </a:lnTo>
                      <a:lnTo>
                        <a:pt x="1799" y="160"/>
                      </a:lnTo>
                      <a:lnTo>
                        <a:pt x="1800" y="160"/>
                      </a:lnTo>
                      <a:lnTo>
                        <a:pt x="1802" y="160"/>
                      </a:lnTo>
                      <a:lnTo>
                        <a:pt x="1803" y="160"/>
                      </a:lnTo>
                      <a:lnTo>
                        <a:pt x="1805" y="160"/>
                      </a:lnTo>
                      <a:lnTo>
                        <a:pt x="1806" y="160"/>
                      </a:lnTo>
                      <a:lnTo>
                        <a:pt x="1808" y="160"/>
                      </a:lnTo>
                      <a:lnTo>
                        <a:pt x="1809" y="160"/>
                      </a:lnTo>
                      <a:lnTo>
                        <a:pt x="1810" y="160"/>
                      </a:lnTo>
                      <a:lnTo>
                        <a:pt x="1812" y="160"/>
                      </a:lnTo>
                      <a:lnTo>
                        <a:pt x="1813" y="160"/>
                      </a:lnTo>
                      <a:lnTo>
                        <a:pt x="1815" y="160"/>
                      </a:lnTo>
                      <a:lnTo>
                        <a:pt x="1816" y="160"/>
                      </a:lnTo>
                      <a:lnTo>
                        <a:pt x="1817" y="160"/>
                      </a:lnTo>
                      <a:lnTo>
                        <a:pt x="1819" y="160"/>
                      </a:lnTo>
                      <a:lnTo>
                        <a:pt x="1820" y="160"/>
                      </a:lnTo>
                      <a:lnTo>
                        <a:pt x="1822" y="160"/>
                      </a:lnTo>
                      <a:lnTo>
                        <a:pt x="1823" y="160"/>
                      </a:lnTo>
                      <a:lnTo>
                        <a:pt x="1824" y="160"/>
                      </a:lnTo>
                      <a:lnTo>
                        <a:pt x="1826" y="160"/>
                      </a:lnTo>
                      <a:lnTo>
                        <a:pt x="1827" y="160"/>
                      </a:lnTo>
                      <a:lnTo>
                        <a:pt x="1829" y="160"/>
                      </a:lnTo>
                      <a:lnTo>
                        <a:pt x="1830" y="160"/>
                      </a:lnTo>
                      <a:lnTo>
                        <a:pt x="1831" y="160"/>
                      </a:lnTo>
                      <a:lnTo>
                        <a:pt x="1833" y="160"/>
                      </a:lnTo>
                      <a:lnTo>
                        <a:pt x="1834" y="160"/>
                      </a:lnTo>
                      <a:lnTo>
                        <a:pt x="1836" y="160"/>
                      </a:lnTo>
                      <a:lnTo>
                        <a:pt x="1837" y="160"/>
                      </a:lnTo>
                      <a:lnTo>
                        <a:pt x="1838" y="160"/>
                      </a:lnTo>
                      <a:lnTo>
                        <a:pt x="1840" y="160"/>
                      </a:lnTo>
                      <a:lnTo>
                        <a:pt x="1841" y="160"/>
                      </a:lnTo>
                      <a:lnTo>
                        <a:pt x="1843" y="160"/>
                      </a:lnTo>
                      <a:lnTo>
                        <a:pt x="1844" y="160"/>
                      </a:lnTo>
                      <a:lnTo>
                        <a:pt x="1845" y="160"/>
                      </a:lnTo>
                      <a:lnTo>
                        <a:pt x="1847" y="160"/>
                      </a:lnTo>
                      <a:lnTo>
                        <a:pt x="1848" y="160"/>
                      </a:lnTo>
                      <a:lnTo>
                        <a:pt x="1850" y="160"/>
                      </a:lnTo>
                      <a:lnTo>
                        <a:pt x="1851" y="159"/>
                      </a:lnTo>
                      <a:lnTo>
                        <a:pt x="1852" y="159"/>
                      </a:lnTo>
                      <a:lnTo>
                        <a:pt x="1854" y="159"/>
                      </a:lnTo>
                      <a:lnTo>
                        <a:pt x="1855" y="159"/>
                      </a:lnTo>
                      <a:lnTo>
                        <a:pt x="1857" y="159"/>
                      </a:lnTo>
                      <a:lnTo>
                        <a:pt x="1858" y="159"/>
                      </a:lnTo>
                      <a:lnTo>
                        <a:pt x="1859" y="159"/>
                      </a:lnTo>
                      <a:lnTo>
                        <a:pt x="1861" y="159"/>
                      </a:lnTo>
                      <a:lnTo>
                        <a:pt x="1862" y="159"/>
                      </a:lnTo>
                      <a:lnTo>
                        <a:pt x="1864" y="159"/>
                      </a:lnTo>
                      <a:lnTo>
                        <a:pt x="1865" y="159"/>
                      </a:lnTo>
                      <a:lnTo>
                        <a:pt x="1866" y="159"/>
                      </a:lnTo>
                      <a:lnTo>
                        <a:pt x="1868" y="159"/>
                      </a:lnTo>
                      <a:lnTo>
                        <a:pt x="1869" y="159"/>
                      </a:lnTo>
                      <a:lnTo>
                        <a:pt x="1871" y="159"/>
                      </a:lnTo>
                      <a:lnTo>
                        <a:pt x="1872" y="159"/>
                      </a:lnTo>
                      <a:lnTo>
                        <a:pt x="1874" y="159"/>
                      </a:lnTo>
                      <a:lnTo>
                        <a:pt x="1875" y="159"/>
                      </a:lnTo>
                      <a:lnTo>
                        <a:pt x="1876" y="159"/>
                      </a:lnTo>
                      <a:lnTo>
                        <a:pt x="1878" y="159"/>
                      </a:lnTo>
                      <a:lnTo>
                        <a:pt x="1879" y="159"/>
                      </a:lnTo>
                      <a:lnTo>
                        <a:pt x="1881" y="159"/>
                      </a:lnTo>
                      <a:lnTo>
                        <a:pt x="1882" y="159"/>
                      </a:lnTo>
                      <a:lnTo>
                        <a:pt x="1883" y="159"/>
                      </a:lnTo>
                      <a:lnTo>
                        <a:pt x="1885" y="159"/>
                      </a:lnTo>
                      <a:lnTo>
                        <a:pt x="1886" y="159"/>
                      </a:lnTo>
                      <a:lnTo>
                        <a:pt x="1888" y="159"/>
                      </a:lnTo>
                      <a:lnTo>
                        <a:pt x="1889" y="159"/>
                      </a:lnTo>
                      <a:lnTo>
                        <a:pt x="1890" y="159"/>
                      </a:lnTo>
                      <a:lnTo>
                        <a:pt x="1892" y="159"/>
                      </a:lnTo>
                      <a:lnTo>
                        <a:pt x="1893" y="159"/>
                      </a:lnTo>
                      <a:lnTo>
                        <a:pt x="1895" y="159"/>
                      </a:lnTo>
                      <a:lnTo>
                        <a:pt x="1896" y="159"/>
                      </a:lnTo>
                      <a:lnTo>
                        <a:pt x="1897" y="159"/>
                      </a:lnTo>
                      <a:lnTo>
                        <a:pt x="1899" y="159"/>
                      </a:lnTo>
                      <a:lnTo>
                        <a:pt x="1900" y="159"/>
                      </a:lnTo>
                      <a:lnTo>
                        <a:pt x="1902" y="159"/>
                      </a:lnTo>
                      <a:lnTo>
                        <a:pt x="1903" y="159"/>
                      </a:lnTo>
                      <a:lnTo>
                        <a:pt x="1904" y="159"/>
                      </a:lnTo>
                      <a:lnTo>
                        <a:pt x="1906" y="159"/>
                      </a:lnTo>
                      <a:lnTo>
                        <a:pt x="1907" y="159"/>
                      </a:lnTo>
                      <a:lnTo>
                        <a:pt x="1909" y="159"/>
                      </a:lnTo>
                      <a:lnTo>
                        <a:pt x="1910" y="158"/>
                      </a:lnTo>
                      <a:lnTo>
                        <a:pt x="1911" y="158"/>
                      </a:lnTo>
                      <a:lnTo>
                        <a:pt x="1913" y="158"/>
                      </a:lnTo>
                      <a:lnTo>
                        <a:pt x="1914" y="158"/>
                      </a:lnTo>
                      <a:lnTo>
                        <a:pt x="1916" y="158"/>
                      </a:lnTo>
                      <a:lnTo>
                        <a:pt x="1917" y="158"/>
                      </a:lnTo>
                      <a:lnTo>
                        <a:pt x="1918" y="158"/>
                      </a:lnTo>
                      <a:lnTo>
                        <a:pt x="1920" y="158"/>
                      </a:lnTo>
                      <a:lnTo>
                        <a:pt x="1921" y="158"/>
                      </a:lnTo>
                      <a:lnTo>
                        <a:pt x="1923" y="158"/>
                      </a:lnTo>
                      <a:lnTo>
                        <a:pt x="1924" y="158"/>
                      </a:lnTo>
                      <a:lnTo>
                        <a:pt x="1925" y="158"/>
                      </a:lnTo>
                      <a:lnTo>
                        <a:pt x="1927" y="158"/>
                      </a:lnTo>
                      <a:lnTo>
                        <a:pt x="1928" y="158"/>
                      </a:lnTo>
                      <a:lnTo>
                        <a:pt x="1930" y="158"/>
                      </a:lnTo>
                      <a:lnTo>
                        <a:pt x="1931" y="158"/>
                      </a:lnTo>
                      <a:lnTo>
                        <a:pt x="1933" y="158"/>
                      </a:lnTo>
                      <a:lnTo>
                        <a:pt x="1934" y="158"/>
                      </a:lnTo>
                      <a:lnTo>
                        <a:pt x="1935" y="158"/>
                      </a:lnTo>
                      <a:lnTo>
                        <a:pt x="1937" y="158"/>
                      </a:lnTo>
                      <a:lnTo>
                        <a:pt x="1938" y="158"/>
                      </a:lnTo>
                      <a:lnTo>
                        <a:pt x="1940" y="158"/>
                      </a:lnTo>
                      <a:lnTo>
                        <a:pt x="1941" y="158"/>
                      </a:lnTo>
                      <a:lnTo>
                        <a:pt x="1942" y="158"/>
                      </a:lnTo>
                      <a:lnTo>
                        <a:pt x="1944" y="158"/>
                      </a:lnTo>
                      <a:lnTo>
                        <a:pt x="1945" y="158"/>
                      </a:lnTo>
                      <a:lnTo>
                        <a:pt x="1947" y="158"/>
                      </a:lnTo>
                      <a:lnTo>
                        <a:pt x="1948" y="158"/>
                      </a:lnTo>
                      <a:lnTo>
                        <a:pt x="1949" y="158"/>
                      </a:lnTo>
                      <a:lnTo>
                        <a:pt x="1951" y="158"/>
                      </a:lnTo>
                      <a:lnTo>
                        <a:pt x="1952" y="158"/>
                      </a:lnTo>
                      <a:lnTo>
                        <a:pt x="1954" y="158"/>
                      </a:lnTo>
                      <a:lnTo>
                        <a:pt x="1955" y="158"/>
                      </a:lnTo>
                      <a:lnTo>
                        <a:pt x="1956" y="158"/>
                      </a:lnTo>
                      <a:lnTo>
                        <a:pt x="1958" y="158"/>
                      </a:lnTo>
                      <a:lnTo>
                        <a:pt x="1959" y="158"/>
                      </a:lnTo>
                      <a:lnTo>
                        <a:pt x="1961" y="158"/>
                      </a:lnTo>
                      <a:lnTo>
                        <a:pt x="1962" y="158"/>
                      </a:lnTo>
                      <a:lnTo>
                        <a:pt x="1963" y="158"/>
                      </a:lnTo>
                      <a:lnTo>
                        <a:pt x="1965" y="158"/>
                      </a:lnTo>
                      <a:lnTo>
                        <a:pt x="1966" y="158"/>
                      </a:lnTo>
                      <a:lnTo>
                        <a:pt x="1968" y="158"/>
                      </a:lnTo>
                      <a:lnTo>
                        <a:pt x="1969" y="158"/>
                      </a:lnTo>
                      <a:lnTo>
                        <a:pt x="1970" y="158"/>
                      </a:lnTo>
                      <a:lnTo>
                        <a:pt x="1972" y="158"/>
                      </a:lnTo>
                      <a:lnTo>
                        <a:pt x="1973" y="158"/>
                      </a:lnTo>
                      <a:lnTo>
                        <a:pt x="1975" y="158"/>
                      </a:lnTo>
                      <a:lnTo>
                        <a:pt x="1976" y="157"/>
                      </a:lnTo>
                      <a:lnTo>
                        <a:pt x="1977" y="157"/>
                      </a:lnTo>
                      <a:lnTo>
                        <a:pt x="1979" y="157"/>
                      </a:lnTo>
                      <a:lnTo>
                        <a:pt x="1980" y="157"/>
                      </a:lnTo>
                      <a:lnTo>
                        <a:pt x="1982" y="157"/>
                      </a:lnTo>
                      <a:lnTo>
                        <a:pt x="1983" y="157"/>
                      </a:lnTo>
                      <a:lnTo>
                        <a:pt x="1984" y="157"/>
                      </a:lnTo>
                      <a:lnTo>
                        <a:pt x="1986" y="157"/>
                      </a:lnTo>
                      <a:lnTo>
                        <a:pt x="1987" y="157"/>
                      </a:lnTo>
                      <a:lnTo>
                        <a:pt x="1989" y="157"/>
                      </a:lnTo>
                      <a:lnTo>
                        <a:pt x="1990" y="157"/>
                      </a:lnTo>
                      <a:lnTo>
                        <a:pt x="1991" y="157"/>
                      </a:lnTo>
                      <a:lnTo>
                        <a:pt x="1993" y="157"/>
                      </a:lnTo>
                      <a:lnTo>
                        <a:pt x="1994" y="157"/>
                      </a:lnTo>
                      <a:lnTo>
                        <a:pt x="1996" y="158"/>
                      </a:lnTo>
                      <a:lnTo>
                        <a:pt x="1997" y="157"/>
                      </a:lnTo>
                      <a:lnTo>
                        <a:pt x="1999" y="157"/>
                      </a:lnTo>
                      <a:lnTo>
                        <a:pt x="2000" y="157"/>
                      </a:lnTo>
                      <a:lnTo>
                        <a:pt x="2001" y="157"/>
                      </a:lnTo>
                      <a:lnTo>
                        <a:pt x="2003" y="157"/>
                      </a:lnTo>
                      <a:lnTo>
                        <a:pt x="2004" y="157"/>
                      </a:lnTo>
                      <a:lnTo>
                        <a:pt x="2006" y="156"/>
                      </a:lnTo>
                      <a:lnTo>
                        <a:pt x="2007" y="155"/>
                      </a:lnTo>
                      <a:lnTo>
                        <a:pt x="2008" y="156"/>
                      </a:lnTo>
                      <a:lnTo>
                        <a:pt x="2010" y="156"/>
                      </a:lnTo>
                      <a:lnTo>
                        <a:pt x="2011" y="155"/>
                      </a:lnTo>
                      <a:lnTo>
                        <a:pt x="2013" y="155"/>
                      </a:lnTo>
                      <a:lnTo>
                        <a:pt x="2014" y="155"/>
                      </a:lnTo>
                      <a:lnTo>
                        <a:pt x="2015" y="156"/>
                      </a:lnTo>
                      <a:lnTo>
                        <a:pt x="2017" y="156"/>
                      </a:lnTo>
                      <a:lnTo>
                        <a:pt x="2018" y="157"/>
                      </a:lnTo>
                      <a:lnTo>
                        <a:pt x="2020" y="157"/>
                      </a:lnTo>
                      <a:lnTo>
                        <a:pt x="2021" y="157"/>
                      </a:lnTo>
                      <a:lnTo>
                        <a:pt x="2022" y="157"/>
                      </a:lnTo>
                      <a:lnTo>
                        <a:pt x="2024" y="157"/>
                      </a:lnTo>
                      <a:lnTo>
                        <a:pt x="2025" y="157"/>
                      </a:lnTo>
                      <a:lnTo>
                        <a:pt x="2027" y="157"/>
                      </a:lnTo>
                      <a:lnTo>
                        <a:pt x="2028" y="157"/>
                      </a:lnTo>
                      <a:lnTo>
                        <a:pt x="2029" y="157"/>
                      </a:lnTo>
                      <a:lnTo>
                        <a:pt x="2031" y="157"/>
                      </a:lnTo>
                      <a:lnTo>
                        <a:pt x="2032" y="156"/>
                      </a:lnTo>
                      <a:lnTo>
                        <a:pt x="2034" y="156"/>
                      </a:lnTo>
                      <a:lnTo>
                        <a:pt x="2035" y="156"/>
                      </a:lnTo>
                      <a:lnTo>
                        <a:pt x="2036" y="156"/>
                      </a:lnTo>
                      <a:lnTo>
                        <a:pt x="2038" y="156"/>
                      </a:lnTo>
                      <a:lnTo>
                        <a:pt x="2039" y="156"/>
                      </a:lnTo>
                      <a:lnTo>
                        <a:pt x="2041" y="156"/>
                      </a:lnTo>
                      <a:lnTo>
                        <a:pt x="2042" y="156"/>
                      </a:lnTo>
                      <a:lnTo>
                        <a:pt x="2043" y="156"/>
                      </a:lnTo>
                      <a:lnTo>
                        <a:pt x="2045" y="157"/>
                      </a:lnTo>
                      <a:lnTo>
                        <a:pt x="2046" y="157"/>
                      </a:lnTo>
                      <a:lnTo>
                        <a:pt x="2048" y="158"/>
                      </a:lnTo>
                      <a:lnTo>
                        <a:pt x="2049" y="158"/>
                      </a:lnTo>
                      <a:lnTo>
                        <a:pt x="2050" y="158"/>
                      </a:lnTo>
                      <a:lnTo>
                        <a:pt x="2052" y="157"/>
                      </a:lnTo>
                      <a:lnTo>
                        <a:pt x="2053" y="158"/>
                      </a:lnTo>
                      <a:lnTo>
                        <a:pt x="2055" y="157"/>
                      </a:lnTo>
                      <a:lnTo>
                        <a:pt x="2056" y="157"/>
                      </a:lnTo>
                      <a:lnTo>
                        <a:pt x="2057" y="157"/>
                      </a:lnTo>
                      <a:lnTo>
                        <a:pt x="2059" y="156"/>
                      </a:lnTo>
                      <a:lnTo>
                        <a:pt x="2060" y="157"/>
                      </a:lnTo>
                      <a:lnTo>
                        <a:pt x="2062" y="157"/>
                      </a:lnTo>
                      <a:lnTo>
                        <a:pt x="2063" y="157"/>
                      </a:lnTo>
                      <a:lnTo>
                        <a:pt x="2065" y="157"/>
                      </a:lnTo>
                      <a:lnTo>
                        <a:pt x="2066" y="157"/>
                      </a:lnTo>
                      <a:lnTo>
                        <a:pt x="2067" y="157"/>
                      </a:lnTo>
                      <a:lnTo>
                        <a:pt x="2069" y="157"/>
                      </a:lnTo>
                      <a:lnTo>
                        <a:pt x="2070" y="157"/>
                      </a:lnTo>
                      <a:lnTo>
                        <a:pt x="2072" y="157"/>
                      </a:lnTo>
                      <a:lnTo>
                        <a:pt x="2073" y="157"/>
                      </a:lnTo>
                      <a:lnTo>
                        <a:pt x="2074" y="157"/>
                      </a:lnTo>
                      <a:lnTo>
                        <a:pt x="2076" y="157"/>
                      </a:lnTo>
                      <a:lnTo>
                        <a:pt x="2077" y="157"/>
                      </a:lnTo>
                      <a:lnTo>
                        <a:pt x="2079" y="157"/>
                      </a:lnTo>
                      <a:lnTo>
                        <a:pt x="2080" y="157"/>
                      </a:lnTo>
                      <a:lnTo>
                        <a:pt x="2081" y="157"/>
                      </a:lnTo>
                      <a:lnTo>
                        <a:pt x="2083" y="157"/>
                      </a:lnTo>
                      <a:lnTo>
                        <a:pt x="2084" y="157"/>
                      </a:lnTo>
                      <a:lnTo>
                        <a:pt x="2086" y="157"/>
                      </a:lnTo>
                      <a:lnTo>
                        <a:pt x="2087" y="156"/>
                      </a:lnTo>
                      <a:lnTo>
                        <a:pt x="2088" y="157"/>
                      </a:lnTo>
                      <a:lnTo>
                        <a:pt x="2090" y="157"/>
                      </a:lnTo>
                      <a:lnTo>
                        <a:pt x="2091" y="157"/>
                      </a:lnTo>
                      <a:lnTo>
                        <a:pt x="2093" y="157"/>
                      </a:lnTo>
                      <a:lnTo>
                        <a:pt x="2094" y="157"/>
                      </a:lnTo>
                      <a:lnTo>
                        <a:pt x="2095" y="156"/>
                      </a:lnTo>
                      <a:lnTo>
                        <a:pt x="2097" y="156"/>
                      </a:lnTo>
                      <a:lnTo>
                        <a:pt x="2098" y="156"/>
                      </a:lnTo>
                      <a:lnTo>
                        <a:pt x="2100" y="156"/>
                      </a:lnTo>
                      <a:lnTo>
                        <a:pt x="2101" y="156"/>
                      </a:lnTo>
                      <a:lnTo>
                        <a:pt x="2102" y="156"/>
                      </a:lnTo>
                      <a:lnTo>
                        <a:pt x="2104" y="156"/>
                      </a:lnTo>
                      <a:lnTo>
                        <a:pt x="2105" y="156"/>
                      </a:lnTo>
                      <a:lnTo>
                        <a:pt x="2107" y="156"/>
                      </a:lnTo>
                      <a:lnTo>
                        <a:pt x="2108" y="156"/>
                      </a:lnTo>
                      <a:lnTo>
                        <a:pt x="2109" y="156"/>
                      </a:lnTo>
                      <a:lnTo>
                        <a:pt x="2111" y="156"/>
                      </a:lnTo>
                      <a:lnTo>
                        <a:pt x="2112" y="156"/>
                      </a:lnTo>
                      <a:lnTo>
                        <a:pt x="2114" y="156"/>
                      </a:lnTo>
                      <a:lnTo>
                        <a:pt x="2115" y="156"/>
                      </a:lnTo>
                      <a:lnTo>
                        <a:pt x="2116" y="156"/>
                      </a:lnTo>
                      <a:lnTo>
                        <a:pt x="2118" y="156"/>
                      </a:lnTo>
                      <a:lnTo>
                        <a:pt x="2119" y="156"/>
                      </a:lnTo>
                      <a:lnTo>
                        <a:pt x="2121" y="156"/>
                      </a:lnTo>
                      <a:lnTo>
                        <a:pt x="2122" y="156"/>
                      </a:lnTo>
                      <a:lnTo>
                        <a:pt x="2124" y="156"/>
                      </a:lnTo>
                      <a:lnTo>
                        <a:pt x="2125" y="156"/>
                      </a:lnTo>
                      <a:lnTo>
                        <a:pt x="2126" y="156"/>
                      </a:lnTo>
                      <a:lnTo>
                        <a:pt x="2128" y="156"/>
                      </a:lnTo>
                      <a:lnTo>
                        <a:pt x="2129" y="156"/>
                      </a:lnTo>
                      <a:lnTo>
                        <a:pt x="2131" y="156"/>
                      </a:lnTo>
                      <a:lnTo>
                        <a:pt x="2132" y="156"/>
                      </a:lnTo>
                      <a:lnTo>
                        <a:pt x="2133" y="156"/>
                      </a:lnTo>
                      <a:lnTo>
                        <a:pt x="2135" y="156"/>
                      </a:lnTo>
                      <a:lnTo>
                        <a:pt x="2136" y="156"/>
                      </a:lnTo>
                      <a:lnTo>
                        <a:pt x="2138" y="156"/>
                      </a:lnTo>
                      <a:lnTo>
                        <a:pt x="2139" y="156"/>
                      </a:lnTo>
                      <a:lnTo>
                        <a:pt x="2140" y="156"/>
                      </a:lnTo>
                      <a:lnTo>
                        <a:pt x="2142" y="156"/>
                      </a:lnTo>
                      <a:lnTo>
                        <a:pt x="2143" y="156"/>
                      </a:lnTo>
                      <a:lnTo>
                        <a:pt x="2145" y="156"/>
                      </a:lnTo>
                      <a:lnTo>
                        <a:pt x="2146" y="156"/>
                      </a:lnTo>
                      <a:lnTo>
                        <a:pt x="2147" y="156"/>
                      </a:lnTo>
                      <a:lnTo>
                        <a:pt x="2149" y="156"/>
                      </a:lnTo>
                      <a:lnTo>
                        <a:pt x="2150" y="156"/>
                      </a:lnTo>
                      <a:lnTo>
                        <a:pt x="2152" y="156"/>
                      </a:lnTo>
                      <a:lnTo>
                        <a:pt x="2153" y="156"/>
                      </a:lnTo>
                      <a:lnTo>
                        <a:pt x="2154" y="156"/>
                      </a:lnTo>
                      <a:lnTo>
                        <a:pt x="2156" y="156"/>
                      </a:lnTo>
                      <a:lnTo>
                        <a:pt x="2157" y="156"/>
                      </a:lnTo>
                      <a:lnTo>
                        <a:pt x="2159" y="156"/>
                      </a:lnTo>
                      <a:lnTo>
                        <a:pt x="2160" y="155"/>
                      </a:lnTo>
                      <a:lnTo>
                        <a:pt x="2161" y="155"/>
                      </a:lnTo>
                    </a:path>
                  </a:pathLst>
                </a:custGeom>
                <a:noFill/>
                <a:ln cap="flat" cmpd="sng" w="25400">
                  <a:solidFill>
                    <a:srgbClr val="0000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628" name="Google Shape;628;p17"/>
                <p:cNvSpPr/>
                <p:nvPr/>
              </p:nvSpPr>
              <p:spPr>
                <a:xfrm flipH="1" rot="10800000">
                  <a:off x="10577513" y="3906838"/>
                  <a:ext cx="355600" cy="6350"/>
                </a:xfrm>
                <a:custGeom>
                  <a:rect b="b" l="l" r="r" t="t"/>
                  <a:pathLst>
                    <a:path extrusionOk="0" h="4" w="241">
                      <a:moveTo>
                        <a:pt x="0" y="4"/>
                      </a:moveTo>
                      <a:lnTo>
                        <a:pt x="1" y="4"/>
                      </a:lnTo>
                      <a:lnTo>
                        <a:pt x="2" y="4"/>
                      </a:lnTo>
                      <a:lnTo>
                        <a:pt x="4" y="4"/>
                      </a:lnTo>
                      <a:lnTo>
                        <a:pt x="5" y="3"/>
                      </a:lnTo>
                      <a:lnTo>
                        <a:pt x="7" y="3"/>
                      </a:lnTo>
                      <a:lnTo>
                        <a:pt x="8" y="3"/>
                      </a:lnTo>
                      <a:lnTo>
                        <a:pt x="9" y="1"/>
                      </a:lnTo>
                      <a:lnTo>
                        <a:pt x="11" y="0"/>
                      </a:lnTo>
                      <a:lnTo>
                        <a:pt x="12" y="0"/>
                      </a:lnTo>
                      <a:lnTo>
                        <a:pt x="14" y="0"/>
                      </a:lnTo>
                      <a:lnTo>
                        <a:pt x="15" y="0"/>
                      </a:lnTo>
                      <a:lnTo>
                        <a:pt x="16" y="0"/>
                      </a:lnTo>
                      <a:lnTo>
                        <a:pt x="18" y="0"/>
                      </a:lnTo>
                      <a:lnTo>
                        <a:pt x="19" y="0"/>
                      </a:lnTo>
                      <a:lnTo>
                        <a:pt x="21" y="1"/>
                      </a:lnTo>
                      <a:lnTo>
                        <a:pt x="22" y="1"/>
                      </a:lnTo>
                      <a:lnTo>
                        <a:pt x="23" y="1"/>
                      </a:lnTo>
                      <a:lnTo>
                        <a:pt x="25" y="1"/>
                      </a:lnTo>
                      <a:lnTo>
                        <a:pt x="26" y="1"/>
                      </a:lnTo>
                      <a:lnTo>
                        <a:pt x="28" y="1"/>
                      </a:lnTo>
                      <a:lnTo>
                        <a:pt x="29" y="1"/>
                      </a:lnTo>
                      <a:lnTo>
                        <a:pt x="31" y="1"/>
                      </a:lnTo>
                      <a:lnTo>
                        <a:pt x="32" y="3"/>
                      </a:lnTo>
                      <a:lnTo>
                        <a:pt x="33" y="3"/>
                      </a:lnTo>
                      <a:lnTo>
                        <a:pt x="35" y="3"/>
                      </a:lnTo>
                      <a:lnTo>
                        <a:pt x="36" y="2"/>
                      </a:lnTo>
                      <a:lnTo>
                        <a:pt x="38" y="2"/>
                      </a:lnTo>
                      <a:lnTo>
                        <a:pt x="39" y="2"/>
                      </a:lnTo>
                      <a:lnTo>
                        <a:pt x="40" y="2"/>
                      </a:lnTo>
                      <a:lnTo>
                        <a:pt x="42" y="2"/>
                      </a:lnTo>
                      <a:lnTo>
                        <a:pt x="43" y="2"/>
                      </a:lnTo>
                      <a:lnTo>
                        <a:pt x="45" y="2"/>
                      </a:lnTo>
                      <a:lnTo>
                        <a:pt x="46" y="2"/>
                      </a:lnTo>
                      <a:lnTo>
                        <a:pt x="47" y="3"/>
                      </a:lnTo>
                      <a:lnTo>
                        <a:pt x="49" y="3"/>
                      </a:lnTo>
                      <a:lnTo>
                        <a:pt x="50" y="4"/>
                      </a:lnTo>
                      <a:lnTo>
                        <a:pt x="52" y="4"/>
                      </a:lnTo>
                      <a:lnTo>
                        <a:pt x="53" y="4"/>
                      </a:lnTo>
                      <a:lnTo>
                        <a:pt x="54" y="4"/>
                      </a:lnTo>
                      <a:lnTo>
                        <a:pt x="56" y="3"/>
                      </a:lnTo>
                      <a:lnTo>
                        <a:pt x="57" y="4"/>
                      </a:lnTo>
                      <a:lnTo>
                        <a:pt x="59" y="3"/>
                      </a:lnTo>
                      <a:lnTo>
                        <a:pt x="60" y="3"/>
                      </a:lnTo>
                      <a:lnTo>
                        <a:pt x="61" y="2"/>
                      </a:lnTo>
                      <a:lnTo>
                        <a:pt x="63" y="4"/>
                      </a:lnTo>
                      <a:lnTo>
                        <a:pt x="64" y="4"/>
                      </a:lnTo>
                      <a:lnTo>
                        <a:pt x="66" y="3"/>
                      </a:lnTo>
                      <a:lnTo>
                        <a:pt x="67" y="3"/>
                      </a:lnTo>
                      <a:lnTo>
                        <a:pt x="68" y="3"/>
                      </a:lnTo>
                      <a:lnTo>
                        <a:pt x="70" y="3"/>
                      </a:lnTo>
                      <a:lnTo>
                        <a:pt x="71" y="3"/>
                      </a:lnTo>
                      <a:lnTo>
                        <a:pt x="73" y="3"/>
                      </a:lnTo>
                      <a:lnTo>
                        <a:pt x="74" y="3"/>
                      </a:lnTo>
                      <a:lnTo>
                        <a:pt x="75" y="3"/>
                      </a:lnTo>
                      <a:lnTo>
                        <a:pt x="77" y="3"/>
                      </a:lnTo>
                      <a:lnTo>
                        <a:pt x="78" y="3"/>
                      </a:lnTo>
                      <a:lnTo>
                        <a:pt x="80" y="3"/>
                      </a:lnTo>
                      <a:lnTo>
                        <a:pt x="81" y="3"/>
                      </a:lnTo>
                      <a:lnTo>
                        <a:pt x="82" y="3"/>
                      </a:lnTo>
                      <a:lnTo>
                        <a:pt x="84" y="3"/>
                      </a:lnTo>
                      <a:lnTo>
                        <a:pt x="85" y="3"/>
                      </a:lnTo>
                      <a:lnTo>
                        <a:pt x="87" y="3"/>
                      </a:lnTo>
                      <a:lnTo>
                        <a:pt x="88" y="3"/>
                      </a:lnTo>
                      <a:lnTo>
                        <a:pt x="90" y="3"/>
                      </a:lnTo>
                      <a:lnTo>
                        <a:pt x="91" y="3"/>
                      </a:lnTo>
                      <a:lnTo>
                        <a:pt x="92" y="3"/>
                      </a:lnTo>
                      <a:lnTo>
                        <a:pt x="94" y="2"/>
                      </a:lnTo>
                      <a:lnTo>
                        <a:pt x="95" y="2"/>
                      </a:lnTo>
                      <a:lnTo>
                        <a:pt x="97" y="2"/>
                      </a:lnTo>
                      <a:lnTo>
                        <a:pt x="98" y="2"/>
                      </a:lnTo>
                      <a:lnTo>
                        <a:pt x="99" y="2"/>
                      </a:lnTo>
                      <a:lnTo>
                        <a:pt x="101" y="2"/>
                      </a:lnTo>
                      <a:lnTo>
                        <a:pt x="102" y="2"/>
                      </a:lnTo>
                      <a:lnTo>
                        <a:pt x="104" y="2"/>
                      </a:lnTo>
                      <a:lnTo>
                        <a:pt x="105" y="2"/>
                      </a:lnTo>
                      <a:lnTo>
                        <a:pt x="106" y="2"/>
                      </a:lnTo>
                      <a:lnTo>
                        <a:pt x="108" y="2"/>
                      </a:lnTo>
                      <a:lnTo>
                        <a:pt x="109" y="2"/>
                      </a:lnTo>
                      <a:lnTo>
                        <a:pt x="111" y="2"/>
                      </a:lnTo>
                      <a:lnTo>
                        <a:pt x="112" y="2"/>
                      </a:lnTo>
                      <a:lnTo>
                        <a:pt x="113" y="2"/>
                      </a:lnTo>
                      <a:lnTo>
                        <a:pt x="115" y="2"/>
                      </a:lnTo>
                      <a:lnTo>
                        <a:pt x="116" y="2"/>
                      </a:lnTo>
                      <a:lnTo>
                        <a:pt x="118" y="2"/>
                      </a:lnTo>
                      <a:lnTo>
                        <a:pt x="119" y="2"/>
                      </a:lnTo>
                      <a:lnTo>
                        <a:pt x="120" y="2"/>
                      </a:lnTo>
                      <a:lnTo>
                        <a:pt x="122" y="2"/>
                      </a:lnTo>
                      <a:lnTo>
                        <a:pt x="123" y="2"/>
                      </a:lnTo>
                      <a:lnTo>
                        <a:pt x="125" y="2"/>
                      </a:lnTo>
                      <a:lnTo>
                        <a:pt x="126" y="2"/>
                      </a:lnTo>
                      <a:lnTo>
                        <a:pt x="127" y="2"/>
                      </a:lnTo>
                      <a:lnTo>
                        <a:pt x="129" y="2"/>
                      </a:lnTo>
                      <a:lnTo>
                        <a:pt x="130" y="2"/>
                      </a:lnTo>
                      <a:lnTo>
                        <a:pt x="132" y="2"/>
                      </a:lnTo>
                      <a:lnTo>
                        <a:pt x="133" y="2"/>
                      </a:lnTo>
                      <a:lnTo>
                        <a:pt x="134" y="2"/>
                      </a:lnTo>
                      <a:lnTo>
                        <a:pt x="136" y="2"/>
                      </a:lnTo>
                      <a:lnTo>
                        <a:pt x="137" y="2"/>
                      </a:lnTo>
                      <a:lnTo>
                        <a:pt x="139" y="2"/>
                      </a:lnTo>
                      <a:lnTo>
                        <a:pt x="140" y="2"/>
                      </a:lnTo>
                      <a:lnTo>
                        <a:pt x="141" y="2"/>
                      </a:lnTo>
                      <a:lnTo>
                        <a:pt x="143" y="2"/>
                      </a:lnTo>
                      <a:lnTo>
                        <a:pt x="144" y="2"/>
                      </a:lnTo>
                      <a:lnTo>
                        <a:pt x="146" y="2"/>
                      </a:lnTo>
                      <a:lnTo>
                        <a:pt x="147" y="2"/>
                      </a:lnTo>
                      <a:lnTo>
                        <a:pt x="148" y="2"/>
                      </a:lnTo>
                      <a:lnTo>
                        <a:pt x="150" y="2"/>
                      </a:lnTo>
                      <a:lnTo>
                        <a:pt x="151" y="2"/>
                      </a:lnTo>
                      <a:lnTo>
                        <a:pt x="153" y="2"/>
                      </a:lnTo>
                      <a:lnTo>
                        <a:pt x="154" y="1"/>
                      </a:lnTo>
                      <a:lnTo>
                        <a:pt x="156" y="1"/>
                      </a:lnTo>
                      <a:lnTo>
                        <a:pt x="157" y="1"/>
                      </a:lnTo>
                      <a:lnTo>
                        <a:pt x="158" y="1"/>
                      </a:lnTo>
                      <a:lnTo>
                        <a:pt x="160" y="1"/>
                      </a:lnTo>
                      <a:lnTo>
                        <a:pt x="161" y="1"/>
                      </a:lnTo>
                      <a:lnTo>
                        <a:pt x="163" y="1"/>
                      </a:lnTo>
                      <a:lnTo>
                        <a:pt x="164" y="1"/>
                      </a:lnTo>
                      <a:lnTo>
                        <a:pt x="165" y="1"/>
                      </a:lnTo>
                      <a:lnTo>
                        <a:pt x="167" y="1"/>
                      </a:lnTo>
                      <a:lnTo>
                        <a:pt x="168" y="1"/>
                      </a:lnTo>
                      <a:lnTo>
                        <a:pt x="170" y="1"/>
                      </a:lnTo>
                      <a:lnTo>
                        <a:pt x="171" y="1"/>
                      </a:lnTo>
                      <a:lnTo>
                        <a:pt x="172" y="1"/>
                      </a:lnTo>
                      <a:lnTo>
                        <a:pt x="174" y="1"/>
                      </a:lnTo>
                      <a:lnTo>
                        <a:pt x="175" y="1"/>
                      </a:lnTo>
                      <a:lnTo>
                        <a:pt x="177" y="1"/>
                      </a:lnTo>
                      <a:lnTo>
                        <a:pt x="178" y="1"/>
                      </a:lnTo>
                      <a:lnTo>
                        <a:pt x="179" y="1"/>
                      </a:lnTo>
                      <a:lnTo>
                        <a:pt x="181" y="1"/>
                      </a:lnTo>
                      <a:lnTo>
                        <a:pt x="182" y="1"/>
                      </a:lnTo>
                      <a:lnTo>
                        <a:pt x="184" y="1"/>
                      </a:lnTo>
                      <a:lnTo>
                        <a:pt x="185" y="1"/>
                      </a:lnTo>
                      <a:lnTo>
                        <a:pt x="186" y="1"/>
                      </a:lnTo>
                      <a:lnTo>
                        <a:pt x="188" y="1"/>
                      </a:lnTo>
                      <a:lnTo>
                        <a:pt x="189" y="1"/>
                      </a:lnTo>
                      <a:lnTo>
                        <a:pt x="191" y="1"/>
                      </a:lnTo>
                      <a:lnTo>
                        <a:pt x="192" y="1"/>
                      </a:lnTo>
                      <a:lnTo>
                        <a:pt x="193" y="1"/>
                      </a:lnTo>
                      <a:lnTo>
                        <a:pt x="195" y="1"/>
                      </a:lnTo>
                      <a:lnTo>
                        <a:pt x="196" y="1"/>
                      </a:lnTo>
                      <a:lnTo>
                        <a:pt x="198" y="1"/>
                      </a:lnTo>
                      <a:lnTo>
                        <a:pt x="199" y="1"/>
                      </a:lnTo>
                      <a:lnTo>
                        <a:pt x="200" y="1"/>
                      </a:lnTo>
                      <a:lnTo>
                        <a:pt x="202" y="1"/>
                      </a:lnTo>
                      <a:lnTo>
                        <a:pt x="203" y="1"/>
                      </a:lnTo>
                      <a:lnTo>
                        <a:pt x="205" y="1"/>
                      </a:lnTo>
                      <a:lnTo>
                        <a:pt x="206" y="1"/>
                      </a:lnTo>
                      <a:lnTo>
                        <a:pt x="207" y="1"/>
                      </a:lnTo>
                      <a:lnTo>
                        <a:pt x="209" y="1"/>
                      </a:lnTo>
                      <a:lnTo>
                        <a:pt x="210" y="1"/>
                      </a:lnTo>
                      <a:lnTo>
                        <a:pt x="212" y="1"/>
                      </a:lnTo>
                      <a:lnTo>
                        <a:pt x="213" y="1"/>
                      </a:lnTo>
                      <a:lnTo>
                        <a:pt x="214" y="1"/>
                      </a:lnTo>
                      <a:lnTo>
                        <a:pt x="216" y="1"/>
                      </a:lnTo>
                      <a:lnTo>
                        <a:pt x="217" y="1"/>
                      </a:lnTo>
                      <a:lnTo>
                        <a:pt x="219" y="1"/>
                      </a:lnTo>
                      <a:lnTo>
                        <a:pt x="220" y="1"/>
                      </a:lnTo>
                      <a:lnTo>
                        <a:pt x="222" y="1"/>
                      </a:lnTo>
                      <a:lnTo>
                        <a:pt x="223" y="0"/>
                      </a:lnTo>
                      <a:lnTo>
                        <a:pt x="224" y="0"/>
                      </a:lnTo>
                      <a:lnTo>
                        <a:pt x="226" y="0"/>
                      </a:lnTo>
                      <a:lnTo>
                        <a:pt x="227" y="0"/>
                      </a:lnTo>
                      <a:lnTo>
                        <a:pt x="229" y="0"/>
                      </a:lnTo>
                      <a:lnTo>
                        <a:pt x="230" y="0"/>
                      </a:lnTo>
                      <a:lnTo>
                        <a:pt x="231" y="0"/>
                      </a:lnTo>
                      <a:lnTo>
                        <a:pt x="233" y="0"/>
                      </a:lnTo>
                      <a:lnTo>
                        <a:pt x="234" y="0"/>
                      </a:lnTo>
                      <a:lnTo>
                        <a:pt x="236" y="0"/>
                      </a:lnTo>
                      <a:lnTo>
                        <a:pt x="237" y="0"/>
                      </a:lnTo>
                      <a:lnTo>
                        <a:pt x="238" y="0"/>
                      </a:lnTo>
                      <a:lnTo>
                        <a:pt x="240" y="1"/>
                      </a:lnTo>
                      <a:lnTo>
                        <a:pt x="241" y="1"/>
                      </a:lnTo>
                    </a:path>
                  </a:pathLst>
                </a:custGeom>
                <a:noFill/>
                <a:ln cap="flat" cmpd="sng" w="25400">
                  <a:solidFill>
                    <a:srgbClr val="0000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grpSp>
        </p:grpSp>
      </p:grpSp>
      <p:sp>
        <p:nvSpPr>
          <p:cNvPr id="629" name="Google Shape;629;p17"/>
          <p:cNvSpPr txBox="1"/>
          <p:nvPr/>
        </p:nvSpPr>
        <p:spPr>
          <a:xfrm>
            <a:off x="150389" y="4673163"/>
            <a:ext cx="8339445" cy="181588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The raw sensorgrams (green/red) show significant binding response that is higher on the RNA surface.</a:t>
            </a:r>
            <a:endParaRPr sz="16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H4 appears to show more binding to the RNA surface than H3.2, but there is still significant non-specific/background binding of H4 to the MCH surface.</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The ref sub curve has odd morphology due to the differing slopes.</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Both surfaces show good removal of bound protein after regeneration (baseline at 1000 s is close to 0 RU).</a:t>
            </a:r>
            <a:endParaRPr sz="1600">
              <a:solidFill>
                <a:schemeClr val="dk1"/>
              </a:solidFill>
              <a:latin typeface="Arial"/>
              <a:ea typeface="Arial"/>
              <a:cs typeface="Arial"/>
              <a:sym typeface="Arial"/>
            </a:endParaRPr>
          </a:p>
        </p:txBody>
      </p:sp>
      <p:graphicFrame>
        <p:nvGraphicFramePr>
          <p:cNvPr id="630" name="Google Shape;630;p17"/>
          <p:cNvGraphicFramePr/>
          <p:nvPr/>
        </p:nvGraphicFramePr>
        <p:xfrm>
          <a:off x="8673932" y="5007330"/>
          <a:ext cx="3000000" cy="3000000"/>
        </p:xfrm>
        <a:graphic>
          <a:graphicData uri="http://schemas.openxmlformats.org/drawingml/2006/table">
            <a:tbl>
              <a:tblPr>
                <a:noFill/>
                <a:tableStyleId>{50521EC1-74A7-4990-AE84-D3445A6DB4BE}</a:tableStyleId>
              </a:tblPr>
              <a:tblGrid>
                <a:gridCol w="725550"/>
                <a:gridCol w="676350"/>
                <a:gridCol w="627125"/>
                <a:gridCol w="627125"/>
                <a:gridCol w="547750"/>
              </a:tblGrid>
              <a:tr h="182875">
                <a:tc>
                  <a:txBody>
                    <a:bodyPr/>
                    <a:lstStyle/>
                    <a:p>
                      <a:pPr indent="0" lvl="0" marL="0" marR="0" rtl="0" algn="ctr">
                        <a:spcBef>
                          <a:spcPts val="0"/>
                        </a:spcBef>
                        <a:spcAft>
                          <a:spcPts val="0"/>
                        </a:spcAft>
                        <a:buNone/>
                      </a:pPr>
                      <a:r>
                        <a:t/>
                      </a:r>
                      <a:endParaRPr b="1"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t/>
                      </a:r>
                      <a:endParaRPr b="1"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gridSpan="3">
                  <a:txBody>
                    <a:bodyPr/>
                    <a:lstStyle/>
                    <a:p>
                      <a:pPr indent="0" lvl="0" marL="0" marR="0" rtl="0" algn="ctr">
                        <a:spcBef>
                          <a:spcPts val="0"/>
                        </a:spcBef>
                        <a:spcAft>
                          <a:spcPts val="0"/>
                        </a:spcAft>
                        <a:buNone/>
                      </a:pPr>
                      <a:r>
                        <a:rPr b="1" i="0" lang="en-US" sz="1400" u="none" cap="none" strike="noStrike">
                          <a:solidFill>
                            <a:schemeClr val="dk1"/>
                          </a:solidFill>
                          <a:latin typeface="Arial"/>
                          <a:ea typeface="Arial"/>
                          <a:cs typeface="Arial"/>
                          <a:sym typeface="Arial"/>
                        </a:rPr>
                        <a:t>Binding Resp (RU)</a:t>
                      </a:r>
                      <a:endParaRPr b="1" i="0" sz="1400" u="none" cap="none" strike="noStrike">
                        <a:solidFill>
                          <a:schemeClr val="dk1"/>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hMerge="1"/>
                <a:tc hMerge="1"/>
              </a:tr>
              <a:tr h="182875">
                <a:tc>
                  <a:txBody>
                    <a:bodyPr/>
                    <a:lstStyle/>
                    <a:p>
                      <a:pPr indent="0" lvl="0" marL="0" marR="0" rtl="0" algn="ctr">
                        <a:spcBef>
                          <a:spcPts val="0"/>
                        </a:spcBef>
                        <a:spcAft>
                          <a:spcPts val="0"/>
                        </a:spcAft>
                        <a:buNone/>
                      </a:pPr>
                      <a:r>
                        <a:rPr b="1" lang="en-US" sz="1400" u="none" cap="none" strike="noStrike">
                          <a:latin typeface="Arial"/>
                          <a:ea typeface="Arial"/>
                          <a:cs typeface="Arial"/>
                          <a:sym typeface="Arial"/>
                        </a:rPr>
                        <a:t>Analyte</a:t>
                      </a:r>
                      <a:endParaRPr b="1"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u="none" cap="none" strike="noStrike">
                          <a:latin typeface="Arial"/>
                          <a:ea typeface="Arial"/>
                          <a:cs typeface="Arial"/>
                          <a:sym typeface="Arial"/>
                        </a:rPr>
                        <a:t>Conc</a:t>
                      </a:r>
                      <a:endParaRPr b="1"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u="none" cap="none" strike="noStrike">
                          <a:solidFill>
                            <a:srgbClr val="FF0000"/>
                          </a:solidFill>
                          <a:latin typeface="Arial"/>
                          <a:ea typeface="Arial"/>
                          <a:cs typeface="Arial"/>
                          <a:sym typeface="Arial"/>
                        </a:rPr>
                        <a:t>Fc1</a:t>
                      </a:r>
                      <a:endParaRPr b="1" i="0" sz="1400" u="none" cap="none" strike="noStrike">
                        <a:solidFill>
                          <a:srgbClr val="FF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u="none" cap="none" strike="noStrike">
                          <a:solidFill>
                            <a:srgbClr val="228B22"/>
                          </a:solidFill>
                          <a:latin typeface="Arial"/>
                          <a:ea typeface="Arial"/>
                          <a:cs typeface="Arial"/>
                          <a:sym typeface="Arial"/>
                        </a:rPr>
                        <a:t>Fc3</a:t>
                      </a:r>
                      <a:endParaRPr b="1" i="0" sz="1400" u="none" cap="none" strike="noStrike">
                        <a:solidFill>
                          <a:srgbClr val="228B22"/>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u="none" cap="none" strike="noStrike">
                          <a:solidFill>
                            <a:srgbClr val="0000FF"/>
                          </a:solidFill>
                          <a:latin typeface="Arial"/>
                          <a:ea typeface="Arial"/>
                          <a:cs typeface="Arial"/>
                          <a:sym typeface="Arial"/>
                        </a:rPr>
                        <a:t>Fc3-1</a:t>
                      </a:r>
                      <a:endParaRPr b="1" i="0" sz="1400" u="none" cap="none" strike="noStrike">
                        <a:solidFill>
                          <a:srgbClr val="0000FF"/>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r>
              <a:tr h="182875">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H4</a:t>
                      </a:r>
                      <a:endParaRPr b="0"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100 nM</a:t>
                      </a:r>
                      <a:endParaRPr b="0"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1958.3</a:t>
                      </a:r>
                      <a:endParaRPr b="0"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2299.8</a:t>
                      </a:r>
                      <a:endParaRPr b="0"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345.9</a:t>
                      </a:r>
                      <a:endParaRPr b="0"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r>
              <a:tr h="182875">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H4</a:t>
                      </a:r>
                      <a:endParaRPr b="0"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200 nM</a:t>
                      </a:r>
                      <a:endParaRPr b="0"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2116.3</a:t>
                      </a:r>
                      <a:endParaRPr b="0"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2588.7</a:t>
                      </a:r>
                      <a:endParaRPr b="0"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473.6</a:t>
                      </a:r>
                      <a:endParaRPr b="0"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grpSp>
        <p:nvGrpSpPr>
          <p:cNvPr id="635" name="Google Shape;635;p18"/>
          <p:cNvGrpSpPr/>
          <p:nvPr/>
        </p:nvGrpSpPr>
        <p:grpSpPr>
          <a:xfrm>
            <a:off x="9646266" y="3994831"/>
            <a:ext cx="2185719" cy="935783"/>
            <a:chOff x="9763434" y="2624995"/>
            <a:chExt cx="2185719" cy="935783"/>
          </a:xfrm>
        </p:grpSpPr>
        <p:sp>
          <p:nvSpPr>
            <p:cNvPr id="636" name="Google Shape;636;p18"/>
            <p:cNvSpPr/>
            <p:nvPr/>
          </p:nvSpPr>
          <p:spPr>
            <a:xfrm>
              <a:off x="9763434" y="2624995"/>
              <a:ext cx="2185719" cy="935783"/>
            </a:xfrm>
            <a:prstGeom prst="rect">
              <a:avLst/>
            </a:prstGeom>
            <a:solidFill>
              <a:schemeClr val="lt1"/>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637" name="Google Shape;637;p18"/>
            <p:cNvGrpSpPr/>
            <p:nvPr/>
          </p:nvGrpSpPr>
          <p:grpSpPr>
            <a:xfrm>
              <a:off x="9909868" y="2738016"/>
              <a:ext cx="1892850" cy="709740"/>
              <a:chOff x="4612148" y="5335587"/>
              <a:chExt cx="1892850" cy="709740"/>
            </a:xfrm>
          </p:grpSpPr>
          <p:grpSp>
            <p:nvGrpSpPr>
              <p:cNvPr id="638" name="Google Shape;638;p18"/>
              <p:cNvGrpSpPr/>
              <p:nvPr/>
            </p:nvGrpSpPr>
            <p:grpSpPr>
              <a:xfrm>
                <a:off x="4612148" y="5829883"/>
                <a:ext cx="1623545" cy="215444"/>
                <a:chOff x="4612148" y="6012763"/>
                <a:chExt cx="1623545" cy="215444"/>
              </a:xfrm>
            </p:grpSpPr>
            <p:sp>
              <p:nvSpPr>
                <p:cNvPr id="639" name="Google Shape;639;p18"/>
                <p:cNvSpPr/>
                <p:nvPr/>
              </p:nvSpPr>
              <p:spPr>
                <a:xfrm>
                  <a:off x="4962909" y="6012763"/>
                  <a:ext cx="1272784" cy="2154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Ref Sub (Fc3-1)</a:t>
                  </a:r>
                  <a:endParaRPr b="0" i="0" sz="1400" u="none" cap="none" strike="noStrike">
                    <a:solidFill>
                      <a:schemeClr val="dk1"/>
                    </a:solidFill>
                    <a:latin typeface="Arial"/>
                    <a:ea typeface="Arial"/>
                    <a:cs typeface="Arial"/>
                    <a:sym typeface="Arial"/>
                  </a:endParaRPr>
                </a:p>
              </p:txBody>
            </p:sp>
            <p:cxnSp>
              <p:nvCxnSpPr>
                <p:cNvPr id="640" name="Google Shape;640;p18"/>
                <p:cNvCxnSpPr/>
                <p:nvPr/>
              </p:nvCxnSpPr>
              <p:spPr>
                <a:xfrm>
                  <a:off x="4612148" y="6120485"/>
                  <a:ext cx="274320" cy="0"/>
                </a:xfrm>
                <a:prstGeom prst="straightConnector1">
                  <a:avLst/>
                </a:prstGeom>
                <a:noFill/>
                <a:ln cap="flat" cmpd="sng" w="38100">
                  <a:solidFill>
                    <a:srgbClr val="0000FF"/>
                  </a:solidFill>
                  <a:prstDash val="solid"/>
                  <a:miter lim="800000"/>
                  <a:headEnd len="sm" w="sm" type="none"/>
                  <a:tailEnd len="sm" w="sm" type="none"/>
                </a:ln>
              </p:spPr>
            </p:cxnSp>
          </p:grpSp>
          <p:grpSp>
            <p:nvGrpSpPr>
              <p:cNvPr id="641" name="Google Shape;641;p18"/>
              <p:cNvGrpSpPr/>
              <p:nvPr/>
            </p:nvGrpSpPr>
            <p:grpSpPr>
              <a:xfrm>
                <a:off x="4612148" y="5582735"/>
                <a:ext cx="1892850" cy="215444"/>
                <a:chOff x="4612148" y="5689439"/>
                <a:chExt cx="1892850" cy="215444"/>
              </a:xfrm>
            </p:grpSpPr>
            <p:sp>
              <p:nvSpPr>
                <p:cNvPr id="642" name="Google Shape;642;p18"/>
                <p:cNvSpPr/>
                <p:nvPr/>
              </p:nvSpPr>
              <p:spPr>
                <a:xfrm>
                  <a:off x="4962909" y="5689439"/>
                  <a:ext cx="1542089" cy="2154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MCH Surface (Fc1)</a:t>
                  </a:r>
                  <a:endParaRPr b="0" i="0" sz="1400" u="none" cap="none" strike="noStrike">
                    <a:solidFill>
                      <a:schemeClr val="dk1"/>
                    </a:solidFill>
                    <a:latin typeface="Arial"/>
                    <a:ea typeface="Arial"/>
                    <a:cs typeface="Arial"/>
                    <a:sym typeface="Arial"/>
                  </a:endParaRPr>
                </a:p>
              </p:txBody>
            </p:sp>
            <p:cxnSp>
              <p:nvCxnSpPr>
                <p:cNvPr id="643" name="Google Shape;643;p18"/>
                <p:cNvCxnSpPr/>
                <p:nvPr/>
              </p:nvCxnSpPr>
              <p:spPr>
                <a:xfrm>
                  <a:off x="4612148" y="5797161"/>
                  <a:ext cx="274320" cy="0"/>
                </a:xfrm>
                <a:prstGeom prst="straightConnector1">
                  <a:avLst/>
                </a:prstGeom>
                <a:noFill/>
                <a:ln cap="flat" cmpd="sng" w="38100">
                  <a:solidFill>
                    <a:srgbClr val="FF0000"/>
                  </a:solidFill>
                  <a:prstDash val="solid"/>
                  <a:miter lim="800000"/>
                  <a:headEnd len="sm" w="sm" type="none"/>
                  <a:tailEnd len="sm" w="sm" type="none"/>
                </a:ln>
              </p:spPr>
            </p:cxnSp>
          </p:grpSp>
          <p:grpSp>
            <p:nvGrpSpPr>
              <p:cNvPr id="644" name="Google Shape;644;p18"/>
              <p:cNvGrpSpPr/>
              <p:nvPr/>
            </p:nvGrpSpPr>
            <p:grpSpPr>
              <a:xfrm>
                <a:off x="4616957" y="5335587"/>
                <a:ext cx="1854121" cy="215444"/>
                <a:chOff x="4616957" y="5335587"/>
                <a:chExt cx="1854121" cy="215444"/>
              </a:xfrm>
            </p:grpSpPr>
            <p:sp>
              <p:nvSpPr>
                <p:cNvPr id="645" name="Google Shape;645;p18"/>
                <p:cNvSpPr/>
                <p:nvPr/>
              </p:nvSpPr>
              <p:spPr>
                <a:xfrm>
                  <a:off x="4967718" y="5335587"/>
                  <a:ext cx="1503360" cy="2154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RNA Surface (Fc3)</a:t>
                  </a:r>
                  <a:endParaRPr b="0" i="0" sz="1400" u="none" cap="none" strike="noStrike">
                    <a:solidFill>
                      <a:schemeClr val="dk1"/>
                    </a:solidFill>
                    <a:latin typeface="Arial"/>
                    <a:ea typeface="Arial"/>
                    <a:cs typeface="Arial"/>
                    <a:sym typeface="Arial"/>
                  </a:endParaRPr>
                </a:p>
              </p:txBody>
            </p:sp>
            <p:cxnSp>
              <p:nvCxnSpPr>
                <p:cNvPr id="646" name="Google Shape;646;p18"/>
                <p:cNvCxnSpPr/>
                <p:nvPr/>
              </p:nvCxnSpPr>
              <p:spPr>
                <a:xfrm>
                  <a:off x="4616957" y="5443309"/>
                  <a:ext cx="274320" cy="0"/>
                </a:xfrm>
                <a:prstGeom prst="straightConnector1">
                  <a:avLst/>
                </a:prstGeom>
                <a:noFill/>
                <a:ln cap="flat" cmpd="sng" w="38100">
                  <a:solidFill>
                    <a:srgbClr val="228B22"/>
                  </a:solidFill>
                  <a:prstDash val="solid"/>
                  <a:miter lim="800000"/>
                  <a:headEnd len="sm" w="sm" type="none"/>
                  <a:tailEnd len="sm" w="sm" type="none"/>
                </a:ln>
              </p:spPr>
            </p:cxnSp>
          </p:grpSp>
        </p:grpSp>
      </p:grpSp>
      <p:grpSp>
        <p:nvGrpSpPr>
          <p:cNvPr id="647" name="Google Shape;647;p18"/>
          <p:cNvGrpSpPr/>
          <p:nvPr/>
        </p:nvGrpSpPr>
        <p:grpSpPr>
          <a:xfrm>
            <a:off x="4592221" y="2420343"/>
            <a:ext cx="1198012" cy="540345"/>
            <a:chOff x="4625339" y="2421999"/>
            <a:chExt cx="1198012" cy="540345"/>
          </a:xfrm>
        </p:grpSpPr>
        <p:sp>
          <p:nvSpPr>
            <p:cNvPr id="648" name="Google Shape;648;p18"/>
            <p:cNvSpPr/>
            <p:nvPr/>
          </p:nvSpPr>
          <p:spPr>
            <a:xfrm rot="5400000">
              <a:off x="4708716" y="2691392"/>
              <a:ext cx="187575" cy="354329"/>
            </a:xfrm>
            <a:prstGeom prst="leftBrace">
              <a:avLst>
                <a:gd fmla="val 8333" name="adj1"/>
                <a:gd fmla="val 50000" name="adj2"/>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49" name="Google Shape;649;p18"/>
            <p:cNvSpPr txBox="1"/>
            <p:nvPr/>
          </p:nvSpPr>
          <p:spPr>
            <a:xfrm>
              <a:off x="4656297" y="2421999"/>
              <a:ext cx="116705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700">
                  <a:solidFill>
                    <a:schemeClr val="dk1"/>
                  </a:solidFill>
                  <a:latin typeface="Arial"/>
                  <a:ea typeface="Arial"/>
                  <a:cs typeface="Arial"/>
                  <a:sym typeface="Arial"/>
                </a:rPr>
                <a:t>Regeneration portion of curve removed for clarity</a:t>
              </a:r>
              <a:endParaRPr sz="700">
                <a:solidFill>
                  <a:schemeClr val="dk1"/>
                </a:solidFill>
                <a:latin typeface="Arial"/>
                <a:ea typeface="Arial"/>
                <a:cs typeface="Arial"/>
                <a:sym typeface="Arial"/>
              </a:endParaRPr>
            </a:p>
          </p:txBody>
        </p:sp>
      </p:grpSp>
      <p:grpSp>
        <p:nvGrpSpPr>
          <p:cNvPr id="650" name="Google Shape;650;p18"/>
          <p:cNvGrpSpPr/>
          <p:nvPr/>
        </p:nvGrpSpPr>
        <p:grpSpPr>
          <a:xfrm>
            <a:off x="10314916" y="2404546"/>
            <a:ext cx="1167054" cy="540345"/>
            <a:chOff x="4586723" y="2421999"/>
            <a:chExt cx="1167054" cy="540345"/>
          </a:xfrm>
        </p:grpSpPr>
        <p:sp>
          <p:nvSpPr>
            <p:cNvPr id="651" name="Google Shape;651;p18"/>
            <p:cNvSpPr/>
            <p:nvPr/>
          </p:nvSpPr>
          <p:spPr>
            <a:xfrm rot="5400000">
              <a:off x="4708716" y="2691392"/>
              <a:ext cx="187575" cy="354329"/>
            </a:xfrm>
            <a:prstGeom prst="leftBrace">
              <a:avLst>
                <a:gd fmla="val 8333" name="adj1"/>
                <a:gd fmla="val 50000" name="adj2"/>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52" name="Google Shape;652;p18"/>
            <p:cNvSpPr txBox="1"/>
            <p:nvPr/>
          </p:nvSpPr>
          <p:spPr>
            <a:xfrm>
              <a:off x="4586723" y="2421999"/>
              <a:ext cx="116705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700">
                  <a:solidFill>
                    <a:schemeClr val="dk1"/>
                  </a:solidFill>
                  <a:latin typeface="Arial"/>
                  <a:ea typeface="Arial"/>
                  <a:cs typeface="Arial"/>
                  <a:sym typeface="Arial"/>
                </a:rPr>
                <a:t>Regeneration portion of curve removed for clarity</a:t>
              </a:r>
              <a:endParaRPr sz="700">
                <a:solidFill>
                  <a:schemeClr val="dk1"/>
                </a:solidFill>
                <a:latin typeface="Arial"/>
                <a:ea typeface="Arial"/>
                <a:cs typeface="Arial"/>
                <a:sym typeface="Arial"/>
              </a:endParaRPr>
            </a:p>
          </p:txBody>
        </p:sp>
      </p:grpSp>
      <p:sp>
        <p:nvSpPr>
          <p:cNvPr id="653" name="Google Shape;653;p18"/>
          <p:cNvSpPr txBox="1"/>
          <p:nvPr/>
        </p:nvSpPr>
        <p:spPr>
          <a:xfrm>
            <a:off x="1704352" y="80914"/>
            <a:ext cx="8783297"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dk2"/>
                </a:solidFill>
                <a:latin typeface="Arial"/>
                <a:ea typeface="Arial"/>
                <a:cs typeface="Arial"/>
                <a:sym typeface="Arial"/>
              </a:rPr>
              <a:t>Binding Results</a:t>
            </a:r>
            <a:endParaRPr b="1" sz="3200">
              <a:solidFill>
                <a:schemeClr val="dk2"/>
              </a:solidFill>
              <a:latin typeface="Arial"/>
              <a:ea typeface="Arial"/>
              <a:cs typeface="Arial"/>
              <a:sym typeface="Arial"/>
            </a:endParaRPr>
          </a:p>
        </p:txBody>
      </p:sp>
      <p:sp>
        <p:nvSpPr>
          <p:cNvPr id="654" name="Google Shape;654;p18"/>
          <p:cNvSpPr txBox="1"/>
          <p:nvPr/>
        </p:nvSpPr>
        <p:spPr>
          <a:xfrm>
            <a:off x="70936" y="3883768"/>
            <a:ext cx="11366668" cy="830997"/>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228B22"/>
              </a:buClr>
              <a:buSzPts val="1600"/>
              <a:buFont typeface="Arial"/>
              <a:buChar char="•"/>
            </a:pPr>
            <a:r>
              <a:rPr lang="en-US" sz="1600">
                <a:solidFill>
                  <a:srgbClr val="228B22"/>
                </a:solidFill>
                <a:latin typeface="Arial"/>
                <a:ea typeface="Arial"/>
                <a:cs typeface="Arial"/>
                <a:sym typeface="Arial"/>
              </a:rPr>
              <a:t>Green</a:t>
            </a:r>
            <a:r>
              <a:rPr lang="en-US" sz="1600">
                <a:solidFill>
                  <a:schemeClr val="dk1"/>
                </a:solidFill>
                <a:latin typeface="Arial"/>
                <a:ea typeface="Arial"/>
                <a:cs typeface="Arial"/>
                <a:sym typeface="Arial"/>
              </a:rPr>
              <a:t> curve is the raw sensorgram showing binding to the active, RNA surface.</a:t>
            </a:r>
            <a:endParaRPr/>
          </a:p>
          <a:p>
            <a:pPr indent="-285750" lvl="0" marL="285750" marR="0" rtl="0" algn="l">
              <a:spcBef>
                <a:spcPts val="0"/>
              </a:spcBef>
              <a:spcAft>
                <a:spcPts val="0"/>
              </a:spcAft>
              <a:buClr>
                <a:srgbClr val="FF0000"/>
              </a:buClr>
              <a:buSzPts val="1600"/>
              <a:buFont typeface="Arial"/>
              <a:buChar char="•"/>
            </a:pPr>
            <a:r>
              <a:rPr lang="en-US" sz="1600">
                <a:solidFill>
                  <a:srgbClr val="FF0000"/>
                </a:solidFill>
                <a:latin typeface="Arial"/>
                <a:ea typeface="Arial"/>
                <a:cs typeface="Arial"/>
                <a:sym typeface="Arial"/>
              </a:rPr>
              <a:t>Red</a:t>
            </a:r>
            <a:r>
              <a:rPr lang="en-US" sz="1600">
                <a:solidFill>
                  <a:schemeClr val="dk1"/>
                </a:solidFill>
                <a:latin typeface="Arial"/>
                <a:ea typeface="Arial"/>
                <a:cs typeface="Arial"/>
                <a:sym typeface="Arial"/>
              </a:rPr>
              <a:t> curve is the raw sensorgram showing non-specific binding to the control, MCH surface.</a:t>
            </a:r>
            <a:endParaRPr/>
          </a:p>
          <a:p>
            <a:pPr indent="-285750" lvl="0" marL="285750" marR="0" rtl="0" algn="l">
              <a:spcBef>
                <a:spcPts val="0"/>
              </a:spcBef>
              <a:spcAft>
                <a:spcPts val="0"/>
              </a:spcAft>
              <a:buClr>
                <a:srgbClr val="0000FF"/>
              </a:buClr>
              <a:buSzPts val="1600"/>
              <a:buFont typeface="Arial"/>
              <a:buChar char="•"/>
            </a:pPr>
            <a:r>
              <a:rPr lang="en-US" sz="1600">
                <a:solidFill>
                  <a:srgbClr val="0000FF"/>
                </a:solidFill>
                <a:latin typeface="Arial"/>
                <a:ea typeface="Arial"/>
                <a:cs typeface="Arial"/>
                <a:sym typeface="Arial"/>
              </a:rPr>
              <a:t>Blue</a:t>
            </a:r>
            <a:r>
              <a:rPr lang="en-US" sz="1600">
                <a:solidFill>
                  <a:schemeClr val="dk1"/>
                </a:solidFill>
                <a:latin typeface="Arial"/>
                <a:ea typeface="Arial"/>
                <a:cs typeface="Arial"/>
                <a:sym typeface="Arial"/>
              </a:rPr>
              <a:t> curve is the reference subtracted sensorgram showing specific binding to the RNA surface.</a:t>
            </a:r>
            <a:endParaRPr/>
          </a:p>
        </p:txBody>
      </p:sp>
      <p:grpSp>
        <p:nvGrpSpPr>
          <p:cNvPr id="655" name="Google Shape;655;p18"/>
          <p:cNvGrpSpPr/>
          <p:nvPr/>
        </p:nvGrpSpPr>
        <p:grpSpPr>
          <a:xfrm>
            <a:off x="427902" y="914400"/>
            <a:ext cx="11336198" cy="2934444"/>
            <a:chOff x="310845" y="1803618"/>
            <a:chExt cx="11336198" cy="2934444"/>
          </a:xfrm>
        </p:grpSpPr>
        <p:grpSp>
          <p:nvGrpSpPr>
            <p:cNvPr id="656" name="Google Shape;656;p18"/>
            <p:cNvGrpSpPr/>
            <p:nvPr/>
          </p:nvGrpSpPr>
          <p:grpSpPr>
            <a:xfrm>
              <a:off x="310845" y="1803618"/>
              <a:ext cx="5608497" cy="2934444"/>
              <a:chOff x="310845" y="1743075"/>
              <a:chExt cx="5608497" cy="2934444"/>
            </a:xfrm>
          </p:grpSpPr>
          <p:cxnSp>
            <p:nvCxnSpPr>
              <p:cNvPr id="657" name="Google Shape;657;p18"/>
              <p:cNvCxnSpPr/>
              <p:nvPr/>
            </p:nvCxnSpPr>
            <p:spPr>
              <a:xfrm rot="10800000">
                <a:off x="842963" y="1858963"/>
                <a:ext cx="0" cy="2471738"/>
              </a:xfrm>
              <a:prstGeom prst="straightConnector1">
                <a:avLst/>
              </a:prstGeom>
              <a:noFill/>
              <a:ln cap="flat" cmpd="sng" w="9525">
                <a:solidFill>
                  <a:srgbClr val="000000"/>
                </a:solidFill>
                <a:prstDash val="solid"/>
                <a:round/>
                <a:headEnd len="med" w="med" type="none"/>
                <a:tailEnd len="med" w="med" type="none"/>
              </a:ln>
            </p:spPr>
          </p:cxnSp>
          <p:cxnSp>
            <p:nvCxnSpPr>
              <p:cNvPr id="658" name="Google Shape;658;p18"/>
              <p:cNvCxnSpPr/>
              <p:nvPr/>
            </p:nvCxnSpPr>
            <p:spPr>
              <a:xfrm rot="10800000">
                <a:off x="835025" y="4330700"/>
                <a:ext cx="11112" cy="0"/>
              </a:xfrm>
              <a:prstGeom prst="straightConnector1">
                <a:avLst/>
              </a:prstGeom>
              <a:noFill/>
              <a:ln cap="flat" cmpd="sng" w="9525">
                <a:solidFill>
                  <a:srgbClr val="000000"/>
                </a:solidFill>
                <a:prstDash val="solid"/>
                <a:round/>
                <a:headEnd len="med" w="med" type="none"/>
                <a:tailEnd len="med" w="med" type="none"/>
              </a:ln>
            </p:spPr>
          </p:cxnSp>
          <p:cxnSp>
            <p:nvCxnSpPr>
              <p:cNvPr id="659" name="Google Shape;659;p18"/>
              <p:cNvCxnSpPr/>
              <p:nvPr/>
            </p:nvCxnSpPr>
            <p:spPr>
              <a:xfrm rot="10800000">
                <a:off x="835025" y="419417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660" name="Google Shape;660;p18"/>
              <p:cNvCxnSpPr/>
              <p:nvPr/>
            </p:nvCxnSpPr>
            <p:spPr>
              <a:xfrm rot="10800000">
                <a:off x="835025" y="405606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661" name="Google Shape;661;p18"/>
              <p:cNvCxnSpPr/>
              <p:nvPr/>
            </p:nvCxnSpPr>
            <p:spPr>
              <a:xfrm rot="10800000">
                <a:off x="835025" y="391953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662" name="Google Shape;662;p18"/>
              <p:cNvCxnSpPr/>
              <p:nvPr/>
            </p:nvCxnSpPr>
            <p:spPr>
              <a:xfrm rot="10800000">
                <a:off x="835025" y="378301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663" name="Google Shape;663;p18"/>
              <p:cNvCxnSpPr/>
              <p:nvPr/>
            </p:nvCxnSpPr>
            <p:spPr>
              <a:xfrm rot="10800000">
                <a:off x="835025" y="3644900"/>
                <a:ext cx="11112" cy="0"/>
              </a:xfrm>
              <a:prstGeom prst="straightConnector1">
                <a:avLst/>
              </a:prstGeom>
              <a:noFill/>
              <a:ln cap="flat" cmpd="sng" w="9525">
                <a:solidFill>
                  <a:srgbClr val="000000"/>
                </a:solidFill>
                <a:prstDash val="solid"/>
                <a:round/>
                <a:headEnd len="med" w="med" type="none"/>
                <a:tailEnd len="med" w="med" type="none"/>
              </a:ln>
            </p:spPr>
          </p:cxnSp>
          <p:cxnSp>
            <p:nvCxnSpPr>
              <p:cNvPr id="664" name="Google Shape;664;p18"/>
              <p:cNvCxnSpPr/>
              <p:nvPr/>
            </p:nvCxnSpPr>
            <p:spPr>
              <a:xfrm rot="10800000">
                <a:off x="835025" y="350837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665" name="Google Shape;665;p18"/>
              <p:cNvCxnSpPr/>
              <p:nvPr/>
            </p:nvCxnSpPr>
            <p:spPr>
              <a:xfrm rot="10800000">
                <a:off x="835025" y="337026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666" name="Google Shape;666;p18"/>
              <p:cNvCxnSpPr/>
              <p:nvPr/>
            </p:nvCxnSpPr>
            <p:spPr>
              <a:xfrm rot="10800000">
                <a:off x="835025" y="323373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667" name="Google Shape;667;p18"/>
              <p:cNvCxnSpPr/>
              <p:nvPr/>
            </p:nvCxnSpPr>
            <p:spPr>
              <a:xfrm rot="10800000">
                <a:off x="835025" y="309562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668" name="Google Shape;668;p18"/>
              <p:cNvCxnSpPr/>
              <p:nvPr/>
            </p:nvCxnSpPr>
            <p:spPr>
              <a:xfrm rot="10800000">
                <a:off x="835025" y="2959100"/>
                <a:ext cx="11112" cy="0"/>
              </a:xfrm>
              <a:prstGeom prst="straightConnector1">
                <a:avLst/>
              </a:prstGeom>
              <a:noFill/>
              <a:ln cap="flat" cmpd="sng" w="9525">
                <a:solidFill>
                  <a:srgbClr val="000000"/>
                </a:solidFill>
                <a:prstDash val="solid"/>
                <a:round/>
                <a:headEnd len="med" w="med" type="none"/>
                <a:tailEnd len="med" w="med" type="none"/>
              </a:ln>
            </p:spPr>
          </p:cxnSp>
          <p:cxnSp>
            <p:nvCxnSpPr>
              <p:cNvPr id="669" name="Google Shape;669;p18"/>
              <p:cNvCxnSpPr/>
              <p:nvPr/>
            </p:nvCxnSpPr>
            <p:spPr>
              <a:xfrm rot="10800000">
                <a:off x="835025" y="282257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670" name="Google Shape;670;p18"/>
              <p:cNvCxnSpPr/>
              <p:nvPr/>
            </p:nvCxnSpPr>
            <p:spPr>
              <a:xfrm rot="10800000">
                <a:off x="835025" y="268446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671" name="Google Shape;671;p18"/>
              <p:cNvCxnSpPr/>
              <p:nvPr/>
            </p:nvCxnSpPr>
            <p:spPr>
              <a:xfrm rot="10800000">
                <a:off x="835025" y="254793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672" name="Google Shape;672;p18"/>
              <p:cNvCxnSpPr/>
              <p:nvPr/>
            </p:nvCxnSpPr>
            <p:spPr>
              <a:xfrm rot="10800000">
                <a:off x="835025" y="240982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673" name="Google Shape;673;p18"/>
              <p:cNvCxnSpPr/>
              <p:nvPr/>
            </p:nvCxnSpPr>
            <p:spPr>
              <a:xfrm rot="10800000">
                <a:off x="835025" y="2273300"/>
                <a:ext cx="11112" cy="0"/>
              </a:xfrm>
              <a:prstGeom prst="straightConnector1">
                <a:avLst/>
              </a:prstGeom>
              <a:noFill/>
              <a:ln cap="flat" cmpd="sng" w="9525">
                <a:solidFill>
                  <a:srgbClr val="000000"/>
                </a:solidFill>
                <a:prstDash val="solid"/>
                <a:round/>
                <a:headEnd len="med" w="med" type="none"/>
                <a:tailEnd len="med" w="med" type="none"/>
              </a:ln>
            </p:spPr>
          </p:cxnSp>
          <p:cxnSp>
            <p:nvCxnSpPr>
              <p:cNvPr id="674" name="Google Shape;674;p18"/>
              <p:cNvCxnSpPr/>
              <p:nvPr/>
            </p:nvCxnSpPr>
            <p:spPr>
              <a:xfrm rot="10800000">
                <a:off x="835025" y="213518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675" name="Google Shape;675;p18"/>
              <p:cNvCxnSpPr/>
              <p:nvPr/>
            </p:nvCxnSpPr>
            <p:spPr>
              <a:xfrm rot="10800000">
                <a:off x="835025" y="199866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676" name="Google Shape;676;p18"/>
              <p:cNvCxnSpPr/>
              <p:nvPr/>
            </p:nvCxnSpPr>
            <p:spPr>
              <a:xfrm rot="10800000">
                <a:off x="835025" y="1860550"/>
                <a:ext cx="11112" cy="0"/>
              </a:xfrm>
              <a:prstGeom prst="straightConnector1">
                <a:avLst/>
              </a:prstGeom>
              <a:noFill/>
              <a:ln cap="flat" cmpd="sng" w="9525">
                <a:solidFill>
                  <a:srgbClr val="000000"/>
                </a:solidFill>
                <a:prstDash val="solid"/>
                <a:round/>
                <a:headEnd len="med" w="med" type="none"/>
                <a:tailEnd len="med" w="med" type="none"/>
              </a:ln>
            </p:spPr>
          </p:cxnSp>
          <p:cxnSp>
            <p:nvCxnSpPr>
              <p:cNvPr id="677" name="Google Shape;677;p18"/>
              <p:cNvCxnSpPr/>
              <p:nvPr/>
            </p:nvCxnSpPr>
            <p:spPr>
              <a:xfrm rot="10800000">
                <a:off x="822325" y="4330700"/>
                <a:ext cx="30162" cy="0"/>
              </a:xfrm>
              <a:prstGeom prst="straightConnector1">
                <a:avLst/>
              </a:prstGeom>
              <a:noFill/>
              <a:ln cap="flat" cmpd="sng" w="9525">
                <a:solidFill>
                  <a:srgbClr val="000000"/>
                </a:solidFill>
                <a:prstDash val="solid"/>
                <a:round/>
                <a:headEnd len="med" w="med" type="none"/>
                <a:tailEnd len="med" w="med" type="none"/>
              </a:ln>
            </p:spPr>
          </p:cxnSp>
          <p:cxnSp>
            <p:nvCxnSpPr>
              <p:cNvPr id="678" name="Google Shape;678;p18"/>
              <p:cNvCxnSpPr/>
              <p:nvPr/>
            </p:nvCxnSpPr>
            <p:spPr>
              <a:xfrm rot="10800000">
                <a:off x="822325" y="4056063"/>
                <a:ext cx="30162" cy="0"/>
              </a:xfrm>
              <a:prstGeom prst="straightConnector1">
                <a:avLst/>
              </a:prstGeom>
              <a:noFill/>
              <a:ln cap="flat" cmpd="sng" w="9525">
                <a:solidFill>
                  <a:srgbClr val="000000"/>
                </a:solidFill>
                <a:prstDash val="solid"/>
                <a:round/>
                <a:headEnd len="med" w="med" type="none"/>
                <a:tailEnd len="med" w="med" type="none"/>
              </a:ln>
            </p:spPr>
          </p:cxnSp>
          <p:cxnSp>
            <p:nvCxnSpPr>
              <p:cNvPr id="679" name="Google Shape;679;p18"/>
              <p:cNvCxnSpPr/>
              <p:nvPr/>
            </p:nvCxnSpPr>
            <p:spPr>
              <a:xfrm rot="10800000">
                <a:off x="822325" y="3783013"/>
                <a:ext cx="30162" cy="0"/>
              </a:xfrm>
              <a:prstGeom prst="straightConnector1">
                <a:avLst/>
              </a:prstGeom>
              <a:noFill/>
              <a:ln cap="flat" cmpd="sng" w="9525">
                <a:solidFill>
                  <a:srgbClr val="000000"/>
                </a:solidFill>
                <a:prstDash val="solid"/>
                <a:round/>
                <a:headEnd len="med" w="med" type="none"/>
                <a:tailEnd len="med" w="med" type="none"/>
              </a:ln>
            </p:spPr>
          </p:cxnSp>
          <p:cxnSp>
            <p:nvCxnSpPr>
              <p:cNvPr id="680" name="Google Shape;680;p18"/>
              <p:cNvCxnSpPr/>
              <p:nvPr/>
            </p:nvCxnSpPr>
            <p:spPr>
              <a:xfrm rot="10800000">
                <a:off x="822325" y="3508375"/>
                <a:ext cx="30162" cy="0"/>
              </a:xfrm>
              <a:prstGeom prst="straightConnector1">
                <a:avLst/>
              </a:prstGeom>
              <a:noFill/>
              <a:ln cap="flat" cmpd="sng" w="9525">
                <a:solidFill>
                  <a:srgbClr val="000000"/>
                </a:solidFill>
                <a:prstDash val="solid"/>
                <a:round/>
                <a:headEnd len="med" w="med" type="none"/>
                <a:tailEnd len="med" w="med" type="none"/>
              </a:ln>
            </p:spPr>
          </p:cxnSp>
          <p:cxnSp>
            <p:nvCxnSpPr>
              <p:cNvPr id="681" name="Google Shape;681;p18"/>
              <p:cNvCxnSpPr/>
              <p:nvPr/>
            </p:nvCxnSpPr>
            <p:spPr>
              <a:xfrm rot="10800000">
                <a:off x="822325" y="3233738"/>
                <a:ext cx="30162" cy="0"/>
              </a:xfrm>
              <a:prstGeom prst="straightConnector1">
                <a:avLst/>
              </a:prstGeom>
              <a:noFill/>
              <a:ln cap="flat" cmpd="sng" w="9525">
                <a:solidFill>
                  <a:srgbClr val="000000"/>
                </a:solidFill>
                <a:prstDash val="solid"/>
                <a:round/>
                <a:headEnd len="med" w="med" type="none"/>
                <a:tailEnd len="med" w="med" type="none"/>
              </a:ln>
            </p:spPr>
          </p:cxnSp>
          <p:cxnSp>
            <p:nvCxnSpPr>
              <p:cNvPr id="682" name="Google Shape;682;p18"/>
              <p:cNvCxnSpPr/>
              <p:nvPr/>
            </p:nvCxnSpPr>
            <p:spPr>
              <a:xfrm rot="10800000">
                <a:off x="822325" y="2959100"/>
                <a:ext cx="30162" cy="0"/>
              </a:xfrm>
              <a:prstGeom prst="straightConnector1">
                <a:avLst/>
              </a:prstGeom>
              <a:noFill/>
              <a:ln cap="flat" cmpd="sng" w="9525">
                <a:solidFill>
                  <a:srgbClr val="000000"/>
                </a:solidFill>
                <a:prstDash val="solid"/>
                <a:round/>
                <a:headEnd len="med" w="med" type="none"/>
                <a:tailEnd len="med" w="med" type="none"/>
              </a:ln>
            </p:spPr>
          </p:cxnSp>
          <p:cxnSp>
            <p:nvCxnSpPr>
              <p:cNvPr id="683" name="Google Shape;683;p18"/>
              <p:cNvCxnSpPr/>
              <p:nvPr/>
            </p:nvCxnSpPr>
            <p:spPr>
              <a:xfrm rot="10800000">
                <a:off x="822325" y="2684463"/>
                <a:ext cx="30162" cy="0"/>
              </a:xfrm>
              <a:prstGeom prst="straightConnector1">
                <a:avLst/>
              </a:prstGeom>
              <a:noFill/>
              <a:ln cap="flat" cmpd="sng" w="9525">
                <a:solidFill>
                  <a:srgbClr val="000000"/>
                </a:solidFill>
                <a:prstDash val="solid"/>
                <a:round/>
                <a:headEnd len="med" w="med" type="none"/>
                <a:tailEnd len="med" w="med" type="none"/>
              </a:ln>
            </p:spPr>
          </p:cxnSp>
          <p:cxnSp>
            <p:nvCxnSpPr>
              <p:cNvPr id="684" name="Google Shape;684;p18"/>
              <p:cNvCxnSpPr/>
              <p:nvPr/>
            </p:nvCxnSpPr>
            <p:spPr>
              <a:xfrm rot="10800000">
                <a:off x="822325" y="2409825"/>
                <a:ext cx="30162" cy="0"/>
              </a:xfrm>
              <a:prstGeom prst="straightConnector1">
                <a:avLst/>
              </a:prstGeom>
              <a:noFill/>
              <a:ln cap="flat" cmpd="sng" w="9525">
                <a:solidFill>
                  <a:srgbClr val="000000"/>
                </a:solidFill>
                <a:prstDash val="solid"/>
                <a:round/>
                <a:headEnd len="med" w="med" type="none"/>
                <a:tailEnd len="med" w="med" type="none"/>
              </a:ln>
            </p:spPr>
          </p:cxnSp>
          <p:cxnSp>
            <p:nvCxnSpPr>
              <p:cNvPr id="685" name="Google Shape;685;p18"/>
              <p:cNvCxnSpPr/>
              <p:nvPr/>
            </p:nvCxnSpPr>
            <p:spPr>
              <a:xfrm rot="10800000">
                <a:off x="822325" y="2135188"/>
                <a:ext cx="30162" cy="0"/>
              </a:xfrm>
              <a:prstGeom prst="straightConnector1">
                <a:avLst/>
              </a:prstGeom>
              <a:noFill/>
              <a:ln cap="flat" cmpd="sng" w="9525">
                <a:solidFill>
                  <a:srgbClr val="000000"/>
                </a:solidFill>
                <a:prstDash val="solid"/>
                <a:round/>
                <a:headEnd len="med" w="med" type="none"/>
                <a:tailEnd len="med" w="med" type="none"/>
              </a:ln>
            </p:spPr>
          </p:cxnSp>
          <p:cxnSp>
            <p:nvCxnSpPr>
              <p:cNvPr id="686" name="Google Shape;686;p18"/>
              <p:cNvCxnSpPr/>
              <p:nvPr/>
            </p:nvCxnSpPr>
            <p:spPr>
              <a:xfrm rot="10800000">
                <a:off x="822325" y="1860550"/>
                <a:ext cx="30162" cy="0"/>
              </a:xfrm>
              <a:prstGeom prst="straightConnector1">
                <a:avLst/>
              </a:prstGeom>
              <a:noFill/>
              <a:ln cap="flat" cmpd="sng" w="9525">
                <a:solidFill>
                  <a:srgbClr val="000000"/>
                </a:solidFill>
                <a:prstDash val="solid"/>
                <a:round/>
                <a:headEnd len="med" w="med" type="none"/>
                <a:tailEnd len="med" w="med" type="none"/>
              </a:ln>
            </p:spPr>
          </p:cxnSp>
          <p:sp>
            <p:nvSpPr>
              <p:cNvPr id="687" name="Google Shape;687;p18"/>
              <p:cNvSpPr/>
              <p:nvPr/>
            </p:nvSpPr>
            <p:spPr>
              <a:xfrm>
                <a:off x="527812" y="4267137"/>
                <a:ext cx="254878"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688" name="Google Shape;688;p18"/>
              <p:cNvSpPr/>
              <p:nvPr/>
            </p:nvSpPr>
            <p:spPr>
              <a:xfrm>
                <a:off x="592900" y="3994087"/>
                <a:ext cx="70532"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a:t>
                </a:r>
                <a:endParaRPr b="0" i="0" sz="1000" u="none" cap="none" strike="noStrike">
                  <a:solidFill>
                    <a:schemeClr val="dk1"/>
                  </a:solidFill>
                  <a:latin typeface="Arial"/>
                  <a:ea typeface="Arial"/>
                  <a:cs typeface="Arial"/>
                  <a:sym typeface="Arial"/>
                </a:endParaRPr>
              </a:p>
            </p:txBody>
          </p:sp>
          <p:sp>
            <p:nvSpPr>
              <p:cNvPr id="689" name="Google Shape;689;p18"/>
              <p:cNvSpPr/>
              <p:nvPr/>
            </p:nvSpPr>
            <p:spPr>
              <a:xfrm>
                <a:off x="540512" y="3719449"/>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690" name="Google Shape;690;p18"/>
              <p:cNvSpPr/>
              <p:nvPr/>
            </p:nvSpPr>
            <p:spPr>
              <a:xfrm>
                <a:off x="540512" y="3444812"/>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400</a:t>
                </a:r>
                <a:endParaRPr b="0" i="0" sz="1000" u="none" cap="none" strike="noStrike">
                  <a:solidFill>
                    <a:schemeClr val="dk1"/>
                  </a:solidFill>
                  <a:latin typeface="Arial"/>
                  <a:ea typeface="Arial"/>
                  <a:cs typeface="Arial"/>
                  <a:sym typeface="Arial"/>
                </a:endParaRPr>
              </a:p>
            </p:txBody>
          </p:sp>
          <p:sp>
            <p:nvSpPr>
              <p:cNvPr id="691" name="Google Shape;691;p18"/>
              <p:cNvSpPr/>
              <p:nvPr/>
            </p:nvSpPr>
            <p:spPr>
              <a:xfrm>
                <a:off x="540512" y="3170174"/>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600</a:t>
                </a:r>
                <a:endParaRPr b="0" i="0" sz="1000" u="none" cap="none" strike="noStrike">
                  <a:solidFill>
                    <a:schemeClr val="dk1"/>
                  </a:solidFill>
                  <a:latin typeface="Arial"/>
                  <a:ea typeface="Arial"/>
                  <a:cs typeface="Arial"/>
                  <a:sym typeface="Arial"/>
                </a:endParaRPr>
              </a:p>
            </p:txBody>
          </p:sp>
          <p:sp>
            <p:nvSpPr>
              <p:cNvPr id="692" name="Google Shape;692;p18"/>
              <p:cNvSpPr/>
              <p:nvPr/>
            </p:nvSpPr>
            <p:spPr>
              <a:xfrm>
                <a:off x="540512" y="2895537"/>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800</a:t>
                </a:r>
                <a:endParaRPr b="0" i="0" sz="1000" u="none" cap="none" strike="noStrike">
                  <a:solidFill>
                    <a:schemeClr val="dk1"/>
                  </a:solidFill>
                  <a:latin typeface="Arial"/>
                  <a:ea typeface="Arial"/>
                  <a:cs typeface="Arial"/>
                  <a:sym typeface="Arial"/>
                </a:endParaRPr>
              </a:p>
            </p:txBody>
          </p:sp>
          <p:sp>
            <p:nvSpPr>
              <p:cNvPr id="693" name="Google Shape;693;p18"/>
              <p:cNvSpPr/>
              <p:nvPr/>
            </p:nvSpPr>
            <p:spPr>
              <a:xfrm>
                <a:off x="516700" y="2620899"/>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1000</a:t>
                </a:r>
                <a:endParaRPr b="0" i="0" sz="1000" u="none" cap="none" strike="noStrike">
                  <a:solidFill>
                    <a:schemeClr val="dk1"/>
                  </a:solidFill>
                  <a:latin typeface="Arial"/>
                  <a:ea typeface="Arial"/>
                  <a:cs typeface="Arial"/>
                  <a:sym typeface="Arial"/>
                </a:endParaRPr>
              </a:p>
            </p:txBody>
          </p:sp>
          <p:sp>
            <p:nvSpPr>
              <p:cNvPr id="694" name="Google Shape;694;p18"/>
              <p:cNvSpPr/>
              <p:nvPr/>
            </p:nvSpPr>
            <p:spPr>
              <a:xfrm>
                <a:off x="516700" y="2346262"/>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1200</a:t>
                </a:r>
                <a:endParaRPr b="0" i="0" sz="1000" u="none" cap="none" strike="noStrike">
                  <a:solidFill>
                    <a:schemeClr val="dk1"/>
                  </a:solidFill>
                  <a:latin typeface="Arial"/>
                  <a:ea typeface="Arial"/>
                  <a:cs typeface="Arial"/>
                  <a:sym typeface="Arial"/>
                </a:endParaRPr>
              </a:p>
            </p:txBody>
          </p:sp>
          <p:sp>
            <p:nvSpPr>
              <p:cNvPr id="695" name="Google Shape;695;p18"/>
              <p:cNvSpPr/>
              <p:nvPr/>
            </p:nvSpPr>
            <p:spPr>
              <a:xfrm>
                <a:off x="516700" y="2073212"/>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1400</a:t>
                </a:r>
                <a:endParaRPr b="0" i="0" sz="1000" u="none" cap="none" strike="noStrike">
                  <a:solidFill>
                    <a:schemeClr val="dk1"/>
                  </a:solidFill>
                  <a:latin typeface="Arial"/>
                  <a:ea typeface="Arial"/>
                  <a:cs typeface="Arial"/>
                  <a:sym typeface="Arial"/>
                </a:endParaRPr>
              </a:p>
            </p:txBody>
          </p:sp>
          <p:sp>
            <p:nvSpPr>
              <p:cNvPr id="696" name="Google Shape;696;p18"/>
              <p:cNvSpPr/>
              <p:nvPr/>
            </p:nvSpPr>
            <p:spPr>
              <a:xfrm>
                <a:off x="516700" y="1796987"/>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1600</a:t>
                </a:r>
                <a:endParaRPr b="0" i="0" sz="1000" u="none" cap="none" strike="noStrike">
                  <a:solidFill>
                    <a:schemeClr val="dk1"/>
                  </a:solidFill>
                  <a:latin typeface="Arial"/>
                  <a:ea typeface="Arial"/>
                  <a:cs typeface="Arial"/>
                  <a:sym typeface="Arial"/>
                </a:endParaRPr>
              </a:p>
            </p:txBody>
          </p:sp>
          <p:cxnSp>
            <p:nvCxnSpPr>
              <p:cNvPr id="697" name="Google Shape;697;p18"/>
              <p:cNvCxnSpPr/>
              <p:nvPr/>
            </p:nvCxnSpPr>
            <p:spPr>
              <a:xfrm>
                <a:off x="842963" y="4330700"/>
                <a:ext cx="4841875" cy="0"/>
              </a:xfrm>
              <a:prstGeom prst="straightConnector1">
                <a:avLst/>
              </a:prstGeom>
              <a:noFill/>
              <a:ln cap="flat" cmpd="sng" w="9525">
                <a:solidFill>
                  <a:srgbClr val="000000"/>
                </a:solidFill>
                <a:prstDash val="solid"/>
                <a:round/>
                <a:headEnd len="med" w="med" type="none"/>
                <a:tailEnd len="med" w="med" type="none"/>
              </a:ln>
            </p:spPr>
          </p:cxnSp>
          <p:cxnSp>
            <p:nvCxnSpPr>
              <p:cNvPr id="698" name="Google Shape;698;p18"/>
              <p:cNvCxnSpPr/>
              <p:nvPr/>
            </p:nvCxnSpPr>
            <p:spPr>
              <a:xfrm>
                <a:off x="842963" y="43275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699" name="Google Shape;699;p18"/>
              <p:cNvCxnSpPr/>
              <p:nvPr/>
            </p:nvCxnSpPr>
            <p:spPr>
              <a:xfrm>
                <a:off x="1189038" y="43275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700" name="Google Shape;700;p18"/>
              <p:cNvCxnSpPr/>
              <p:nvPr/>
            </p:nvCxnSpPr>
            <p:spPr>
              <a:xfrm>
                <a:off x="1535113" y="43275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701" name="Google Shape;701;p18"/>
              <p:cNvCxnSpPr/>
              <p:nvPr/>
            </p:nvCxnSpPr>
            <p:spPr>
              <a:xfrm>
                <a:off x="1879600" y="43275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702" name="Google Shape;702;p18"/>
              <p:cNvCxnSpPr/>
              <p:nvPr/>
            </p:nvCxnSpPr>
            <p:spPr>
              <a:xfrm>
                <a:off x="2225675" y="43275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703" name="Google Shape;703;p18"/>
              <p:cNvCxnSpPr/>
              <p:nvPr/>
            </p:nvCxnSpPr>
            <p:spPr>
              <a:xfrm>
                <a:off x="2571750" y="43275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704" name="Google Shape;704;p18"/>
              <p:cNvCxnSpPr/>
              <p:nvPr/>
            </p:nvCxnSpPr>
            <p:spPr>
              <a:xfrm>
                <a:off x="2917825" y="43275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705" name="Google Shape;705;p18"/>
              <p:cNvCxnSpPr/>
              <p:nvPr/>
            </p:nvCxnSpPr>
            <p:spPr>
              <a:xfrm>
                <a:off x="3262313" y="43275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706" name="Google Shape;706;p18"/>
              <p:cNvCxnSpPr/>
              <p:nvPr/>
            </p:nvCxnSpPr>
            <p:spPr>
              <a:xfrm>
                <a:off x="3608388" y="43275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707" name="Google Shape;707;p18"/>
              <p:cNvCxnSpPr/>
              <p:nvPr/>
            </p:nvCxnSpPr>
            <p:spPr>
              <a:xfrm>
                <a:off x="3954463" y="43275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708" name="Google Shape;708;p18"/>
              <p:cNvCxnSpPr/>
              <p:nvPr/>
            </p:nvCxnSpPr>
            <p:spPr>
              <a:xfrm>
                <a:off x="4300538" y="43275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709" name="Google Shape;709;p18"/>
              <p:cNvCxnSpPr/>
              <p:nvPr/>
            </p:nvCxnSpPr>
            <p:spPr>
              <a:xfrm>
                <a:off x="4645025" y="43275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710" name="Google Shape;710;p18"/>
              <p:cNvCxnSpPr/>
              <p:nvPr/>
            </p:nvCxnSpPr>
            <p:spPr>
              <a:xfrm>
                <a:off x="4991100" y="43275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711" name="Google Shape;711;p18"/>
              <p:cNvCxnSpPr/>
              <p:nvPr/>
            </p:nvCxnSpPr>
            <p:spPr>
              <a:xfrm>
                <a:off x="5337175" y="43275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712" name="Google Shape;712;p18"/>
              <p:cNvCxnSpPr/>
              <p:nvPr/>
            </p:nvCxnSpPr>
            <p:spPr>
              <a:xfrm>
                <a:off x="5684838" y="4327525"/>
                <a:ext cx="0" cy="11113"/>
              </a:xfrm>
              <a:prstGeom prst="straightConnector1">
                <a:avLst/>
              </a:prstGeom>
              <a:noFill/>
              <a:ln cap="flat" cmpd="sng" w="9525">
                <a:solidFill>
                  <a:srgbClr val="000000"/>
                </a:solidFill>
                <a:prstDash val="solid"/>
                <a:round/>
                <a:headEnd len="med" w="med" type="none"/>
                <a:tailEnd len="med" w="med" type="none"/>
              </a:ln>
            </p:spPr>
          </p:cxnSp>
          <p:cxnSp>
            <p:nvCxnSpPr>
              <p:cNvPr id="713" name="Google Shape;713;p18"/>
              <p:cNvCxnSpPr/>
              <p:nvPr/>
            </p:nvCxnSpPr>
            <p:spPr>
              <a:xfrm>
                <a:off x="842963" y="4321175"/>
                <a:ext cx="0" cy="30163"/>
              </a:xfrm>
              <a:prstGeom prst="straightConnector1">
                <a:avLst/>
              </a:prstGeom>
              <a:noFill/>
              <a:ln cap="flat" cmpd="sng" w="9525">
                <a:solidFill>
                  <a:srgbClr val="000000"/>
                </a:solidFill>
                <a:prstDash val="solid"/>
                <a:round/>
                <a:headEnd len="med" w="med" type="none"/>
                <a:tailEnd len="med" w="med" type="none"/>
              </a:ln>
            </p:spPr>
          </p:cxnSp>
          <p:cxnSp>
            <p:nvCxnSpPr>
              <p:cNvPr id="714" name="Google Shape;714;p18"/>
              <p:cNvCxnSpPr/>
              <p:nvPr/>
            </p:nvCxnSpPr>
            <p:spPr>
              <a:xfrm>
                <a:off x="1535113" y="4321175"/>
                <a:ext cx="0" cy="30163"/>
              </a:xfrm>
              <a:prstGeom prst="straightConnector1">
                <a:avLst/>
              </a:prstGeom>
              <a:noFill/>
              <a:ln cap="flat" cmpd="sng" w="9525">
                <a:solidFill>
                  <a:srgbClr val="000000"/>
                </a:solidFill>
                <a:prstDash val="solid"/>
                <a:round/>
                <a:headEnd len="med" w="med" type="none"/>
                <a:tailEnd len="med" w="med" type="none"/>
              </a:ln>
            </p:spPr>
          </p:cxnSp>
          <p:cxnSp>
            <p:nvCxnSpPr>
              <p:cNvPr id="715" name="Google Shape;715;p18"/>
              <p:cNvCxnSpPr/>
              <p:nvPr/>
            </p:nvCxnSpPr>
            <p:spPr>
              <a:xfrm>
                <a:off x="2225675" y="4321175"/>
                <a:ext cx="0" cy="30163"/>
              </a:xfrm>
              <a:prstGeom prst="straightConnector1">
                <a:avLst/>
              </a:prstGeom>
              <a:noFill/>
              <a:ln cap="flat" cmpd="sng" w="9525">
                <a:solidFill>
                  <a:srgbClr val="000000"/>
                </a:solidFill>
                <a:prstDash val="solid"/>
                <a:round/>
                <a:headEnd len="med" w="med" type="none"/>
                <a:tailEnd len="med" w="med" type="none"/>
              </a:ln>
            </p:spPr>
          </p:cxnSp>
          <p:cxnSp>
            <p:nvCxnSpPr>
              <p:cNvPr id="716" name="Google Shape;716;p18"/>
              <p:cNvCxnSpPr/>
              <p:nvPr/>
            </p:nvCxnSpPr>
            <p:spPr>
              <a:xfrm>
                <a:off x="2917825" y="4321175"/>
                <a:ext cx="0" cy="30163"/>
              </a:xfrm>
              <a:prstGeom prst="straightConnector1">
                <a:avLst/>
              </a:prstGeom>
              <a:noFill/>
              <a:ln cap="flat" cmpd="sng" w="9525">
                <a:solidFill>
                  <a:srgbClr val="000000"/>
                </a:solidFill>
                <a:prstDash val="solid"/>
                <a:round/>
                <a:headEnd len="med" w="med" type="none"/>
                <a:tailEnd len="med" w="med" type="none"/>
              </a:ln>
            </p:spPr>
          </p:cxnSp>
          <p:cxnSp>
            <p:nvCxnSpPr>
              <p:cNvPr id="717" name="Google Shape;717;p18"/>
              <p:cNvCxnSpPr/>
              <p:nvPr/>
            </p:nvCxnSpPr>
            <p:spPr>
              <a:xfrm>
                <a:off x="3608388" y="4321175"/>
                <a:ext cx="0" cy="30163"/>
              </a:xfrm>
              <a:prstGeom prst="straightConnector1">
                <a:avLst/>
              </a:prstGeom>
              <a:noFill/>
              <a:ln cap="flat" cmpd="sng" w="9525">
                <a:solidFill>
                  <a:srgbClr val="000000"/>
                </a:solidFill>
                <a:prstDash val="solid"/>
                <a:round/>
                <a:headEnd len="med" w="med" type="none"/>
                <a:tailEnd len="med" w="med" type="none"/>
              </a:ln>
            </p:spPr>
          </p:cxnSp>
          <p:cxnSp>
            <p:nvCxnSpPr>
              <p:cNvPr id="718" name="Google Shape;718;p18"/>
              <p:cNvCxnSpPr/>
              <p:nvPr/>
            </p:nvCxnSpPr>
            <p:spPr>
              <a:xfrm>
                <a:off x="4300538" y="4321175"/>
                <a:ext cx="0" cy="30163"/>
              </a:xfrm>
              <a:prstGeom prst="straightConnector1">
                <a:avLst/>
              </a:prstGeom>
              <a:noFill/>
              <a:ln cap="flat" cmpd="sng" w="9525">
                <a:solidFill>
                  <a:srgbClr val="000000"/>
                </a:solidFill>
                <a:prstDash val="solid"/>
                <a:round/>
                <a:headEnd len="med" w="med" type="none"/>
                <a:tailEnd len="med" w="med" type="none"/>
              </a:ln>
            </p:spPr>
          </p:cxnSp>
          <p:cxnSp>
            <p:nvCxnSpPr>
              <p:cNvPr id="719" name="Google Shape;719;p18"/>
              <p:cNvCxnSpPr/>
              <p:nvPr/>
            </p:nvCxnSpPr>
            <p:spPr>
              <a:xfrm>
                <a:off x="4991100" y="4321175"/>
                <a:ext cx="0" cy="30163"/>
              </a:xfrm>
              <a:prstGeom prst="straightConnector1">
                <a:avLst/>
              </a:prstGeom>
              <a:noFill/>
              <a:ln cap="flat" cmpd="sng" w="9525">
                <a:solidFill>
                  <a:srgbClr val="000000"/>
                </a:solidFill>
                <a:prstDash val="solid"/>
                <a:round/>
                <a:headEnd len="med" w="med" type="none"/>
                <a:tailEnd len="med" w="med" type="none"/>
              </a:ln>
            </p:spPr>
          </p:cxnSp>
          <p:cxnSp>
            <p:nvCxnSpPr>
              <p:cNvPr id="720" name="Google Shape;720;p18"/>
              <p:cNvCxnSpPr/>
              <p:nvPr/>
            </p:nvCxnSpPr>
            <p:spPr>
              <a:xfrm>
                <a:off x="5684838" y="4321175"/>
                <a:ext cx="0" cy="30163"/>
              </a:xfrm>
              <a:prstGeom prst="straightConnector1">
                <a:avLst/>
              </a:prstGeom>
              <a:noFill/>
              <a:ln cap="flat" cmpd="sng" w="9525">
                <a:solidFill>
                  <a:srgbClr val="000000"/>
                </a:solidFill>
                <a:prstDash val="solid"/>
                <a:round/>
                <a:headEnd len="med" w="med" type="none"/>
                <a:tailEnd len="med" w="med" type="none"/>
              </a:ln>
            </p:spPr>
          </p:cxnSp>
          <p:sp>
            <p:nvSpPr>
              <p:cNvPr id="721" name="Google Shape;721;p18"/>
              <p:cNvSpPr/>
              <p:nvPr/>
            </p:nvSpPr>
            <p:spPr>
              <a:xfrm>
                <a:off x="800100" y="4365625"/>
                <a:ext cx="254878"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722" name="Google Shape;722;p18"/>
              <p:cNvSpPr/>
              <p:nvPr/>
            </p:nvSpPr>
            <p:spPr>
              <a:xfrm>
                <a:off x="1522413" y="4365625"/>
                <a:ext cx="70532"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a:t>
                </a:r>
                <a:endParaRPr b="0" i="0" sz="1000" u="none" cap="none" strike="noStrike">
                  <a:solidFill>
                    <a:schemeClr val="dk1"/>
                  </a:solidFill>
                  <a:latin typeface="Arial"/>
                  <a:ea typeface="Arial"/>
                  <a:cs typeface="Arial"/>
                  <a:sym typeface="Arial"/>
                </a:endParaRPr>
              </a:p>
            </p:txBody>
          </p:sp>
          <p:sp>
            <p:nvSpPr>
              <p:cNvPr id="723" name="Google Shape;723;p18"/>
              <p:cNvSpPr/>
              <p:nvPr/>
            </p:nvSpPr>
            <p:spPr>
              <a:xfrm>
                <a:off x="2190750" y="4365625"/>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724" name="Google Shape;724;p18"/>
              <p:cNvSpPr/>
              <p:nvPr/>
            </p:nvSpPr>
            <p:spPr>
              <a:xfrm>
                <a:off x="2881313" y="4365625"/>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400</a:t>
                </a:r>
                <a:endParaRPr b="0" i="0" sz="1000" u="none" cap="none" strike="noStrike">
                  <a:solidFill>
                    <a:schemeClr val="dk1"/>
                  </a:solidFill>
                  <a:latin typeface="Arial"/>
                  <a:ea typeface="Arial"/>
                  <a:cs typeface="Arial"/>
                  <a:sym typeface="Arial"/>
                </a:endParaRPr>
              </a:p>
            </p:txBody>
          </p:sp>
          <p:sp>
            <p:nvSpPr>
              <p:cNvPr id="725" name="Google Shape;725;p18"/>
              <p:cNvSpPr/>
              <p:nvPr/>
            </p:nvSpPr>
            <p:spPr>
              <a:xfrm>
                <a:off x="3573463" y="4365625"/>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600</a:t>
                </a:r>
                <a:endParaRPr b="0" i="0" sz="1000" u="none" cap="none" strike="noStrike">
                  <a:solidFill>
                    <a:schemeClr val="dk1"/>
                  </a:solidFill>
                  <a:latin typeface="Arial"/>
                  <a:ea typeface="Arial"/>
                  <a:cs typeface="Arial"/>
                  <a:sym typeface="Arial"/>
                </a:endParaRPr>
              </a:p>
            </p:txBody>
          </p:sp>
          <p:sp>
            <p:nvSpPr>
              <p:cNvPr id="726" name="Google Shape;726;p18"/>
              <p:cNvSpPr/>
              <p:nvPr/>
            </p:nvSpPr>
            <p:spPr>
              <a:xfrm>
                <a:off x="4264025" y="4365625"/>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800</a:t>
                </a:r>
                <a:endParaRPr b="0" i="0" sz="1000" u="none" cap="none" strike="noStrike">
                  <a:solidFill>
                    <a:schemeClr val="dk1"/>
                  </a:solidFill>
                  <a:latin typeface="Arial"/>
                  <a:ea typeface="Arial"/>
                  <a:cs typeface="Arial"/>
                  <a:sym typeface="Arial"/>
                </a:endParaRPr>
              </a:p>
            </p:txBody>
          </p:sp>
          <p:sp>
            <p:nvSpPr>
              <p:cNvPr id="727" name="Google Shape;727;p18"/>
              <p:cNvSpPr/>
              <p:nvPr/>
            </p:nvSpPr>
            <p:spPr>
              <a:xfrm>
                <a:off x="4943475" y="4365625"/>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1000</a:t>
                </a:r>
                <a:endParaRPr b="0" i="0" sz="1000" u="none" cap="none" strike="noStrike">
                  <a:solidFill>
                    <a:schemeClr val="dk1"/>
                  </a:solidFill>
                  <a:latin typeface="Arial"/>
                  <a:ea typeface="Arial"/>
                  <a:cs typeface="Arial"/>
                  <a:sym typeface="Arial"/>
                </a:endParaRPr>
              </a:p>
            </p:txBody>
          </p:sp>
          <p:sp>
            <p:nvSpPr>
              <p:cNvPr id="728" name="Google Shape;728;p18"/>
              <p:cNvSpPr/>
              <p:nvPr/>
            </p:nvSpPr>
            <p:spPr>
              <a:xfrm>
                <a:off x="5637213" y="4365625"/>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1200</a:t>
                </a:r>
                <a:endParaRPr b="0" i="0" sz="1000" u="none" cap="none" strike="noStrike">
                  <a:solidFill>
                    <a:schemeClr val="dk1"/>
                  </a:solidFill>
                  <a:latin typeface="Arial"/>
                  <a:ea typeface="Arial"/>
                  <a:cs typeface="Arial"/>
                  <a:sym typeface="Arial"/>
                </a:endParaRPr>
              </a:p>
            </p:txBody>
          </p:sp>
          <p:sp>
            <p:nvSpPr>
              <p:cNvPr id="729" name="Google Shape;729;p18"/>
              <p:cNvSpPr/>
              <p:nvPr/>
            </p:nvSpPr>
            <p:spPr>
              <a:xfrm>
                <a:off x="2654300" y="1743075"/>
                <a:ext cx="1231106" cy="24622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CTH  100 nM</a:t>
                </a:r>
                <a:endParaRPr b="0" i="0" sz="1600" u="none" cap="none" strike="noStrike">
                  <a:solidFill>
                    <a:schemeClr val="dk1"/>
                  </a:solidFill>
                  <a:latin typeface="Arial"/>
                  <a:ea typeface="Arial"/>
                  <a:cs typeface="Arial"/>
                  <a:sym typeface="Arial"/>
                </a:endParaRPr>
              </a:p>
            </p:txBody>
          </p:sp>
          <p:sp>
            <p:nvSpPr>
              <p:cNvPr id="730" name="Google Shape;730;p18"/>
              <p:cNvSpPr/>
              <p:nvPr/>
            </p:nvSpPr>
            <p:spPr>
              <a:xfrm rot="-5400000">
                <a:off x="-71472" y="2985551"/>
                <a:ext cx="918521"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Response (RU)</a:t>
                </a:r>
                <a:endParaRPr b="0" i="0" sz="1000" u="none" cap="none" strike="noStrike">
                  <a:solidFill>
                    <a:schemeClr val="dk1"/>
                  </a:solidFill>
                  <a:latin typeface="Arial"/>
                  <a:ea typeface="Arial"/>
                  <a:cs typeface="Arial"/>
                  <a:sym typeface="Arial"/>
                </a:endParaRPr>
              </a:p>
            </p:txBody>
          </p:sp>
          <p:sp>
            <p:nvSpPr>
              <p:cNvPr id="731" name="Google Shape;731;p18"/>
              <p:cNvSpPr/>
              <p:nvPr/>
            </p:nvSpPr>
            <p:spPr>
              <a:xfrm>
                <a:off x="2972059" y="4523631"/>
                <a:ext cx="49051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Time (s)</a:t>
                </a:r>
                <a:endParaRPr b="0" i="0" sz="1000" u="none" cap="none" strike="noStrike">
                  <a:solidFill>
                    <a:schemeClr val="dk1"/>
                  </a:solidFill>
                  <a:latin typeface="Arial"/>
                  <a:ea typeface="Arial"/>
                  <a:cs typeface="Arial"/>
                  <a:sym typeface="Arial"/>
                </a:endParaRPr>
              </a:p>
            </p:txBody>
          </p:sp>
          <p:sp>
            <p:nvSpPr>
              <p:cNvPr id="732" name="Google Shape;732;p18"/>
              <p:cNvSpPr/>
              <p:nvPr/>
            </p:nvSpPr>
            <p:spPr>
              <a:xfrm flipH="1" rot="10800000">
                <a:off x="1330325" y="3233738"/>
                <a:ext cx="3192462" cy="823913"/>
              </a:xfrm>
              <a:custGeom>
                <a:rect b="b" l="l" r="r" t="t"/>
                <a:pathLst>
                  <a:path extrusionOk="0" h="557" w="2161">
                    <a:moveTo>
                      <a:pt x="0" y="0"/>
                    </a:moveTo>
                    <a:lnTo>
                      <a:pt x="1" y="0"/>
                    </a:lnTo>
                    <a:lnTo>
                      <a:pt x="3" y="0"/>
                    </a:lnTo>
                    <a:lnTo>
                      <a:pt x="4" y="0"/>
                    </a:lnTo>
                    <a:lnTo>
                      <a:pt x="6" y="0"/>
                    </a:lnTo>
                    <a:lnTo>
                      <a:pt x="7" y="0"/>
                    </a:lnTo>
                    <a:lnTo>
                      <a:pt x="8" y="0"/>
                    </a:lnTo>
                    <a:lnTo>
                      <a:pt x="10" y="0"/>
                    </a:lnTo>
                    <a:lnTo>
                      <a:pt x="11" y="0"/>
                    </a:lnTo>
                    <a:lnTo>
                      <a:pt x="13" y="0"/>
                    </a:lnTo>
                    <a:lnTo>
                      <a:pt x="14" y="0"/>
                    </a:lnTo>
                    <a:lnTo>
                      <a:pt x="15" y="0"/>
                    </a:lnTo>
                    <a:lnTo>
                      <a:pt x="17" y="0"/>
                    </a:lnTo>
                    <a:lnTo>
                      <a:pt x="18" y="0"/>
                    </a:lnTo>
                    <a:lnTo>
                      <a:pt x="20" y="0"/>
                    </a:lnTo>
                    <a:lnTo>
                      <a:pt x="21" y="0"/>
                    </a:lnTo>
                    <a:lnTo>
                      <a:pt x="22" y="0"/>
                    </a:lnTo>
                    <a:lnTo>
                      <a:pt x="24" y="1"/>
                    </a:lnTo>
                    <a:lnTo>
                      <a:pt x="25" y="1"/>
                    </a:lnTo>
                    <a:lnTo>
                      <a:pt x="27" y="0"/>
                    </a:lnTo>
                    <a:lnTo>
                      <a:pt x="28" y="0"/>
                    </a:lnTo>
                    <a:lnTo>
                      <a:pt x="30" y="0"/>
                    </a:lnTo>
                    <a:lnTo>
                      <a:pt x="31" y="0"/>
                    </a:lnTo>
                    <a:lnTo>
                      <a:pt x="32" y="0"/>
                    </a:lnTo>
                    <a:lnTo>
                      <a:pt x="34" y="0"/>
                    </a:lnTo>
                    <a:lnTo>
                      <a:pt x="35" y="0"/>
                    </a:lnTo>
                    <a:lnTo>
                      <a:pt x="37" y="0"/>
                    </a:lnTo>
                    <a:lnTo>
                      <a:pt x="38" y="0"/>
                    </a:lnTo>
                    <a:lnTo>
                      <a:pt x="39" y="0"/>
                    </a:lnTo>
                    <a:lnTo>
                      <a:pt x="41" y="0"/>
                    </a:lnTo>
                    <a:lnTo>
                      <a:pt x="42" y="0"/>
                    </a:lnTo>
                    <a:lnTo>
                      <a:pt x="44" y="0"/>
                    </a:lnTo>
                    <a:lnTo>
                      <a:pt x="45" y="0"/>
                    </a:lnTo>
                    <a:lnTo>
                      <a:pt x="46" y="0"/>
                    </a:lnTo>
                    <a:lnTo>
                      <a:pt x="48" y="0"/>
                    </a:lnTo>
                    <a:lnTo>
                      <a:pt x="49" y="0"/>
                    </a:lnTo>
                    <a:lnTo>
                      <a:pt x="51" y="0"/>
                    </a:lnTo>
                    <a:lnTo>
                      <a:pt x="52" y="0"/>
                    </a:lnTo>
                    <a:lnTo>
                      <a:pt x="53" y="1"/>
                    </a:lnTo>
                    <a:lnTo>
                      <a:pt x="55" y="1"/>
                    </a:lnTo>
                    <a:lnTo>
                      <a:pt x="56" y="0"/>
                    </a:lnTo>
                    <a:lnTo>
                      <a:pt x="58" y="0"/>
                    </a:lnTo>
                    <a:lnTo>
                      <a:pt x="59" y="0"/>
                    </a:lnTo>
                    <a:lnTo>
                      <a:pt x="60" y="0"/>
                    </a:lnTo>
                    <a:lnTo>
                      <a:pt x="62" y="0"/>
                    </a:lnTo>
                    <a:lnTo>
                      <a:pt x="63" y="0"/>
                    </a:lnTo>
                    <a:lnTo>
                      <a:pt x="65" y="1"/>
                    </a:lnTo>
                    <a:lnTo>
                      <a:pt x="66" y="1"/>
                    </a:lnTo>
                    <a:lnTo>
                      <a:pt x="67" y="1"/>
                    </a:lnTo>
                    <a:lnTo>
                      <a:pt x="69" y="1"/>
                    </a:lnTo>
                    <a:lnTo>
                      <a:pt x="70" y="1"/>
                    </a:lnTo>
                    <a:lnTo>
                      <a:pt x="72" y="1"/>
                    </a:lnTo>
                    <a:lnTo>
                      <a:pt x="73" y="1"/>
                    </a:lnTo>
                    <a:lnTo>
                      <a:pt x="74" y="1"/>
                    </a:lnTo>
                    <a:lnTo>
                      <a:pt x="76" y="1"/>
                    </a:lnTo>
                    <a:lnTo>
                      <a:pt x="77" y="1"/>
                    </a:lnTo>
                    <a:lnTo>
                      <a:pt x="79" y="1"/>
                    </a:lnTo>
                    <a:lnTo>
                      <a:pt x="80" y="1"/>
                    </a:lnTo>
                    <a:lnTo>
                      <a:pt x="81" y="1"/>
                    </a:lnTo>
                    <a:lnTo>
                      <a:pt x="83" y="1"/>
                    </a:lnTo>
                    <a:lnTo>
                      <a:pt x="84" y="1"/>
                    </a:lnTo>
                    <a:lnTo>
                      <a:pt x="86" y="1"/>
                    </a:lnTo>
                    <a:lnTo>
                      <a:pt x="87" y="1"/>
                    </a:lnTo>
                    <a:lnTo>
                      <a:pt x="88" y="1"/>
                    </a:lnTo>
                    <a:lnTo>
                      <a:pt x="90" y="1"/>
                    </a:lnTo>
                    <a:lnTo>
                      <a:pt x="91" y="1"/>
                    </a:lnTo>
                    <a:lnTo>
                      <a:pt x="93" y="1"/>
                    </a:lnTo>
                    <a:lnTo>
                      <a:pt x="94" y="1"/>
                    </a:lnTo>
                    <a:lnTo>
                      <a:pt x="96" y="1"/>
                    </a:lnTo>
                    <a:lnTo>
                      <a:pt x="97" y="1"/>
                    </a:lnTo>
                    <a:lnTo>
                      <a:pt x="98" y="1"/>
                    </a:lnTo>
                    <a:lnTo>
                      <a:pt x="100" y="1"/>
                    </a:lnTo>
                    <a:lnTo>
                      <a:pt x="101" y="1"/>
                    </a:lnTo>
                    <a:lnTo>
                      <a:pt x="103" y="1"/>
                    </a:lnTo>
                    <a:lnTo>
                      <a:pt x="104" y="1"/>
                    </a:lnTo>
                    <a:lnTo>
                      <a:pt x="105" y="1"/>
                    </a:lnTo>
                    <a:lnTo>
                      <a:pt x="107" y="1"/>
                    </a:lnTo>
                    <a:lnTo>
                      <a:pt x="108" y="1"/>
                    </a:lnTo>
                    <a:lnTo>
                      <a:pt x="110" y="1"/>
                    </a:lnTo>
                    <a:lnTo>
                      <a:pt x="111" y="1"/>
                    </a:lnTo>
                    <a:lnTo>
                      <a:pt x="112" y="1"/>
                    </a:lnTo>
                    <a:lnTo>
                      <a:pt x="114" y="1"/>
                    </a:lnTo>
                    <a:lnTo>
                      <a:pt x="115" y="1"/>
                    </a:lnTo>
                    <a:lnTo>
                      <a:pt x="117" y="1"/>
                    </a:lnTo>
                    <a:lnTo>
                      <a:pt x="118" y="1"/>
                    </a:lnTo>
                    <a:lnTo>
                      <a:pt x="119" y="1"/>
                    </a:lnTo>
                    <a:lnTo>
                      <a:pt x="121" y="1"/>
                    </a:lnTo>
                    <a:lnTo>
                      <a:pt x="122" y="1"/>
                    </a:lnTo>
                    <a:lnTo>
                      <a:pt x="124" y="1"/>
                    </a:lnTo>
                    <a:lnTo>
                      <a:pt x="125" y="1"/>
                    </a:lnTo>
                    <a:lnTo>
                      <a:pt x="126" y="1"/>
                    </a:lnTo>
                    <a:lnTo>
                      <a:pt x="128" y="1"/>
                    </a:lnTo>
                    <a:lnTo>
                      <a:pt x="129" y="1"/>
                    </a:lnTo>
                    <a:lnTo>
                      <a:pt x="131" y="1"/>
                    </a:lnTo>
                    <a:lnTo>
                      <a:pt x="132" y="1"/>
                    </a:lnTo>
                    <a:lnTo>
                      <a:pt x="133" y="1"/>
                    </a:lnTo>
                    <a:lnTo>
                      <a:pt x="135" y="1"/>
                    </a:lnTo>
                    <a:lnTo>
                      <a:pt x="136" y="1"/>
                    </a:lnTo>
                    <a:lnTo>
                      <a:pt x="138" y="1"/>
                    </a:lnTo>
                    <a:lnTo>
                      <a:pt x="139" y="1"/>
                    </a:lnTo>
                    <a:lnTo>
                      <a:pt x="140" y="1"/>
                    </a:lnTo>
                    <a:lnTo>
                      <a:pt x="142" y="1"/>
                    </a:lnTo>
                    <a:lnTo>
                      <a:pt x="143" y="1"/>
                    </a:lnTo>
                    <a:lnTo>
                      <a:pt x="145" y="1"/>
                    </a:lnTo>
                    <a:lnTo>
                      <a:pt x="146" y="1"/>
                    </a:lnTo>
                    <a:lnTo>
                      <a:pt x="147" y="1"/>
                    </a:lnTo>
                    <a:lnTo>
                      <a:pt x="149" y="1"/>
                    </a:lnTo>
                    <a:lnTo>
                      <a:pt x="150" y="1"/>
                    </a:lnTo>
                    <a:lnTo>
                      <a:pt x="152" y="1"/>
                    </a:lnTo>
                    <a:lnTo>
                      <a:pt x="153" y="1"/>
                    </a:lnTo>
                    <a:lnTo>
                      <a:pt x="154" y="1"/>
                    </a:lnTo>
                    <a:lnTo>
                      <a:pt x="156" y="1"/>
                    </a:lnTo>
                    <a:lnTo>
                      <a:pt x="157" y="1"/>
                    </a:lnTo>
                    <a:lnTo>
                      <a:pt x="159" y="1"/>
                    </a:lnTo>
                    <a:lnTo>
                      <a:pt x="160" y="1"/>
                    </a:lnTo>
                    <a:lnTo>
                      <a:pt x="162" y="1"/>
                    </a:lnTo>
                    <a:lnTo>
                      <a:pt x="163" y="49"/>
                    </a:lnTo>
                    <a:lnTo>
                      <a:pt x="164" y="67"/>
                    </a:lnTo>
                    <a:lnTo>
                      <a:pt x="166" y="77"/>
                    </a:lnTo>
                    <a:lnTo>
                      <a:pt x="167" y="86"/>
                    </a:lnTo>
                    <a:lnTo>
                      <a:pt x="169" y="94"/>
                    </a:lnTo>
                    <a:lnTo>
                      <a:pt x="170" y="102"/>
                    </a:lnTo>
                    <a:lnTo>
                      <a:pt x="171" y="110"/>
                    </a:lnTo>
                    <a:lnTo>
                      <a:pt x="173" y="118"/>
                    </a:lnTo>
                    <a:lnTo>
                      <a:pt x="174" y="126"/>
                    </a:lnTo>
                    <a:lnTo>
                      <a:pt x="176" y="134"/>
                    </a:lnTo>
                    <a:lnTo>
                      <a:pt x="177" y="142"/>
                    </a:lnTo>
                    <a:lnTo>
                      <a:pt x="178" y="149"/>
                    </a:lnTo>
                    <a:lnTo>
                      <a:pt x="180" y="157"/>
                    </a:lnTo>
                    <a:lnTo>
                      <a:pt x="181" y="164"/>
                    </a:lnTo>
                    <a:lnTo>
                      <a:pt x="183" y="172"/>
                    </a:lnTo>
                    <a:lnTo>
                      <a:pt x="184" y="179"/>
                    </a:lnTo>
                    <a:lnTo>
                      <a:pt x="185" y="186"/>
                    </a:lnTo>
                    <a:lnTo>
                      <a:pt x="187" y="193"/>
                    </a:lnTo>
                    <a:lnTo>
                      <a:pt x="188" y="200"/>
                    </a:lnTo>
                    <a:lnTo>
                      <a:pt x="190" y="207"/>
                    </a:lnTo>
                    <a:lnTo>
                      <a:pt x="191" y="214"/>
                    </a:lnTo>
                    <a:lnTo>
                      <a:pt x="192" y="221"/>
                    </a:lnTo>
                    <a:lnTo>
                      <a:pt x="194" y="228"/>
                    </a:lnTo>
                    <a:lnTo>
                      <a:pt x="195" y="234"/>
                    </a:lnTo>
                    <a:lnTo>
                      <a:pt x="197" y="241"/>
                    </a:lnTo>
                    <a:lnTo>
                      <a:pt x="198" y="247"/>
                    </a:lnTo>
                    <a:lnTo>
                      <a:pt x="199" y="254"/>
                    </a:lnTo>
                    <a:lnTo>
                      <a:pt x="201" y="260"/>
                    </a:lnTo>
                    <a:lnTo>
                      <a:pt x="202" y="266"/>
                    </a:lnTo>
                    <a:lnTo>
                      <a:pt x="204" y="272"/>
                    </a:lnTo>
                    <a:lnTo>
                      <a:pt x="205" y="278"/>
                    </a:lnTo>
                    <a:lnTo>
                      <a:pt x="206" y="284"/>
                    </a:lnTo>
                    <a:lnTo>
                      <a:pt x="208" y="290"/>
                    </a:lnTo>
                    <a:lnTo>
                      <a:pt x="209" y="295"/>
                    </a:lnTo>
                    <a:lnTo>
                      <a:pt x="211" y="300"/>
                    </a:lnTo>
                    <a:lnTo>
                      <a:pt x="212" y="305"/>
                    </a:lnTo>
                    <a:lnTo>
                      <a:pt x="213" y="310"/>
                    </a:lnTo>
                    <a:lnTo>
                      <a:pt x="215" y="315"/>
                    </a:lnTo>
                    <a:lnTo>
                      <a:pt x="216" y="320"/>
                    </a:lnTo>
                    <a:lnTo>
                      <a:pt x="218" y="324"/>
                    </a:lnTo>
                    <a:lnTo>
                      <a:pt x="219" y="328"/>
                    </a:lnTo>
                    <a:lnTo>
                      <a:pt x="221" y="333"/>
                    </a:lnTo>
                    <a:lnTo>
                      <a:pt x="222" y="337"/>
                    </a:lnTo>
                    <a:lnTo>
                      <a:pt x="223" y="341"/>
                    </a:lnTo>
                    <a:lnTo>
                      <a:pt x="225" y="344"/>
                    </a:lnTo>
                    <a:lnTo>
                      <a:pt x="226" y="348"/>
                    </a:lnTo>
                    <a:lnTo>
                      <a:pt x="228" y="352"/>
                    </a:lnTo>
                    <a:lnTo>
                      <a:pt x="229" y="355"/>
                    </a:lnTo>
                    <a:lnTo>
                      <a:pt x="230" y="359"/>
                    </a:lnTo>
                    <a:lnTo>
                      <a:pt x="232" y="362"/>
                    </a:lnTo>
                    <a:lnTo>
                      <a:pt x="233" y="365"/>
                    </a:lnTo>
                    <a:lnTo>
                      <a:pt x="235" y="369"/>
                    </a:lnTo>
                    <a:lnTo>
                      <a:pt x="236" y="372"/>
                    </a:lnTo>
                    <a:lnTo>
                      <a:pt x="237" y="375"/>
                    </a:lnTo>
                    <a:lnTo>
                      <a:pt x="239" y="378"/>
                    </a:lnTo>
                    <a:lnTo>
                      <a:pt x="240" y="381"/>
                    </a:lnTo>
                    <a:lnTo>
                      <a:pt x="242" y="384"/>
                    </a:lnTo>
                    <a:lnTo>
                      <a:pt x="243" y="387"/>
                    </a:lnTo>
                    <a:lnTo>
                      <a:pt x="244" y="390"/>
                    </a:lnTo>
                    <a:lnTo>
                      <a:pt x="246" y="393"/>
                    </a:lnTo>
                    <a:lnTo>
                      <a:pt x="247" y="395"/>
                    </a:lnTo>
                    <a:lnTo>
                      <a:pt x="249" y="398"/>
                    </a:lnTo>
                    <a:lnTo>
                      <a:pt x="250" y="401"/>
                    </a:lnTo>
                    <a:lnTo>
                      <a:pt x="251" y="404"/>
                    </a:lnTo>
                    <a:lnTo>
                      <a:pt x="253" y="406"/>
                    </a:lnTo>
                    <a:lnTo>
                      <a:pt x="254" y="409"/>
                    </a:lnTo>
                    <a:lnTo>
                      <a:pt x="256" y="411"/>
                    </a:lnTo>
                    <a:lnTo>
                      <a:pt x="257" y="414"/>
                    </a:lnTo>
                    <a:lnTo>
                      <a:pt x="258" y="416"/>
                    </a:lnTo>
                    <a:lnTo>
                      <a:pt x="260" y="419"/>
                    </a:lnTo>
                    <a:lnTo>
                      <a:pt x="261" y="421"/>
                    </a:lnTo>
                    <a:lnTo>
                      <a:pt x="263" y="424"/>
                    </a:lnTo>
                    <a:lnTo>
                      <a:pt x="264" y="426"/>
                    </a:lnTo>
                    <a:lnTo>
                      <a:pt x="265" y="429"/>
                    </a:lnTo>
                    <a:lnTo>
                      <a:pt x="267" y="431"/>
                    </a:lnTo>
                    <a:lnTo>
                      <a:pt x="268" y="433"/>
                    </a:lnTo>
                    <a:lnTo>
                      <a:pt x="270" y="436"/>
                    </a:lnTo>
                    <a:lnTo>
                      <a:pt x="271" y="438"/>
                    </a:lnTo>
                    <a:lnTo>
                      <a:pt x="272" y="440"/>
                    </a:lnTo>
                    <a:lnTo>
                      <a:pt x="274" y="442"/>
                    </a:lnTo>
                    <a:lnTo>
                      <a:pt x="275" y="444"/>
                    </a:lnTo>
                    <a:lnTo>
                      <a:pt x="277" y="447"/>
                    </a:lnTo>
                    <a:lnTo>
                      <a:pt x="278" y="449"/>
                    </a:lnTo>
                    <a:lnTo>
                      <a:pt x="279" y="451"/>
                    </a:lnTo>
                    <a:lnTo>
                      <a:pt x="281" y="453"/>
                    </a:lnTo>
                    <a:lnTo>
                      <a:pt x="282" y="455"/>
                    </a:lnTo>
                    <a:lnTo>
                      <a:pt x="284" y="457"/>
                    </a:lnTo>
                    <a:lnTo>
                      <a:pt x="285" y="459"/>
                    </a:lnTo>
                    <a:lnTo>
                      <a:pt x="287" y="461"/>
                    </a:lnTo>
                    <a:lnTo>
                      <a:pt x="288" y="462"/>
                    </a:lnTo>
                    <a:lnTo>
                      <a:pt x="289" y="464"/>
                    </a:lnTo>
                    <a:lnTo>
                      <a:pt x="291" y="466"/>
                    </a:lnTo>
                    <a:lnTo>
                      <a:pt x="292" y="468"/>
                    </a:lnTo>
                    <a:lnTo>
                      <a:pt x="294" y="470"/>
                    </a:lnTo>
                    <a:lnTo>
                      <a:pt x="295" y="471"/>
                    </a:lnTo>
                    <a:lnTo>
                      <a:pt x="296" y="473"/>
                    </a:lnTo>
                    <a:lnTo>
                      <a:pt x="298" y="475"/>
                    </a:lnTo>
                    <a:lnTo>
                      <a:pt x="299" y="476"/>
                    </a:lnTo>
                    <a:lnTo>
                      <a:pt x="301" y="478"/>
                    </a:lnTo>
                    <a:lnTo>
                      <a:pt x="302" y="479"/>
                    </a:lnTo>
                    <a:lnTo>
                      <a:pt x="303" y="481"/>
                    </a:lnTo>
                    <a:lnTo>
                      <a:pt x="305" y="482"/>
                    </a:lnTo>
                    <a:lnTo>
                      <a:pt x="306" y="484"/>
                    </a:lnTo>
                    <a:lnTo>
                      <a:pt x="308" y="485"/>
                    </a:lnTo>
                    <a:lnTo>
                      <a:pt x="309" y="487"/>
                    </a:lnTo>
                    <a:lnTo>
                      <a:pt x="310" y="488"/>
                    </a:lnTo>
                    <a:lnTo>
                      <a:pt x="312" y="489"/>
                    </a:lnTo>
                    <a:lnTo>
                      <a:pt x="313" y="491"/>
                    </a:lnTo>
                    <a:lnTo>
                      <a:pt x="315" y="492"/>
                    </a:lnTo>
                    <a:lnTo>
                      <a:pt x="316" y="493"/>
                    </a:lnTo>
                    <a:lnTo>
                      <a:pt x="317" y="494"/>
                    </a:lnTo>
                    <a:lnTo>
                      <a:pt x="319" y="496"/>
                    </a:lnTo>
                    <a:lnTo>
                      <a:pt x="320" y="497"/>
                    </a:lnTo>
                    <a:lnTo>
                      <a:pt x="322" y="498"/>
                    </a:lnTo>
                    <a:lnTo>
                      <a:pt x="323" y="499"/>
                    </a:lnTo>
                    <a:lnTo>
                      <a:pt x="324" y="500"/>
                    </a:lnTo>
                    <a:lnTo>
                      <a:pt x="326" y="501"/>
                    </a:lnTo>
                    <a:lnTo>
                      <a:pt x="327" y="502"/>
                    </a:lnTo>
                    <a:lnTo>
                      <a:pt x="329" y="503"/>
                    </a:lnTo>
                    <a:lnTo>
                      <a:pt x="330" y="504"/>
                    </a:lnTo>
                    <a:lnTo>
                      <a:pt x="331" y="505"/>
                    </a:lnTo>
                    <a:lnTo>
                      <a:pt x="333" y="506"/>
                    </a:lnTo>
                    <a:lnTo>
                      <a:pt x="334" y="507"/>
                    </a:lnTo>
                    <a:lnTo>
                      <a:pt x="336" y="508"/>
                    </a:lnTo>
                    <a:lnTo>
                      <a:pt x="337" y="509"/>
                    </a:lnTo>
                    <a:lnTo>
                      <a:pt x="338" y="510"/>
                    </a:lnTo>
                    <a:lnTo>
                      <a:pt x="340" y="511"/>
                    </a:lnTo>
                    <a:lnTo>
                      <a:pt x="341" y="511"/>
                    </a:lnTo>
                    <a:lnTo>
                      <a:pt x="343" y="512"/>
                    </a:lnTo>
                    <a:lnTo>
                      <a:pt x="344" y="513"/>
                    </a:lnTo>
                    <a:lnTo>
                      <a:pt x="345" y="514"/>
                    </a:lnTo>
                    <a:lnTo>
                      <a:pt x="347" y="515"/>
                    </a:lnTo>
                    <a:lnTo>
                      <a:pt x="348" y="516"/>
                    </a:lnTo>
                    <a:lnTo>
                      <a:pt x="350" y="516"/>
                    </a:lnTo>
                    <a:lnTo>
                      <a:pt x="351" y="517"/>
                    </a:lnTo>
                    <a:lnTo>
                      <a:pt x="353" y="518"/>
                    </a:lnTo>
                    <a:lnTo>
                      <a:pt x="354" y="519"/>
                    </a:lnTo>
                    <a:lnTo>
                      <a:pt x="355" y="519"/>
                    </a:lnTo>
                    <a:lnTo>
                      <a:pt x="357" y="520"/>
                    </a:lnTo>
                    <a:lnTo>
                      <a:pt x="358" y="521"/>
                    </a:lnTo>
                    <a:lnTo>
                      <a:pt x="360" y="522"/>
                    </a:lnTo>
                    <a:lnTo>
                      <a:pt x="361" y="522"/>
                    </a:lnTo>
                    <a:lnTo>
                      <a:pt x="362" y="523"/>
                    </a:lnTo>
                    <a:lnTo>
                      <a:pt x="364" y="524"/>
                    </a:lnTo>
                    <a:lnTo>
                      <a:pt x="365" y="524"/>
                    </a:lnTo>
                    <a:lnTo>
                      <a:pt x="367" y="525"/>
                    </a:lnTo>
                    <a:lnTo>
                      <a:pt x="368" y="526"/>
                    </a:lnTo>
                    <a:lnTo>
                      <a:pt x="369" y="526"/>
                    </a:lnTo>
                    <a:lnTo>
                      <a:pt x="371" y="527"/>
                    </a:lnTo>
                    <a:lnTo>
                      <a:pt x="372" y="527"/>
                    </a:lnTo>
                    <a:lnTo>
                      <a:pt x="374" y="528"/>
                    </a:lnTo>
                    <a:lnTo>
                      <a:pt x="375" y="529"/>
                    </a:lnTo>
                    <a:lnTo>
                      <a:pt x="376" y="529"/>
                    </a:lnTo>
                    <a:lnTo>
                      <a:pt x="378" y="530"/>
                    </a:lnTo>
                    <a:lnTo>
                      <a:pt x="379" y="530"/>
                    </a:lnTo>
                    <a:lnTo>
                      <a:pt x="381" y="531"/>
                    </a:lnTo>
                    <a:lnTo>
                      <a:pt x="382" y="532"/>
                    </a:lnTo>
                    <a:lnTo>
                      <a:pt x="383" y="532"/>
                    </a:lnTo>
                    <a:lnTo>
                      <a:pt x="385" y="533"/>
                    </a:lnTo>
                    <a:lnTo>
                      <a:pt x="386" y="533"/>
                    </a:lnTo>
                    <a:lnTo>
                      <a:pt x="388" y="534"/>
                    </a:lnTo>
                    <a:lnTo>
                      <a:pt x="389" y="534"/>
                    </a:lnTo>
                    <a:lnTo>
                      <a:pt x="390" y="535"/>
                    </a:lnTo>
                    <a:lnTo>
                      <a:pt x="392" y="535"/>
                    </a:lnTo>
                    <a:lnTo>
                      <a:pt x="393" y="536"/>
                    </a:lnTo>
                    <a:lnTo>
                      <a:pt x="395" y="536"/>
                    </a:lnTo>
                    <a:lnTo>
                      <a:pt x="396" y="537"/>
                    </a:lnTo>
                    <a:lnTo>
                      <a:pt x="397" y="537"/>
                    </a:lnTo>
                    <a:lnTo>
                      <a:pt x="399" y="538"/>
                    </a:lnTo>
                    <a:lnTo>
                      <a:pt x="400" y="538"/>
                    </a:lnTo>
                    <a:lnTo>
                      <a:pt x="402" y="538"/>
                    </a:lnTo>
                    <a:lnTo>
                      <a:pt x="403" y="539"/>
                    </a:lnTo>
                    <a:lnTo>
                      <a:pt x="404" y="539"/>
                    </a:lnTo>
                    <a:lnTo>
                      <a:pt x="406" y="540"/>
                    </a:lnTo>
                    <a:lnTo>
                      <a:pt x="407" y="540"/>
                    </a:lnTo>
                    <a:lnTo>
                      <a:pt x="409" y="540"/>
                    </a:lnTo>
                    <a:lnTo>
                      <a:pt x="410" y="541"/>
                    </a:lnTo>
                    <a:lnTo>
                      <a:pt x="412" y="541"/>
                    </a:lnTo>
                    <a:lnTo>
                      <a:pt x="413" y="542"/>
                    </a:lnTo>
                    <a:lnTo>
                      <a:pt x="414" y="542"/>
                    </a:lnTo>
                    <a:lnTo>
                      <a:pt x="416" y="542"/>
                    </a:lnTo>
                    <a:lnTo>
                      <a:pt x="417" y="543"/>
                    </a:lnTo>
                    <a:lnTo>
                      <a:pt x="419" y="543"/>
                    </a:lnTo>
                    <a:lnTo>
                      <a:pt x="420" y="543"/>
                    </a:lnTo>
                    <a:lnTo>
                      <a:pt x="421" y="544"/>
                    </a:lnTo>
                    <a:lnTo>
                      <a:pt x="423" y="544"/>
                    </a:lnTo>
                    <a:lnTo>
                      <a:pt x="424" y="544"/>
                    </a:lnTo>
                    <a:lnTo>
                      <a:pt x="426" y="545"/>
                    </a:lnTo>
                    <a:lnTo>
                      <a:pt x="427" y="545"/>
                    </a:lnTo>
                    <a:lnTo>
                      <a:pt x="428" y="545"/>
                    </a:lnTo>
                    <a:lnTo>
                      <a:pt x="430" y="546"/>
                    </a:lnTo>
                    <a:lnTo>
                      <a:pt x="431" y="546"/>
                    </a:lnTo>
                    <a:lnTo>
                      <a:pt x="433" y="546"/>
                    </a:lnTo>
                    <a:lnTo>
                      <a:pt x="434" y="546"/>
                    </a:lnTo>
                    <a:lnTo>
                      <a:pt x="435" y="547"/>
                    </a:lnTo>
                    <a:lnTo>
                      <a:pt x="437" y="547"/>
                    </a:lnTo>
                    <a:lnTo>
                      <a:pt x="438" y="547"/>
                    </a:lnTo>
                    <a:lnTo>
                      <a:pt x="440" y="547"/>
                    </a:lnTo>
                    <a:lnTo>
                      <a:pt x="441" y="548"/>
                    </a:lnTo>
                    <a:lnTo>
                      <a:pt x="442" y="548"/>
                    </a:lnTo>
                    <a:lnTo>
                      <a:pt x="444" y="548"/>
                    </a:lnTo>
                    <a:lnTo>
                      <a:pt x="445" y="548"/>
                    </a:lnTo>
                    <a:lnTo>
                      <a:pt x="447" y="549"/>
                    </a:lnTo>
                    <a:lnTo>
                      <a:pt x="448" y="549"/>
                    </a:lnTo>
                    <a:lnTo>
                      <a:pt x="449" y="549"/>
                    </a:lnTo>
                    <a:lnTo>
                      <a:pt x="451" y="549"/>
                    </a:lnTo>
                    <a:lnTo>
                      <a:pt x="452" y="549"/>
                    </a:lnTo>
                    <a:lnTo>
                      <a:pt x="454" y="550"/>
                    </a:lnTo>
                    <a:lnTo>
                      <a:pt x="455" y="550"/>
                    </a:lnTo>
                    <a:lnTo>
                      <a:pt x="456" y="550"/>
                    </a:lnTo>
                    <a:lnTo>
                      <a:pt x="458" y="550"/>
                    </a:lnTo>
                    <a:lnTo>
                      <a:pt x="459" y="550"/>
                    </a:lnTo>
                    <a:lnTo>
                      <a:pt x="461" y="551"/>
                    </a:lnTo>
                    <a:lnTo>
                      <a:pt x="462" y="551"/>
                    </a:lnTo>
                    <a:lnTo>
                      <a:pt x="463" y="551"/>
                    </a:lnTo>
                    <a:lnTo>
                      <a:pt x="465" y="551"/>
                    </a:lnTo>
                    <a:lnTo>
                      <a:pt x="466" y="551"/>
                    </a:lnTo>
                    <a:lnTo>
                      <a:pt x="468" y="551"/>
                    </a:lnTo>
                    <a:lnTo>
                      <a:pt x="469" y="552"/>
                    </a:lnTo>
                    <a:lnTo>
                      <a:pt x="470" y="552"/>
                    </a:lnTo>
                    <a:lnTo>
                      <a:pt x="472" y="552"/>
                    </a:lnTo>
                    <a:lnTo>
                      <a:pt x="473" y="552"/>
                    </a:lnTo>
                    <a:lnTo>
                      <a:pt x="475" y="552"/>
                    </a:lnTo>
                    <a:lnTo>
                      <a:pt x="476" y="552"/>
                    </a:lnTo>
                    <a:lnTo>
                      <a:pt x="478" y="553"/>
                    </a:lnTo>
                    <a:lnTo>
                      <a:pt x="479" y="553"/>
                    </a:lnTo>
                    <a:lnTo>
                      <a:pt x="480" y="553"/>
                    </a:lnTo>
                    <a:lnTo>
                      <a:pt x="482" y="553"/>
                    </a:lnTo>
                    <a:lnTo>
                      <a:pt x="483" y="553"/>
                    </a:lnTo>
                    <a:lnTo>
                      <a:pt x="485" y="553"/>
                    </a:lnTo>
                    <a:lnTo>
                      <a:pt x="486" y="553"/>
                    </a:lnTo>
                    <a:lnTo>
                      <a:pt x="487" y="553"/>
                    </a:lnTo>
                    <a:lnTo>
                      <a:pt x="489" y="554"/>
                    </a:lnTo>
                    <a:lnTo>
                      <a:pt x="490" y="554"/>
                    </a:lnTo>
                    <a:lnTo>
                      <a:pt x="492" y="554"/>
                    </a:lnTo>
                    <a:lnTo>
                      <a:pt x="493" y="554"/>
                    </a:lnTo>
                    <a:lnTo>
                      <a:pt x="494" y="554"/>
                    </a:lnTo>
                    <a:lnTo>
                      <a:pt x="496" y="554"/>
                    </a:lnTo>
                    <a:lnTo>
                      <a:pt x="497" y="554"/>
                    </a:lnTo>
                    <a:lnTo>
                      <a:pt x="499" y="554"/>
                    </a:lnTo>
                    <a:lnTo>
                      <a:pt x="500" y="555"/>
                    </a:lnTo>
                    <a:lnTo>
                      <a:pt x="501" y="555"/>
                    </a:lnTo>
                    <a:lnTo>
                      <a:pt x="503" y="555"/>
                    </a:lnTo>
                    <a:lnTo>
                      <a:pt x="504" y="555"/>
                    </a:lnTo>
                    <a:lnTo>
                      <a:pt x="506" y="555"/>
                    </a:lnTo>
                    <a:lnTo>
                      <a:pt x="507" y="555"/>
                    </a:lnTo>
                    <a:lnTo>
                      <a:pt x="508" y="555"/>
                    </a:lnTo>
                    <a:lnTo>
                      <a:pt x="510" y="555"/>
                    </a:lnTo>
                    <a:lnTo>
                      <a:pt x="511" y="555"/>
                    </a:lnTo>
                    <a:lnTo>
                      <a:pt x="513" y="555"/>
                    </a:lnTo>
                    <a:lnTo>
                      <a:pt x="514" y="555"/>
                    </a:lnTo>
                    <a:lnTo>
                      <a:pt x="515" y="555"/>
                    </a:lnTo>
                    <a:lnTo>
                      <a:pt x="517" y="556"/>
                    </a:lnTo>
                    <a:lnTo>
                      <a:pt x="518" y="556"/>
                    </a:lnTo>
                    <a:lnTo>
                      <a:pt x="520" y="556"/>
                    </a:lnTo>
                    <a:lnTo>
                      <a:pt x="521" y="556"/>
                    </a:lnTo>
                    <a:lnTo>
                      <a:pt x="522" y="556"/>
                    </a:lnTo>
                    <a:lnTo>
                      <a:pt x="524" y="556"/>
                    </a:lnTo>
                    <a:lnTo>
                      <a:pt x="525" y="556"/>
                    </a:lnTo>
                    <a:lnTo>
                      <a:pt x="527" y="556"/>
                    </a:lnTo>
                    <a:lnTo>
                      <a:pt x="528" y="556"/>
                    </a:lnTo>
                    <a:lnTo>
                      <a:pt x="529" y="556"/>
                    </a:lnTo>
                    <a:lnTo>
                      <a:pt x="531" y="556"/>
                    </a:lnTo>
                    <a:lnTo>
                      <a:pt x="532" y="556"/>
                    </a:lnTo>
                    <a:lnTo>
                      <a:pt x="534" y="556"/>
                    </a:lnTo>
                    <a:lnTo>
                      <a:pt x="535" y="556"/>
                    </a:lnTo>
                    <a:lnTo>
                      <a:pt x="537" y="556"/>
                    </a:lnTo>
                    <a:lnTo>
                      <a:pt x="538" y="556"/>
                    </a:lnTo>
                    <a:lnTo>
                      <a:pt x="539" y="556"/>
                    </a:lnTo>
                    <a:lnTo>
                      <a:pt x="541" y="556"/>
                    </a:lnTo>
                    <a:lnTo>
                      <a:pt x="542" y="556"/>
                    </a:lnTo>
                    <a:lnTo>
                      <a:pt x="544" y="556"/>
                    </a:lnTo>
                    <a:lnTo>
                      <a:pt x="545" y="557"/>
                    </a:lnTo>
                    <a:lnTo>
                      <a:pt x="546" y="557"/>
                    </a:lnTo>
                    <a:lnTo>
                      <a:pt x="548" y="557"/>
                    </a:lnTo>
                    <a:lnTo>
                      <a:pt x="549" y="557"/>
                    </a:lnTo>
                    <a:lnTo>
                      <a:pt x="551" y="557"/>
                    </a:lnTo>
                    <a:lnTo>
                      <a:pt x="552" y="557"/>
                    </a:lnTo>
                    <a:lnTo>
                      <a:pt x="553" y="557"/>
                    </a:lnTo>
                    <a:lnTo>
                      <a:pt x="555" y="557"/>
                    </a:lnTo>
                    <a:lnTo>
                      <a:pt x="556" y="557"/>
                    </a:lnTo>
                    <a:lnTo>
                      <a:pt x="558" y="557"/>
                    </a:lnTo>
                    <a:lnTo>
                      <a:pt x="559" y="557"/>
                    </a:lnTo>
                    <a:lnTo>
                      <a:pt x="560" y="557"/>
                    </a:lnTo>
                    <a:lnTo>
                      <a:pt x="562" y="557"/>
                    </a:lnTo>
                    <a:lnTo>
                      <a:pt x="563" y="557"/>
                    </a:lnTo>
                    <a:lnTo>
                      <a:pt x="565" y="557"/>
                    </a:lnTo>
                    <a:lnTo>
                      <a:pt x="566" y="557"/>
                    </a:lnTo>
                    <a:lnTo>
                      <a:pt x="567" y="557"/>
                    </a:lnTo>
                    <a:lnTo>
                      <a:pt x="569" y="557"/>
                    </a:lnTo>
                    <a:lnTo>
                      <a:pt x="570" y="557"/>
                    </a:lnTo>
                    <a:lnTo>
                      <a:pt x="572" y="557"/>
                    </a:lnTo>
                    <a:lnTo>
                      <a:pt x="573" y="557"/>
                    </a:lnTo>
                    <a:lnTo>
                      <a:pt x="574" y="557"/>
                    </a:lnTo>
                    <a:lnTo>
                      <a:pt x="576" y="557"/>
                    </a:lnTo>
                    <a:lnTo>
                      <a:pt x="577" y="557"/>
                    </a:lnTo>
                    <a:lnTo>
                      <a:pt x="579" y="557"/>
                    </a:lnTo>
                    <a:lnTo>
                      <a:pt x="580" y="557"/>
                    </a:lnTo>
                    <a:lnTo>
                      <a:pt x="581" y="557"/>
                    </a:lnTo>
                    <a:lnTo>
                      <a:pt x="583" y="524"/>
                    </a:lnTo>
                    <a:lnTo>
                      <a:pt x="584" y="501"/>
                    </a:lnTo>
                    <a:lnTo>
                      <a:pt x="586" y="500"/>
                    </a:lnTo>
                    <a:lnTo>
                      <a:pt x="587" y="499"/>
                    </a:lnTo>
                    <a:lnTo>
                      <a:pt x="588" y="498"/>
                    </a:lnTo>
                    <a:lnTo>
                      <a:pt x="590" y="497"/>
                    </a:lnTo>
                    <a:lnTo>
                      <a:pt x="591" y="496"/>
                    </a:lnTo>
                    <a:lnTo>
                      <a:pt x="593" y="495"/>
                    </a:lnTo>
                    <a:lnTo>
                      <a:pt x="594" y="495"/>
                    </a:lnTo>
                    <a:lnTo>
                      <a:pt x="595" y="494"/>
                    </a:lnTo>
                    <a:lnTo>
                      <a:pt x="597" y="493"/>
                    </a:lnTo>
                    <a:lnTo>
                      <a:pt x="598" y="492"/>
                    </a:lnTo>
                    <a:lnTo>
                      <a:pt x="600" y="492"/>
                    </a:lnTo>
                    <a:lnTo>
                      <a:pt x="601" y="491"/>
                    </a:lnTo>
                    <a:lnTo>
                      <a:pt x="603" y="490"/>
                    </a:lnTo>
                    <a:lnTo>
                      <a:pt x="604" y="490"/>
                    </a:lnTo>
                    <a:lnTo>
                      <a:pt x="605" y="489"/>
                    </a:lnTo>
                    <a:lnTo>
                      <a:pt x="607" y="488"/>
                    </a:lnTo>
                    <a:lnTo>
                      <a:pt x="608" y="488"/>
                    </a:lnTo>
                    <a:lnTo>
                      <a:pt x="610" y="487"/>
                    </a:lnTo>
                    <a:lnTo>
                      <a:pt x="611" y="486"/>
                    </a:lnTo>
                    <a:lnTo>
                      <a:pt x="612" y="486"/>
                    </a:lnTo>
                    <a:lnTo>
                      <a:pt x="614" y="485"/>
                    </a:lnTo>
                    <a:lnTo>
                      <a:pt x="615" y="484"/>
                    </a:lnTo>
                    <a:lnTo>
                      <a:pt x="617" y="484"/>
                    </a:lnTo>
                    <a:lnTo>
                      <a:pt x="618" y="483"/>
                    </a:lnTo>
                    <a:lnTo>
                      <a:pt x="619" y="482"/>
                    </a:lnTo>
                    <a:lnTo>
                      <a:pt x="621" y="482"/>
                    </a:lnTo>
                    <a:lnTo>
                      <a:pt x="622" y="481"/>
                    </a:lnTo>
                    <a:lnTo>
                      <a:pt x="624" y="481"/>
                    </a:lnTo>
                    <a:lnTo>
                      <a:pt x="625" y="480"/>
                    </a:lnTo>
                    <a:lnTo>
                      <a:pt x="626" y="479"/>
                    </a:lnTo>
                    <a:lnTo>
                      <a:pt x="628" y="479"/>
                    </a:lnTo>
                    <a:lnTo>
                      <a:pt x="629" y="478"/>
                    </a:lnTo>
                    <a:lnTo>
                      <a:pt x="631" y="478"/>
                    </a:lnTo>
                    <a:lnTo>
                      <a:pt x="632" y="477"/>
                    </a:lnTo>
                    <a:lnTo>
                      <a:pt x="633" y="477"/>
                    </a:lnTo>
                    <a:lnTo>
                      <a:pt x="635" y="476"/>
                    </a:lnTo>
                    <a:lnTo>
                      <a:pt x="636" y="475"/>
                    </a:lnTo>
                    <a:lnTo>
                      <a:pt x="638" y="475"/>
                    </a:lnTo>
                    <a:lnTo>
                      <a:pt x="639" y="474"/>
                    </a:lnTo>
                    <a:lnTo>
                      <a:pt x="640" y="474"/>
                    </a:lnTo>
                    <a:lnTo>
                      <a:pt x="642" y="473"/>
                    </a:lnTo>
                    <a:lnTo>
                      <a:pt x="643" y="473"/>
                    </a:lnTo>
                    <a:lnTo>
                      <a:pt x="645" y="472"/>
                    </a:lnTo>
                    <a:lnTo>
                      <a:pt x="646" y="472"/>
                    </a:lnTo>
                    <a:lnTo>
                      <a:pt x="647" y="471"/>
                    </a:lnTo>
                    <a:lnTo>
                      <a:pt x="649" y="471"/>
                    </a:lnTo>
                    <a:lnTo>
                      <a:pt x="650" y="470"/>
                    </a:lnTo>
                    <a:lnTo>
                      <a:pt x="652" y="470"/>
                    </a:lnTo>
                    <a:lnTo>
                      <a:pt x="653" y="469"/>
                    </a:lnTo>
                    <a:lnTo>
                      <a:pt x="654" y="469"/>
                    </a:lnTo>
                    <a:lnTo>
                      <a:pt x="656" y="468"/>
                    </a:lnTo>
                    <a:lnTo>
                      <a:pt x="657" y="468"/>
                    </a:lnTo>
                    <a:lnTo>
                      <a:pt x="659" y="467"/>
                    </a:lnTo>
                    <a:lnTo>
                      <a:pt x="660" y="467"/>
                    </a:lnTo>
                    <a:lnTo>
                      <a:pt x="661" y="466"/>
                    </a:lnTo>
                    <a:lnTo>
                      <a:pt x="663" y="466"/>
                    </a:lnTo>
                    <a:lnTo>
                      <a:pt x="664" y="465"/>
                    </a:lnTo>
                    <a:lnTo>
                      <a:pt x="666" y="465"/>
                    </a:lnTo>
                    <a:lnTo>
                      <a:pt x="667" y="465"/>
                    </a:lnTo>
                    <a:lnTo>
                      <a:pt x="669" y="464"/>
                    </a:lnTo>
                    <a:lnTo>
                      <a:pt x="670" y="464"/>
                    </a:lnTo>
                    <a:lnTo>
                      <a:pt x="671" y="463"/>
                    </a:lnTo>
                    <a:lnTo>
                      <a:pt x="673" y="463"/>
                    </a:lnTo>
                    <a:lnTo>
                      <a:pt x="674" y="462"/>
                    </a:lnTo>
                    <a:lnTo>
                      <a:pt x="676" y="462"/>
                    </a:lnTo>
                    <a:lnTo>
                      <a:pt x="677" y="461"/>
                    </a:lnTo>
                    <a:lnTo>
                      <a:pt x="678" y="461"/>
                    </a:lnTo>
                    <a:lnTo>
                      <a:pt x="680" y="461"/>
                    </a:lnTo>
                    <a:lnTo>
                      <a:pt x="681" y="460"/>
                    </a:lnTo>
                    <a:lnTo>
                      <a:pt x="683" y="460"/>
                    </a:lnTo>
                    <a:lnTo>
                      <a:pt x="684" y="459"/>
                    </a:lnTo>
                    <a:lnTo>
                      <a:pt x="685" y="459"/>
                    </a:lnTo>
                    <a:lnTo>
                      <a:pt x="687" y="458"/>
                    </a:lnTo>
                    <a:lnTo>
                      <a:pt x="688" y="458"/>
                    </a:lnTo>
                    <a:lnTo>
                      <a:pt x="690" y="458"/>
                    </a:lnTo>
                    <a:lnTo>
                      <a:pt x="691" y="457"/>
                    </a:lnTo>
                    <a:lnTo>
                      <a:pt x="692" y="457"/>
                    </a:lnTo>
                    <a:lnTo>
                      <a:pt x="694" y="456"/>
                    </a:lnTo>
                    <a:lnTo>
                      <a:pt x="695" y="456"/>
                    </a:lnTo>
                    <a:lnTo>
                      <a:pt x="697" y="456"/>
                    </a:lnTo>
                    <a:lnTo>
                      <a:pt x="698" y="455"/>
                    </a:lnTo>
                    <a:lnTo>
                      <a:pt x="699" y="455"/>
                    </a:lnTo>
                    <a:lnTo>
                      <a:pt x="701" y="454"/>
                    </a:lnTo>
                    <a:lnTo>
                      <a:pt x="702" y="454"/>
                    </a:lnTo>
                    <a:lnTo>
                      <a:pt x="704" y="454"/>
                    </a:lnTo>
                    <a:lnTo>
                      <a:pt x="705" y="453"/>
                    </a:lnTo>
                    <a:lnTo>
                      <a:pt x="706" y="453"/>
                    </a:lnTo>
                    <a:lnTo>
                      <a:pt x="708" y="452"/>
                    </a:lnTo>
                    <a:lnTo>
                      <a:pt x="709" y="452"/>
                    </a:lnTo>
                    <a:lnTo>
                      <a:pt x="711" y="452"/>
                    </a:lnTo>
                    <a:lnTo>
                      <a:pt x="712" y="451"/>
                    </a:lnTo>
                    <a:lnTo>
                      <a:pt x="713" y="451"/>
                    </a:lnTo>
                    <a:lnTo>
                      <a:pt x="715" y="451"/>
                    </a:lnTo>
                    <a:lnTo>
                      <a:pt x="716" y="450"/>
                    </a:lnTo>
                    <a:lnTo>
                      <a:pt x="718" y="450"/>
                    </a:lnTo>
                    <a:lnTo>
                      <a:pt x="719" y="449"/>
                    </a:lnTo>
                    <a:lnTo>
                      <a:pt x="720" y="449"/>
                    </a:lnTo>
                    <a:lnTo>
                      <a:pt x="722" y="449"/>
                    </a:lnTo>
                    <a:lnTo>
                      <a:pt x="723" y="448"/>
                    </a:lnTo>
                    <a:lnTo>
                      <a:pt x="725" y="448"/>
                    </a:lnTo>
                    <a:lnTo>
                      <a:pt x="726" y="448"/>
                    </a:lnTo>
                    <a:lnTo>
                      <a:pt x="728" y="447"/>
                    </a:lnTo>
                    <a:lnTo>
                      <a:pt x="729" y="447"/>
                    </a:lnTo>
                    <a:lnTo>
                      <a:pt x="730" y="447"/>
                    </a:lnTo>
                    <a:lnTo>
                      <a:pt x="732" y="446"/>
                    </a:lnTo>
                    <a:lnTo>
                      <a:pt x="733" y="446"/>
                    </a:lnTo>
                    <a:lnTo>
                      <a:pt x="735" y="446"/>
                    </a:lnTo>
                    <a:lnTo>
                      <a:pt x="736" y="445"/>
                    </a:lnTo>
                    <a:lnTo>
                      <a:pt x="737" y="445"/>
                    </a:lnTo>
                    <a:lnTo>
                      <a:pt x="739" y="445"/>
                    </a:lnTo>
                    <a:lnTo>
                      <a:pt x="740" y="444"/>
                    </a:lnTo>
                    <a:lnTo>
                      <a:pt x="742" y="444"/>
                    </a:lnTo>
                    <a:lnTo>
                      <a:pt x="743" y="444"/>
                    </a:lnTo>
                    <a:lnTo>
                      <a:pt x="744" y="443"/>
                    </a:lnTo>
                    <a:lnTo>
                      <a:pt x="746" y="443"/>
                    </a:lnTo>
                    <a:lnTo>
                      <a:pt x="747" y="443"/>
                    </a:lnTo>
                    <a:lnTo>
                      <a:pt x="749" y="442"/>
                    </a:lnTo>
                    <a:lnTo>
                      <a:pt x="750" y="442"/>
                    </a:lnTo>
                    <a:lnTo>
                      <a:pt x="751" y="442"/>
                    </a:lnTo>
                    <a:lnTo>
                      <a:pt x="753" y="441"/>
                    </a:lnTo>
                    <a:lnTo>
                      <a:pt x="754" y="441"/>
                    </a:lnTo>
                    <a:lnTo>
                      <a:pt x="756" y="441"/>
                    </a:lnTo>
                    <a:lnTo>
                      <a:pt x="757" y="440"/>
                    </a:lnTo>
                    <a:lnTo>
                      <a:pt x="758" y="440"/>
                    </a:lnTo>
                    <a:lnTo>
                      <a:pt x="760" y="440"/>
                    </a:lnTo>
                    <a:lnTo>
                      <a:pt x="761" y="439"/>
                    </a:lnTo>
                    <a:lnTo>
                      <a:pt x="763" y="439"/>
                    </a:lnTo>
                    <a:lnTo>
                      <a:pt x="764" y="439"/>
                    </a:lnTo>
                    <a:lnTo>
                      <a:pt x="765" y="438"/>
                    </a:lnTo>
                    <a:lnTo>
                      <a:pt x="767" y="438"/>
                    </a:lnTo>
                    <a:lnTo>
                      <a:pt x="768" y="438"/>
                    </a:lnTo>
                    <a:lnTo>
                      <a:pt x="770" y="437"/>
                    </a:lnTo>
                    <a:lnTo>
                      <a:pt x="771" y="437"/>
                    </a:lnTo>
                    <a:lnTo>
                      <a:pt x="772" y="437"/>
                    </a:lnTo>
                    <a:lnTo>
                      <a:pt x="774" y="437"/>
                    </a:lnTo>
                    <a:lnTo>
                      <a:pt x="775" y="436"/>
                    </a:lnTo>
                    <a:lnTo>
                      <a:pt x="777" y="436"/>
                    </a:lnTo>
                    <a:lnTo>
                      <a:pt x="778" y="436"/>
                    </a:lnTo>
                    <a:lnTo>
                      <a:pt x="779" y="435"/>
                    </a:lnTo>
                    <a:lnTo>
                      <a:pt x="781" y="435"/>
                    </a:lnTo>
                    <a:lnTo>
                      <a:pt x="782" y="435"/>
                    </a:lnTo>
                    <a:lnTo>
                      <a:pt x="784" y="435"/>
                    </a:lnTo>
                    <a:lnTo>
                      <a:pt x="785" y="434"/>
                    </a:lnTo>
                    <a:lnTo>
                      <a:pt x="786" y="434"/>
                    </a:lnTo>
                    <a:lnTo>
                      <a:pt x="788" y="434"/>
                    </a:lnTo>
                    <a:lnTo>
                      <a:pt x="789" y="433"/>
                    </a:lnTo>
                    <a:lnTo>
                      <a:pt x="791" y="433"/>
                    </a:lnTo>
                    <a:lnTo>
                      <a:pt x="792" y="433"/>
                    </a:lnTo>
                    <a:lnTo>
                      <a:pt x="794" y="432"/>
                    </a:lnTo>
                    <a:lnTo>
                      <a:pt x="795" y="432"/>
                    </a:lnTo>
                    <a:lnTo>
                      <a:pt x="796" y="432"/>
                    </a:lnTo>
                    <a:lnTo>
                      <a:pt x="798" y="432"/>
                    </a:lnTo>
                    <a:lnTo>
                      <a:pt x="799" y="431"/>
                    </a:lnTo>
                    <a:lnTo>
                      <a:pt x="801" y="431"/>
                    </a:lnTo>
                    <a:lnTo>
                      <a:pt x="802" y="431"/>
                    </a:lnTo>
                    <a:lnTo>
                      <a:pt x="803" y="431"/>
                    </a:lnTo>
                    <a:lnTo>
                      <a:pt x="805" y="430"/>
                    </a:lnTo>
                    <a:lnTo>
                      <a:pt x="806" y="430"/>
                    </a:lnTo>
                    <a:lnTo>
                      <a:pt x="808" y="430"/>
                    </a:lnTo>
                    <a:lnTo>
                      <a:pt x="809" y="429"/>
                    </a:lnTo>
                    <a:lnTo>
                      <a:pt x="810" y="429"/>
                    </a:lnTo>
                    <a:lnTo>
                      <a:pt x="812" y="429"/>
                    </a:lnTo>
                    <a:lnTo>
                      <a:pt x="813" y="429"/>
                    </a:lnTo>
                    <a:lnTo>
                      <a:pt x="815" y="428"/>
                    </a:lnTo>
                    <a:lnTo>
                      <a:pt x="816" y="428"/>
                    </a:lnTo>
                    <a:lnTo>
                      <a:pt x="817" y="428"/>
                    </a:lnTo>
                    <a:lnTo>
                      <a:pt x="819" y="427"/>
                    </a:lnTo>
                    <a:lnTo>
                      <a:pt x="820" y="427"/>
                    </a:lnTo>
                    <a:lnTo>
                      <a:pt x="822" y="427"/>
                    </a:lnTo>
                    <a:lnTo>
                      <a:pt x="823" y="427"/>
                    </a:lnTo>
                    <a:lnTo>
                      <a:pt x="824" y="426"/>
                    </a:lnTo>
                    <a:lnTo>
                      <a:pt x="826" y="426"/>
                    </a:lnTo>
                    <a:lnTo>
                      <a:pt x="827" y="426"/>
                    </a:lnTo>
                    <a:lnTo>
                      <a:pt x="829" y="426"/>
                    </a:lnTo>
                    <a:lnTo>
                      <a:pt x="830" y="425"/>
                    </a:lnTo>
                    <a:lnTo>
                      <a:pt x="831" y="425"/>
                    </a:lnTo>
                    <a:lnTo>
                      <a:pt x="833" y="425"/>
                    </a:lnTo>
                    <a:lnTo>
                      <a:pt x="834" y="425"/>
                    </a:lnTo>
                    <a:lnTo>
                      <a:pt x="836" y="424"/>
                    </a:lnTo>
                    <a:lnTo>
                      <a:pt x="837" y="424"/>
                    </a:lnTo>
                    <a:lnTo>
                      <a:pt x="838" y="424"/>
                    </a:lnTo>
                    <a:lnTo>
                      <a:pt x="840" y="424"/>
                    </a:lnTo>
                    <a:lnTo>
                      <a:pt x="841" y="423"/>
                    </a:lnTo>
                    <a:lnTo>
                      <a:pt x="843" y="423"/>
                    </a:lnTo>
                    <a:lnTo>
                      <a:pt x="844" y="423"/>
                    </a:lnTo>
                    <a:lnTo>
                      <a:pt x="845" y="423"/>
                    </a:lnTo>
                    <a:lnTo>
                      <a:pt x="847" y="422"/>
                    </a:lnTo>
                    <a:lnTo>
                      <a:pt x="848" y="422"/>
                    </a:lnTo>
                    <a:lnTo>
                      <a:pt x="850" y="422"/>
                    </a:lnTo>
                    <a:lnTo>
                      <a:pt x="851" y="422"/>
                    </a:lnTo>
                    <a:lnTo>
                      <a:pt x="852" y="421"/>
                    </a:lnTo>
                    <a:lnTo>
                      <a:pt x="854" y="421"/>
                    </a:lnTo>
                    <a:lnTo>
                      <a:pt x="855" y="421"/>
                    </a:lnTo>
                    <a:lnTo>
                      <a:pt x="857" y="421"/>
                    </a:lnTo>
                    <a:lnTo>
                      <a:pt x="858" y="420"/>
                    </a:lnTo>
                    <a:lnTo>
                      <a:pt x="860" y="420"/>
                    </a:lnTo>
                    <a:lnTo>
                      <a:pt x="861" y="420"/>
                    </a:lnTo>
                    <a:lnTo>
                      <a:pt x="862" y="420"/>
                    </a:lnTo>
                    <a:lnTo>
                      <a:pt x="864" y="419"/>
                    </a:lnTo>
                    <a:lnTo>
                      <a:pt x="865" y="419"/>
                    </a:lnTo>
                    <a:lnTo>
                      <a:pt x="867" y="419"/>
                    </a:lnTo>
                    <a:lnTo>
                      <a:pt x="868" y="419"/>
                    </a:lnTo>
                    <a:lnTo>
                      <a:pt x="869" y="418"/>
                    </a:lnTo>
                    <a:lnTo>
                      <a:pt x="871" y="418"/>
                    </a:lnTo>
                    <a:lnTo>
                      <a:pt x="872" y="418"/>
                    </a:lnTo>
                    <a:lnTo>
                      <a:pt x="874" y="418"/>
                    </a:lnTo>
                    <a:lnTo>
                      <a:pt x="875" y="418"/>
                    </a:lnTo>
                    <a:lnTo>
                      <a:pt x="876" y="417"/>
                    </a:lnTo>
                    <a:lnTo>
                      <a:pt x="878" y="417"/>
                    </a:lnTo>
                    <a:lnTo>
                      <a:pt x="879" y="417"/>
                    </a:lnTo>
                    <a:lnTo>
                      <a:pt x="881" y="417"/>
                    </a:lnTo>
                    <a:lnTo>
                      <a:pt x="882" y="416"/>
                    </a:lnTo>
                    <a:lnTo>
                      <a:pt x="883" y="416"/>
                    </a:lnTo>
                    <a:lnTo>
                      <a:pt x="885" y="416"/>
                    </a:lnTo>
                    <a:lnTo>
                      <a:pt x="886" y="416"/>
                    </a:lnTo>
                    <a:lnTo>
                      <a:pt x="888" y="415"/>
                    </a:lnTo>
                    <a:lnTo>
                      <a:pt x="889" y="415"/>
                    </a:lnTo>
                    <a:lnTo>
                      <a:pt x="890" y="415"/>
                    </a:lnTo>
                    <a:lnTo>
                      <a:pt x="892" y="415"/>
                    </a:lnTo>
                    <a:lnTo>
                      <a:pt x="893" y="415"/>
                    </a:lnTo>
                    <a:lnTo>
                      <a:pt x="895" y="414"/>
                    </a:lnTo>
                    <a:lnTo>
                      <a:pt x="896" y="414"/>
                    </a:lnTo>
                    <a:lnTo>
                      <a:pt x="897" y="414"/>
                    </a:lnTo>
                    <a:lnTo>
                      <a:pt x="899" y="414"/>
                    </a:lnTo>
                    <a:lnTo>
                      <a:pt x="900" y="413"/>
                    </a:lnTo>
                    <a:lnTo>
                      <a:pt x="902" y="413"/>
                    </a:lnTo>
                    <a:lnTo>
                      <a:pt x="903" y="413"/>
                    </a:lnTo>
                    <a:lnTo>
                      <a:pt x="904" y="413"/>
                    </a:lnTo>
                    <a:lnTo>
                      <a:pt x="906" y="413"/>
                    </a:lnTo>
                    <a:lnTo>
                      <a:pt x="907" y="412"/>
                    </a:lnTo>
                    <a:lnTo>
                      <a:pt x="909" y="412"/>
                    </a:lnTo>
                    <a:lnTo>
                      <a:pt x="910" y="412"/>
                    </a:lnTo>
                    <a:lnTo>
                      <a:pt x="911" y="412"/>
                    </a:lnTo>
                    <a:lnTo>
                      <a:pt x="913" y="412"/>
                    </a:lnTo>
                    <a:lnTo>
                      <a:pt x="914" y="411"/>
                    </a:lnTo>
                    <a:lnTo>
                      <a:pt x="916" y="411"/>
                    </a:lnTo>
                    <a:lnTo>
                      <a:pt x="917" y="411"/>
                    </a:lnTo>
                    <a:lnTo>
                      <a:pt x="919" y="411"/>
                    </a:lnTo>
                    <a:lnTo>
                      <a:pt x="920" y="410"/>
                    </a:lnTo>
                    <a:lnTo>
                      <a:pt x="921" y="410"/>
                    </a:lnTo>
                    <a:lnTo>
                      <a:pt x="923" y="410"/>
                    </a:lnTo>
                    <a:lnTo>
                      <a:pt x="924" y="410"/>
                    </a:lnTo>
                    <a:lnTo>
                      <a:pt x="926" y="410"/>
                    </a:lnTo>
                    <a:lnTo>
                      <a:pt x="927" y="409"/>
                    </a:lnTo>
                    <a:lnTo>
                      <a:pt x="928" y="409"/>
                    </a:lnTo>
                    <a:lnTo>
                      <a:pt x="930" y="409"/>
                    </a:lnTo>
                    <a:lnTo>
                      <a:pt x="931" y="409"/>
                    </a:lnTo>
                    <a:lnTo>
                      <a:pt x="933" y="409"/>
                    </a:lnTo>
                    <a:lnTo>
                      <a:pt x="934" y="408"/>
                    </a:lnTo>
                    <a:lnTo>
                      <a:pt x="935" y="408"/>
                    </a:lnTo>
                    <a:lnTo>
                      <a:pt x="937" y="408"/>
                    </a:lnTo>
                    <a:lnTo>
                      <a:pt x="938" y="408"/>
                    </a:lnTo>
                    <a:lnTo>
                      <a:pt x="940" y="408"/>
                    </a:lnTo>
                    <a:lnTo>
                      <a:pt x="941" y="407"/>
                    </a:lnTo>
                    <a:lnTo>
                      <a:pt x="942" y="407"/>
                    </a:lnTo>
                    <a:lnTo>
                      <a:pt x="944" y="407"/>
                    </a:lnTo>
                    <a:lnTo>
                      <a:pt x="945" y="407"/>
                    </a:lnTo>
                    <a:lnTo>
                      <a:pt x="947" y="407"/>
                    </a:lnTo>
                    <a:lnTo>
                      <a:pt x="948" y="406"/>
                    </a:lnTo>
                    <a:lnTo>
                      <a:pt x="949" y="406"/>
                    </a:lnTo>
                    <a:lnTo>
                      <a:pt x="951" y="406"/>
                    </a:lnTo>
                    <a:lnTo>
                      <a:pt x="952" y="406"/>
                    </a:lnTo>
                    <a:lnTo>
                      <a:pt x="954" y="406"/>
                    </a:lnTo>
                    <a:lnTo>
                      <a:pt x="955" y="405"/>
                    </a:lnTo>
                    <a:lnTo>
                      <a:pt x="956" y="405"/>
                    </a:lnTo>
                    <a:lnTo>
                      <a:pt x="958" y="405"/>
                    </a:lnTo>
                    <a:lnTo>
                      <a:pt x="959" y="405"/>
                    </a:lnTo>
                    <a:lnTo>
                      <a:pt x="961" y="405"/>
                    </a:lnTo>
                    <a:lnTo>
                      <a:pt x="962" y="404"/>
                    </a:lnTo>
                    <a:lnTo>
                      <a:pt x="963" y="404"/>
                    </a:lnTo>
                    <a:lnTo>
                      <a:pt x="965" y="404"/>
                    </a:lnTo>
                    <a:lnTo>
                      <a:pt x="966" y="404"/>
                    </a:lnTo>
                    <a:lnTo>
                      <a:pt x="968" y="404"/>
                    </a:lnTo>
                    <a:lnTo>
                      <a:pt x="969" y="403"/>
                    </a:lnTo>
                    <a:lnTo>
                      <a:pt x="970" y="403"/>
                    </a:lnTo>
                    <a:lnTo>
                      <a:pt x="972" y="403"/>
                    </a:lnTo>
                    <a:lnTo>
                      <a:pt x="973" y="403"/>
                    </a:lnTo>
                    <a:lnTo>
                      <a:pt x="975" y="403"/>
                    </a:lnTo>
                    <a:lnTo>
                      <a:pt x="976" y="402"/>
                    </a:lnTo>
                    <a:lnTo>
                      <a:pt x="977" y="402"/>
                    </a:lnTo>
                    <a:lnTo>
                      <a:pt x="979" y="402"/>
                    </a:lnTo>
                    <a:lnTo>
                      <a:pt x="980" y="402"/>
                    </a:lnTo>
                    <a:lnTo>
                      <a:pt x="982" y="402"/>
                    </a:lnTo>
                    <a:lnTo>
                      <a:pt x="983" y="402"/>
                    </a:lnTo>
                    <a:lnTo>
                      <a:pt x="985" y="401"/>
                    </a:lnTo>
                    <a:lnTo>
                      <a:pt x="986" y="401"/>
                    </a:lnTo>
                    <a:lnTo>
                      <a:pt x="987" y="401"/>
                    </a:lnTo>
                    <a:lnTo>
                      <a:pt x="989" y="401"/>
                    </a:lnTo>
                    <a:lnTo>
                      <a:pt x="990" y="401"/>
                    </a:lnTo>
                    <a:lnTo>
                      <a:pt x="992" y="400"/>
                    </a:lnTo>
                    <a:lnTo>
                      <a:pt x="993" y="400"/>
                    </a:lnTo>
                    <a:lnTo>
                      <a:pt x="994" y="400"/>
                    </a:lnTo>
                    <a:lnTo>
                      <a:pt x="996" y="400"/>
                    </a:lnTo>
                    <a:lnTo>
                      <a:pt x="997" y="400"/>
                    </a:lnTo>
                    <a:lnTo>
                      <a:pt x="999" y="400"/>
                    </a:lnTo>
                    <a:lnTo>
                      <a:pt x="1000" y="399"/>
                    </a:lnTo>
                    <a:lnTo>
                      <a:pt x="1001" y="399"/>
                    </a:lnTo>
                    <a:lnTo>
                      <a:pt x="1003" y="399"/>
                    </a:lnTo>
                    <a:lnTo>
                      <a:pt x="1004" y="399"/>
                    </a:lnTo>
                    <a:lnTo>
                      <a:pt x="1006" y="399"/>
                    </a:lnTo>
                    <a:lnTo>
                      <a:pt x="1007" y="398"/>
                    </a:lnTo>
                    <a:lnTo>
                      <a:pt x="1008" y="398"/>
                    </a:lnTo>
                    <a:lnTo>
                      <a:pt x="1010" y="398"/>
                    </a:lnTo>
                    <a:lnTo>
                      <a:pt x="1011" y="398"/>
                    </a:lnTo>
                    <a:lnTo>
                      <a:pt x="1013" y="398"/>
                    </a:lnTo>
                    <a:lnTo>
                      <a:pt x="1014" y="397"/>
                    </a:lnTo>
                    <a:lnTo>
                      <a:pt x="1015" y="397"/>
                    </a:lnTo>
                    <a:lnTo>
                      <a:pt x="1017" y="397"/>
                    </a:lnTo>
                    <a:lnTo>
                      <a:pt x="1018" y="397"/>
                    </a:lnTo>
                    <a:lnTo>
                      <a:pt x="1020" y="397"/>
                    </a:lnTo>
                    <a:lnTo>
                      <a:pt x="1021" y="397"/>
                    </a:lnTo>
                    <a:lnTo>
                      <a:pt x="1022" y="396"/>
                    </a:lnTo>
                    <a:lnTo>
                      <a:pt x="1024" y="396"/>
                    </a:lnTo>
                    <a:lnTo>
                      <a:pt x="1025" y="396"/>
                    </a:lnTo>
                    <a:lnTo>
                      <a:pt x="1027" y="396"/>
                    </a:lnTo>
                    <a:lnTo>
                      <a:pt x="1028" y="396"/>
                    </a:lnTo>
                    <a:lnTo>
                      <a:pt x="1029" y="396"/>
                    </a:lnTo>
                    <a:lnTo>
                      <a:pt x="1031" y="395"/>
                    </a:lnTo>
                    <a:lnTo>
                      <a:pt x="1032" y="395"/>
                    </a:lnTo>
                    <a:lnTo>
                      <a:pt x="1034" y="395"/>
                    </a:lnTo>
                    <a:lnTo>
                      <a:pt x="1035" y="395"/>
                    </a:lnTo>
                    <a:lnTo>
                      <a:pt x="1036" y="395"/>
                    </a:lnTo>
                    <a:lnTo>
                      <a:pt x="1038" y="394"/>
                    </a:lnTo>
                    <a:lnTo>
                      <a:pt x="1039" y="394"/>
                    </a:lnTo>
                    <a:lnTo>
                      <a:pt x="1041" y="394"/>
                    </a:lnTo>
                    <a:lnTo>
                      <a:pt x="1042" y="394"/>
                    </a:lnTo>
                    <a:lnTo>
                      <a:pt x="1043" y="394"/>
                    </a:lnTo>
                    <a:lnTo>
                      <a:pt x="1045" y="394"/>
                    </a:lnTo>
                    <a:lnTo>
                      <a:pt x="1046" y="393"/>
                    </a:lnTo>
                    <a:lnTo>
                      <a:pt x="1048" y="393"/>
                    </a:lnTo>
                    <a:lnTo>
                      <a:pt x="1049" y="393"/>
                    </a:lnTo>
                    <a:lnTo>
                      <a:pt x="1051" y="393"/>
                    </a:lnTo>
                    <a:lnTo>
                      <a:pt x="1052" y="393"/>
                    </a:lnTo>
                    <a:lnTo>
                      <a:pt x="1053" y="393"/>
                    </a:lnTo>
                    <a:lnTo>
                      <a:pt x="1055" y="393"/>
                    </a:lnTo>
                    <a:lnTo>
                      <a:pt x="1056" y="392"/>
                    </a:lnTo>
                    <a:lnTo>
                      <a:pt x="1058" y="392"/>
                    </a:lnTo>
                    <a:lnTo>
                      <a:pt x="1059" y="392"/>
                    </a:lnTo>
                    <a:lnTo>
                      <a:pt x="1060" y="392"/>
                    </a:lnTo>
                    <a:lnTo>
                      <a:pt x="1062" y="392"/>
                    </a:lnTo>
                    <a:lnTo>
                      <a:pt x="1063" y="392"/>
                    </a:lnTo>
                    <a:lnTo>
                      <a:pt x="1065" y="391"/>
                    </a:lnTo>
                    <a:lnTo>
                      <a:pt x="1066" y="391"/>
                    </a:lnTo>
                    <a:lnTo>
                      <a:pt x="1067" y="391"/>
                    </a:lnTo>
                    <a:lnTo>
                      <a:pt x="1069" y="391"/>
                    </a:lnTo>
                    <a:lnTo>
                      <a:pt x="1070" y="391"/>
                    </a:lnTo>
                    <a:lnTo>
                      <a:pt x="1072" y="391"/>
                    </a:lnTo>
                    <a:lnTo>
                      <a:pt x="1073" y="390"/>
                    </a:lnTo>
                    <a:lnTo>
                      <a:pt x="1074" y="390"/>
                    </a:lnTo>
                    <a:lnTo>
                      <a:pt x="1076" y="390"/>
                    </a:lnTo>
                    <a:lnTo>
                      <a:pt x="1077" y="390"/>
                    </a:lnTo>
                    <a:lnTo>
                      <a:pt x="1079" y="390"/>
                    </a:lnTo>
                    <a:lnTo>
                      <a:pt x="1080" y="390"/>
                    </a:lnTo>
                    <a:lnTo>
                      <a:pt x="1081" y="389"/>
                    </a:lnTo>
                    <a:lnTo>
                      <a:pt x="1083" y="389"/>
                    </a:lnTo>
                    <a:lnTo>
                      <a:pt x="1084" y="389"/>
                    </a:lnTo>
                    <a:lnTo>
                      <a:pt x="1086" y="389"/>
                    </a:lnTo>
                    <a:lnTo>
                      <a:pt x="1087" y="389"/>
                    </a:lnTo>
                    <a:lnTo>
                      <a:pt x="1088" y="389"/>
                    </a:lnTo>
                    <a:lnTo>
                      <a:pt x="1090" y="388"/>
                    </a:lnTo>
                    <a:lnTo>
                      <a:pt x="1091" y="388"/>
                    </a:lnTo>
                    <a:lnTo>
                      <a:pt x="1093" y="388"/>
                    </a:lnTo>
                    <a:lnTo>
                      <a:pt x="1094" y="388"/>
                    </a:lnTo>
                    <a:lnTo>
                      <a:pt x="1095" y="388"/>
                    </a:lnTo>
                    <a:lnTo>
                      <a:pt x="1097" y="388"/>
                    </a:lnTo>
                    <a:lnTo>
                      <a:pt x="1098" y="388"/>
                    </a:lnTo>
                    <a:lnTo>
                      <a:pt x="1100" y="387"/>
                    </a:lnTo>
                    <a:lnTo>
                      <a:pt x="1101" y="387"/>
                    </a:lnTo>
                    <a:lnTo>
                      <a:pt x="1102" y="387"/>
                    </a:lnTo>
                    <a:lnTo>
                      <a:pt x="1104" y="387"/>
                    </a:lnTo>
                    <a:lnTo>
                      <a:pt x="1105" y="387"/>
                    </a:lnTo>
                    <a:lnTo>
                      <a:pt x="1107" y="387"/>
                    </a:lnTo>
                    <a:lnTo>
                      <a:pt x="1108" y="386"/>
                    </a:lnTo>
                    <a:lnTo>
                      <a:pt x="1110" y="386"/>
                    </a:lnTo>
                    <a:lnTo>
                      <a:pt x="1111" y="386"/>
                    </a:lnTo>
                    <a:lnTo>
                      <a:pt x="1112" y="386"/>
                    </a:lnTo>
                    <a:lnTo>
                      <a:pt x="1114" y="386"/>
                    </a:lnTo>
                    <a:lnTo>
                      <a:pt x="1115" y="386"/>
                    </a:lnTo>
                    <a:lnTo>
                      <a:pt x="1117" y="385"/>
                    </a:lnTo>
                    <a:lnTo>
                      <a:pt x="1118" y="385"/>
                    </a:lnTo>
                    <a:lnTo>
                      <a:pt x="1119" y="385"/>
                    </a:lnTo>
                    <a:lnTo>
                      <a:pt x="1121" y="385"/>
                    </a:lnTo>
                    <a:lnTo>
                      <a:pt x="1122" y="385"/>
                    </a:lnTo>
                    <a:lnTo>
                      <a:pt x="1124" y="385"/>
                    </a:lnTo>
                    <a:lnTo>
                      <a:pt x="1125" y="385"/>
                    </a:lnTo>
                    <a:lnTo>
                      <a:pt x="1126" y="384"/>
                    </a:lnTo>
                    <a:lnTo>
                      <a:pt x="1128" y="384"/>
                    </a:lnTo>
                    <a:lnTo>
                      <a:pt x="1129" y="384"/>
                    </a:lnTo>
                    <a:lnTo>
                      <a:pt x="1131" y="384"/>
                    </a:lnTo>
                    <a:lnTo>
                      <a:pt x="1132" y="384"/>
                    </a:lnTo>
                    <a:lnTo>
                      <a:pt x="1133" y="384"/>
                    </a:lnTo>
                    <a:lnTo>
                      <a:pt x="1135" y="384"/>
                    </a:lnTo>
                    <a:lnTo>
                      <a:pt x="1136" y="383"/>
                    </a:lnTo>
                    <a:lnTo>
                      <a:pt x="1138" y="383"/>
                    </a:lnTo>
                    <a:lnTo>
                      <a:pt x="1139" y="383"/>
                    </a:lnTo>
                    <a:lnTo>
                      <a:pt x="1140" y="383"/>
                    </a:lnTo>
                    <a:lnTo>
                      <a:pt x="1142" y="383"/>
                    </a:lnTo>
                    <a:lnTo>
                      <a:pt x="1143" y="383"/>
                    </a:lnTo>
                    <a:lnTo>
                      <a:pt x="1145" y="383"/>
                    </a:lnTo>
                    <a:lnTo>
                      <a:pt x="1146" y="382"/>
                    </a:lnTo>
                    <a:lnTo>
                      <a:pt x="1147" y="382"/>
                    </a:lnTo>
                    <a:lnTo>
                      <a:pt x="1149" y="382"/>
                    </a:lnTo>
                    <a:lnTo>
                      <a:pt x="1150" y="382"/>
                    </a:lnTo>
                    <a:lnTo>
                      <a:pt x="1152" y="382"/>
                    </a:lnTo>
                    <a:lnTo>
                      <a:pt x="1153" y="382"/>
                    </a:lnTo>
                    <a:lnTo>
                      <a:pt x="1154" y="381"/>
                    </a:lnTo>
                    <a:lnTo>
                      <a:pt x="1156" y="381"/>
                    </a:lnTo>
                    <a:lnTo>
                      <a:pt x="1157" y="381"/>
                    </a:lnTo>
                    <a:lnTo>
                      <a:pt x="1159" y="381"/>
                    </a:lnTo>
                    <a:lnTo>
                      <a:pt x="1160" y="381"/>
                    </a:lnTo>
                    <a:lnTo>
                      <a:pt x="1161" y="381"/>
                    </a:lnTo>
                    <a:lnTo>
                      <a:pt x="1163" y="381"/>
                    </a:lnTo>
                    <a:lnTo>
                      <a:pt x="1164" y="380"/>
                    </a:lnTo>
                    <a:lnTo>
                      <a:pt x="1166" y="380"/>
                    </a:lnTo>
                    <a:lnTo>
                      <a:pt x="1167" y="380"/>
                    </a:lnTo>
                    <a:lnTo>
                      <a:pt x="1168" y="380"/>
                    </a:lnTo>
                    <a:lnTo>
                      <a:pt x="1170" y="380"/>
                    </a:lnTo>
                    <a:lnTo>
                      <a:pt x="1171" y="380"/>
                    </a:lnTo>
                    <a:lnTo>
                      <a:pt x="1173" y="380"/>
                    </a:lnTo>
                    <a:lnTo>
                      <a:pt x="1174" y="380"/>
                    </a:lnTo>
                    <a:lnTo>
                      <a:pt x="1176" y="379"/>
                    </a:lnTo>
                    <a:lnTo>
                      <a:pt x="1177" y="379"/>
                    </a:lnTo>
                    <a:lnTo>
                      <a:pt x="1178" y="379"/>
                    </a:lnTo>
                    <a:lnTo>
                      <a:pt x="1180" y="379"/>
                    </a:lnTo>
                    <a:lnTo>
                      <a:pt x="1181" y="379"/>
                    </a:lnTo>
                    <a:lnTo>
                      <a:pt x="1183" y="379"/>
                    </a:lnTo>
                    <a:lnTo>
                      <a:pt x="1184" y="379"/>
                    </a:lnTo>
                    <a:lnTo>
                      <a:pt x="1185" y="378"/>
                    </a:lnTo>
                    <a:lnTo>
                      <a:pt x="1187" y="378"/>
                    </a:lnTo>
                    <a:lnTo>
                      <a:pt x="1188" y="378"/>
                    </a:lnTo>
                    <a:lnTo>
                      <a:pt x="1190" y="378"/>
                    </a:lnTo>
                    <a:lnTo>
                      <a:pt x="1191" y="378"/>
                    </a:lnTo>
                    <a:lnTo>
                      <a:pt x="1192" y="378"/>
                    </a:lnTo>
                    <a:lnTo>
                      <a:pt x="1194" y="378"/>
                    </a:lnTo>
                    <a:lnTo>
                      <a:pt x="1195" y="377"/>
                    </a:lnTo>
                    <a:lnTo>
                      <a:pt x="1197" y="377"/>
                    </a:lnTo>
                    <a:lnTo>
                      <a:pt x="1198" y="377"/>
                    </a:lnTo>
                    <a:lnTo>
                      <a:pt x="1199" y="377"/>
                    </a:lnTo>
                    <a:lnTo>
                      <a:pt x="1201" y="377"/>
                    </a:lnTo>
                    <a:lnTo>
                      <a:pt x="1202" y="377"/>
                    </a:lnTo>
                    <a:lnTo>
                      <a:pt x="1204" y="377"/>
                    </a:lnTo>
                    <a:lnTo>
                      <a:pt x="1205" y="376"/>
                    </a:lnTo>
                    <a:lnTo>
                      <a:pt x="1206" y="376"/>
                    </a:lnTo>
                    <a:lnTo>
                      <a:pt x="1208" y="376"/>
                    </a:lnTo>
                    <a:lnTo>
                      <a:pt x="1209" y="376"/>
                    </a:lnTo>
                    <a:lnTo>
                      <a:pt x="1211" y="376"/>
                    </a:lnTo>
                    <a:lnTo>
                      <a:pt x="1212" y="376"/>
                    </a:lnTo>
                    <a:lnTo>
                      <a:pt x="1213" y="376"/>
                    </a:lnTo>
                    <a:lnTo>
                      <a:pt x="1215" y="376"/>
                    </a:lnTo>
                    <a:lnTo>
                      <a:pt x="1216" y="375"/>
                    </a:lnTo>
                    <a:lnTo>
                      <a:pt x="1218" y="375"/>
                    </a:lnTo>
                    <a:lnTo>
                      <a:pt x="1219" y="375"/>
                    </a:lnTo>
                    <a:lnTo>
                      <a:pt x="1220" y="375"/>
                    </a:lnTo>
                    <a:lnTo>
                      <a:pt x="1222" y="375"/>
                    </a:lnTo>
                    <a:lnTo>
                      <a:pt x="1223" y="375"/>
                    </a:lnTo>
                    <a:lnTo>
                      <a:pt x="1225" y="375"/>
                    </a:lnTo>
                    <a:lnTo>
                      <a:pt x="1226" y="375"/>
                    </a:lnTo>
                    <a:lnTo>
                      <a:pt x="1227" y="374"/>
                    </a:lnTo>
                    <a:lnTo>
                      <a:pt x="1229" y="374"/>
                    </a:lnTo>
                    <a:lnTo>
                      <a:pt x="1230" y="374"/>
                    </a:lnTo>
                    <a:lnTo>
                      <a:pt x="1232" y="374"/>
                    </a:lnTo>
                    <a:lnTo>
                      <a:pt x="1233" y="374"/>
                    </a:lnTo>
                    <a:lnTo>
                      <a:pt x="1235" y="374"/>
                    </a:lnTo>
                    <a:lnTo>
                      <a:pt x="1236" y="374"/>
                    </a:lnTo>
                    <a:lnTo>
                      <a:pt x="1237" y="373"/>
                    </a:lnTo>
                    <a:lnTo>
                      <a:pt x="1239" y="373"/>
                    </a:lnTo>
                    <a:lnTo>
                      <a:pt x="1240" y="373"/>
                    </a:lnTo>
                    <a:lnTo>
                      <a:pt x="1242" y="373"/>
                    </a:lnTo>
                    <a:lnTo>
                      <a:pt x="1243" y="373"/>
                    </a:lnTo>
                    <a:lnTo>
                      <a:pt x="1244" y="373"/>
                    </a:lnTo>
                    <a:lnTo>
                      <a:pt x="1246" y="373"/>
                    </a:lnTo>
                    <a:lnTo>
                      <a:pt x="1247" y="373"/>
                    </a:lnTo>
                    <a:lnTo>
                      <a:pt x="1249" y="372"/>
                    </a:lnTo>
                    <a:lnTo>
                      <a:pt x="1250" y="372"/>
                    </a:lnTo>
                    <a:lnTo>
                      <a:pt x="1251" y="372"/>
                    </a:lnTo>
                    <a:lnTo>
                      <a:pt x="1253" y="372"/>
                    </a:lnTo>
                    <a:lnTo>
                      <a:pt x="1254" y="372"/>
                    </a:lnTo>
                    <a:lnTo>
                      <a:pt x="1256" y="372"/>
                    </a:lnTo>
                    <a:lnTo>
                      <a:pt x="1257" y="372"/>
                    </a:lnTo>
                    <a:lnTo>
                      <a:pt x="1258" y="372"/>
                    </a:lnTo>
                    <a:lnTo>
                      <a:pt x="1260" y="371"/>
                    </a:lnTo>
                    <a:lnTo>
                      <a:pt x="1261" y="371"/>
                    </a:lnTo>
                    <a:lnTo>
                      <a:pt x="1263" y="371"/>
                    </a:lnTo>
                    <a:lnTo>
                      <a:pt x="1264" y="371"/>
                    </a:lnTo>
                    <a:lnTo>
                      <a:pt x="1265" y="371"/>
                    </a:lnTo>
                    <a:lnTo>
                      <a:pt x="1267" y="371"/>
                    </a:lnTo>
                    <a:lnTo>
                      <a:pt x="1268" y="371"/>
                    </a:lnTo>
                    <a:lnTo>
                      <a:pt x="1270" y="371"/>
                    </a:lnTo>
                    <a:lnTo>
                      <a:pt x="1271" y="371"/>
                    </a:lnTo>
                    <a:lnTo>
                      <a:pt x="1272" y="370"/>
                    </a:lnTo>
                    <a:lnTo>
                      <a:pt x="1274" y="370"/>
                    </a:lnTo>
                    <a:lnTo>
                      <a:pt x="1275" y="370"/>
                    </a:lnTo>
                    <a:lnTo>
                      <a:pt x="1277" y="370"/>
                    </a:lnTo>
                    <a:lnTo>
                      <a:pt x="1278" y="370"/>
                    </a:lnTo>
                    <a:lnTo>
                      <a:pt x="1279" y="370"/>
                    </a:lnTo>
                    <a:lnTo>
                      <a:pt x="1281" y="370"/>
                    </a:lnTo>
                    <a:lnTo>
                      <a:pt x="1282" y="370"/>
                    </a:lnTo>
                    <a:lnTo>
                      <a:pt x="1284" y="369"/>
                    </a:lnTo>
                    <a:lnTo>
                      <a:pt x="1285" y="369"/>
                    </a:lnTo>
                    <a:lnTo>
                      <a:pt x="1286" y="369"/>
                    </a:lnTo>
                    <a:lnTo>
                      <a:pt x="1288" y="369"/>
                    </a:lnTo>
                    <a:lnTo>
                      <a:pt x="1289" y="369"/>
                    </a:lnTo>
                    <a:lnTo>
                      <a:pt x="1291" y="369"/>
                    </a:lnTo>
                    <a:lnTo>
                      <a:pt x="1292" y="369"/>
                    </a:lnTo>
                    <a:lnTo>
                      <a:pt x="1293" y="369"/>
                    </a:lnTo>
                    <a:lnTo>
                      <a:pt x="1295" y="369"/>
                    </a:lnTo>
                    <a:lnTo>
                      <a:pt x="1296" y="368"/>
                    </a:lnTo>
                    <a:lnTo>
                      <a:pt x="1298" y="368"/>
                    </a:lnTo>
                    <a:lnTo>
                      <a:pt x="1299" y="368"/>
                    </a:lnTo>
                    <a:lnTo>
                      <a:pt x="1301" y="368"/>
                    </a:lnTo>
                    <a:lnTo>
                      <a:pt x="1302" y="368"/>
                    </a:lnTo>
                    <a:lnTo>
                      <a:pt x="1303" y="368"/>
                    </a:lnTo>
                    <a:lnTo>
                      <a:pt x="1305" y="368"/>
                    </a:lnTo>
                    <a:lnTo>
                      <a:pt x="1306" y="368"/>
                    </a:lnTo>
                    <a:lnTo>
                      <a:pt x="1308" y="367"/>
                    </a:lnTo>
                    <a:lnTo>
                      <a:pt x="1309" y="367"/>
                    </a:lnTo>
                    <a:lnTo>
                      <a:pt x="1310" y="367"/>
                    </a:lnTo>
                    <a:lnTo>
                      <a:pt x="1312" y="367"/>
                    </a:lnTo>
                    <a:lnTo>
                      <a:pt x="1313" y="367"/>
                    </a:lnTo>
                    <a:lnTo>
                      <a:pt x="1315" y="367"/>
                    </a:lnTo>
                    <a:lnTo>
                      <a:pt x="1316" y="367"/>
                    </a:lnTo>
                    <a:lnTo>
                      <a:pt x="1317" y="367"/>
                    </a:lnTo>
                    <a:lnTo>
                      <a:pt x="1319" y="366"/>
                    </a:lnTo>
                    <a:lnTo>
                      <a:pt x="1320" y="366"/>
                    </a:lnTo>
                    <a:lnTo>
                      <a:pt x="1322" y="366"/>
                    </a:lnTo>
                    <a:lnTo>
                      <a:pt x="1323" y="366"/>
                    </a:lnTo>
                    <a:lnTo>
                      <a:pt x="1324" y="366"/>
                    </a:lnTo>
                    <a:lnTo>
                      <a:pt x="1326" y="366"/>
                    </a:lnTo>
                    <a:lnTo>
                      <a:pt x="1327" y="366"/>
                    </a:lnTo>
                    <a:lnTo>
                      <a:pt x="1329" y="366"/>
                    </a:lnTo>
                    <a:lnTo>
                      <a:pt x="1330" y="366"/>
                    </a:lnTo>
                    <a:lnTo>
                      <a:pt x="1331" y="365"/>
                    </a:lnTo>
                    <a:lnTo>
                      <a:pt x="1333" y="365"/>
                    </a:lnTo>
                    <a:lnTo>
                      <a:pt x="1334" y="365"/>
                    </a:lnTo>
                    <a:lnTo>
                      <a:pt x="1336" y="365"/>
                    </a:lnTo>
                    <a:lnTo>
                      <a:pt x="1337" y="365"/>
                    </a:lnTo>
                    <a:lnTo>
                      <a:pt x="1338" y="365"/>
                    </a:lnTo>
                    <a:lnTo>
                      <a:pt x="1340" y="365"/>
                    </a:lnTo>
                    <a:lnTo>
                      <a:pt x="1341" y="365"/>
                    </a:lnTo>
                    <a:lnTo>
                      <a:pt x="1343" y="365"/>
                    </a:lnTo>
                    <a:lnTo>
                      <a:pt x="1344" y="364"/>
                    </a:lnTo>
                    <a:lnTo>
                      <a:pt x="1345" y="364"/>
                    </a:lnTo>
                    <a:lnTo>
                      <a:pt x="1347" y="364"/>
                    </a:lnTo>
                    <a:lnTo>
                      <a:pt x="1348" y="364"/>
                    </a:lnTo>
                    <a:lnTo>
                      <a:pt x="1350" y="364"/>
                    </a:lnTo>
                    <a:lnTo>
                      <a:pt x="1351" y="364"/>
                    </a:lnTo>
                    <a:lnTo>
                      <a:pt x="1352" y="364"/>
                    </a:lnTo>
                    <a:lnTo>
                      <a:pt x="1354" y="364"/>
                    </a:lnTo>
                    <a:lnTo>
                      <a:pt x="1355" y="364"/>
                    </a:lnTo>
                    <a:lnTo>
                      <a:pt x="1357" y="364"/>
                    </a:lnTo>
                    <a:lnTo>
                      <a:pt x="1358" y="363"/>
                    </a:lnTo>
                    <a:lnTo>
                      <a:pt x="1359" y="363"/>
                    </a:lnTo>
                    <a:lnTo>
                      <a:pt x="1361" y="363"/>
                    </a:lnTo>
                    <a:lnTo>
                      <a:pt x="1362" y="363"/>
                    </a:lnTo>
                    <a:lnTo>
                      <a:pt x="1364" y="363"/>
                    </a:lnTo>
                    <a:lnTo>
                      <a:pt x="1365" y="363"/>
                    </a:lnTo>
                    <a:lnTo>
                      <a:pt x="1367" y="363"/>
                    </a:lnTo>
                    <a:lnTo>
                      <a:pt x="1368" y="363"/>
                    </a:lnTo>
                    <a:lnTo>
                      <a:pt x="1369" y="363"/>
                    </a:lnTo>
                    <a:lnTo>
                      <a:pt x="1371" y="362"/>
                    </a:lnTo>
                    <a:lnTo>
                      <a:pt x="1372" y="362"/>
                    </a:lnTo>
                    <a:lnTo>
                      <a:pt x="1374" y="362"/>
                    </a:lnTo>
                    <a:lnTo>
                      <a:pt x="1375" y="362"/>
                    </a:lnTo>
                    <a:lnTo>
                      <a:pt x="1376" y="362"/>
                    </a:lnTo>
                    <a:lnTo>
                      <a:pt x="1378" y="362"/>
                    </a:lnTo>
                    <a:lnTo>
                      <a:pt x="1379" y="362"/>
                    </a:lnTo>
                    <a:lnTo>
                      <a:pt x="1381" y="362"/>
                    </a:lnTo>
                    <a:lnTo>
                      <a:pt x="1382" y="362"/>
                    </a:lnTo>
                    <a:lnTo>
                      <a:pt x="1383" y="361"/>
                    </a:lnTo>
                    <a:lnTo>
                      <a:pt x="1385" y="361"/>
                    </a:lnTo>
                    <a:lnTo>
                      <a:pt x="1386" y="361"/>
                    </a:lnTo>
                    <a:lnTo>
                      <a:pt x="1388" y="361"/>
                    </a:lnTo>
                    <a:lnTo>
                      <a:pt x="1389" y="361"/>
                    </a:lnTo>
                    <a:lnTo>
                      <a:pt x="1390" y="361"/>
                    </a:lnTo>
                    <a:lnTo>
                      <a:pt x="1392" y="361"/>
                    </a:lnTo>
                    <a:lnTo>
                      <a:pt x="1393" y="361"/>
                    </a:lnTo>
                    <a:lnTo>
                      <a:pt x="1395" y="361"/>
                    </a:lnTo>
                    <a:lnTo>
                      <a:pt x="1396" y="361"/>
                    </a:lnTo>
                    <a:lnTo>
                      <a:pt x="1397" y="360"/>
                    </a:lnTo>
                    <a:lnTo>
                      <a:pt x="1399" y="360"/>
                    </a:lnTo>
                    <a:lnTo>
                      <a:pt x="1400" y="360"/>
                    </a:lnTo>
                    <a:lnTo>
                      <a:pt x="1402" y="360"/>
                    </a:lnTo>
                    <a:lnTo>
                      <a:pt x="1403" y="360"/>
                    </a:lnTo>
                    <a:lnTo>
                      <a:pt x="1404" y="360"/>
                    </a:lnTo>
                    <a:lnTo>
                      <a:pt x="1406" y="360"/>
                    </a:lnTo>
                    <a:lnTo>
                      <a:pt x="1407" y="360"/>
                    </a:lnTo>
                    <a:lnTo>
                      <a:pt x="1409" y="360"/>
                    </a:lnTo>
                    <a:lnTo>
                      <a:pt x="1410" y="360"/>
                    </a:lnTo>
                    <a:lnTo>
                      <a:pt x="1411" y="360"/>
                    </a:lnTo>
                    <a:lnTo>
                      <a:pt x="1413" y="359"/>
                    </a:lnTo>
                    <a:lnTo>
                      <a:pt x="1414" y="359"/>
                    </a:lnTo>
                    <a:lnTo>
                      <a:pt x="1416" y="359"/>
                    </a:lnTo>
                    <a:lnTo>
                      <a:pt x="1417" y="359"/>
                    </a:lnTo>
                    <a:lnTo>
                      <a:pt x="1418" y="359"/>
                    </a:lnTo>
                    <a:lnTo>
                      <a:pt x="1420" y="359"/>
                    </a:lnTo>
                    <a:lnTo>
                      <a:pt x="1421" y="359"/>
                    </a:lnTo>
                    <a:lnTo>
                      <a:pt x="1423" y="359"/>
                    </a:lnTo>
                    <a:lnTo>
                      <a:pt x="1424" y="359"/>
                    </a:lnTo>
                    <a:lnTo>
                      <a:pt x="1426" y="358"/>
                    </a:lnTo>
                    <a:lnTo>
                      <a:pt x="1427" y="358"/>
                    </a:lnTo>
                    <a:lnTo>
                      <a:pt x="1428" y="358"/>
                    </a:lnTo>
                    <a:lnTo>
                      <a:pt x="1430" y="358"/>
                    </a:lnTo>
                    <a:lnTo>
                      <a:pt x="1431" y="358"/>
                    </a:lnTo>
                    <a:lnTo>
                      <a:pt x="1433" y="358"/>
                    </a:lnTo>
                    <a:lnTo>
                      <a:pt x="1434" y="358"/>
                    </a:lnTo>
                    <a:lnTo>
                      <a:pt x="1435" y="358"/>
                    </a:lnTo>
                    <a:lnTo>
                      <a:pt x="1437" y="358"/>
                    </a:lnTo>
                    <a:lnTo>
                      <a:pt x="1438" y="358"/>
                    </a:lnTo>
                    <a:lnTo>
                      <a:pt x="1440" y="357"/>
                    </a:lnTo>
                    <a:lnTo>
                      <a:pt x="1441" y="357"/>
                    </a:lnTo>
                    <a:lnTo>
                      <a:pt x="1442" y="357"/>
                    </a:lnTo>
                    <a:lnTo>
                      <a:pt x="1444" y="357"/>
                    </a:lnTo>
                    <a:lnTo>
                      <a:pt x="1445" y="357"/>
                    </a:lnTo>
                    <a:lnTo>
                      <a:pt x="1447" y="357"/>
                    </a:lnTo>
                    <a:lnTo>
                      <a:pt x="1448" y="357"/>
                    </a:lnTo>
                    <a:lnTo>
                      <a:pt x="1449" y="357"/>
                    </a:lnTo>
                    <a:lnTo>
                      <a:pt x="1451" y="357"/>
                    </a:lnTo>
                    <a:lnTo>
                      <a:pt x="1452" y="357"/>
                    </a:lnTo>
                    <a:lnTo>
                      <a:pt x="1454" y="357"/>
                    </a:lnTo>
                    <a:lnTo>
                      <a:pt x="1455" y="356"/>
                    </a:lnTo>
                    <a:lnTo>
                      <a:pt x="1456" y="356"/>
                    </a:lnTo>
                    <a:lnTo>
                      <a:pt x="1458" y="356"/>
                    </a:lnTo>
                    <a:lnTo>
                      <a:pt x="1459" y="356"/>
                    </a:lnTo>
                    <a:lnTo>
                      <a:pt x="1461" y="356"/>
                    </a:lnTo>
                    <a:lnTo>
                      <a:pt x="1462" y="356"/>
                    </a:lnTo>
                    <a:lnTo>
                      <a:pt x="1463" y="356"/>
                    </a:lnTo>
                    <a:lnTo>
                      <a:pt x="1465" y="356"/>
                    </a:lnTo>
                    <a:lnTo>
                      <a:pt x="1466" y="356"/>
                    </a:lnTo>
                    <a:lnTo>
                      <a:pt x="1468" y="356"/>
                    </a:lnTo>
                    <a:lnTo>
                      <a:pt x="1469" y="356"/>
                    </a:lnTo>
                    <a:lnTo>
                      <a:pt x="1470" y="355"/>
                    </a:lnTo>
                    <a:lnTo>
                      <a:pt x="1472" y="355"/>
                    </a:lnTo>
                    <a:lnTo>
                      <a:pt x="1473" y="355"/>
                    </a:lnTo>
                    <a:lnTo>
                      <a:pt x="1475" y="355"/>
                    </a:lnTo>
                    <a:lnTo>
                      <a:pt x="1476" y="355"/>
                    </a:lnTo>
                    <a:lnTo>
                      <a:pt x="1477" y="355"/>
                    </a:lnTo>
                    <a:lnTo>
                      <a:pt x="1479" y="355"/>
                    </a:lnTo>
                    <a:lnTo>
                      <a:pt x="1480" y="355"/>
                    </a:lnTo>
                    <a:lnTo>
                      <a:pt x="1482" y="355"/>
                    </a:lnTo>
                    <a:lnTo>
                      <a:pt x="1483" y="355"/>
                    </a:lnTo>
                    <a:lnTo>
                      <a:pt x="1484" y="354"/>
                    </a:lnTo>
                    <a:lnTo>
                      <a:pt x="1486" y="354"/>
                    </a:lnTo>
                    <a:lnTo>
                      <a:pt x="1487" y="354"/>
                    </a:lnTo>
                    <a:lnTo>
                      <a:pt x="1489" y="354"/>
                    </a:lnTo>
                    <a:lnTo>
                      <a:pt x="1490" y="354"/>
                    </a:lnTo>
                    <a:lnTo>
                      <a:pt x="1492" y="354"/>
                    </a:lnTo>
                    <a:lnTo>
                      <a:pt x="1493" y="354"/>
                    </a:lnTo>
                    <a:lnTo>
                      <a:pt x="1494" y="354"/>
                    </a:lnTo>
                    <a:lnTo>
                      <a:pt x="1496" y="354"/>
                    </a:lnTo>
                    <a:lnTo>
                      <a:pt x="1497" y="354"/>
                    </a:lnTo>
                    <a:lnTo>
                      <a:pt x="1499" y="354"/>
                    </a:lnTo>
                    <a:lnTo>
                      <a:pt x="1500" y="353"/>
                    </a:lnTo>
                    <a:lnTo>
                      <a:pt x="1501" y="353"/>
                    </a:lnTo>
                    <a:lnTo>
                      <a:pt x="1503" y="353"/>
                    </a:lnTo>
                    <a:lnTo>
                      <a:pt x="1504" y="353"/>
                    </a:lnTo>
                    <a:lnTo>
                      <a:pt x="1506" y="353"/>
                    </a:lnTo>
                    <a:lnTo>
                      <a:pt x="1507" y="353"/>
                    </a:lnTo>
                    <a:lnTo>
                      <a:pt x="1508" y="353"/>
                    </a:lnTo>
                    <a:lnTo>
                      <a:pt x="1510" y="353"/>
                    </a:lnTo>
                    <a:lnTo>
                      <a:pt x="1511" y="353"/>
                    </a:lnTo>
                    <a:lnTo>
                      <a:pt x="1513" y="353"/>
                    </a:lnTo>
                    <a:lnTo>
                      <a:pt x="1514" y="353"/>
                    </a:lnTo>
                    <a:lnTo>
                      <a:pt x="1515" y="352"/>
                    </a:lnTo>
                    <a:lnTo>
                      <a:pt x="1517" y="352"/>
                    </a:lnTo>
                    <a:lnTo>
                      <a:pt x="1518" y="352"/>
                    </a:lnTo>
                    <a:lnTo>
                      <a:pt x="1520" y="352"/>
                    </a:lnTo>
                    <a:lnTo>
                      <a:pt x="1521" y="352"/>
                    </a:lnTo>
                    <a:lnTo>
                      <a:pt x="1522" y="352"/>
                    </a:lnTo>
                    <a:lnTo>
                      <a:pt x="1524" y="352"/>
                    </a:lnTo>
                    <a:lnTo>
                      <a:pt x="1525" y="352"/>
                    </a:lnTo>
                    <a:lnTo>
                      <a:pt x="1527" y="352"/>
                    </a:lnTo>
                    <a:lnTo>
                      <a:pt x="1528" y="352"/>
                    </a:lnTo>
                    <a:lnTo>
                      <a:pt x="1529" y="352"/>
                    </a:lnTo>
                    <a:lnTo>
                      <a:pt x="1531" y="352"/>
                    </a:lnTo>
                    <a:lnTo>
                      <a:pt x="1532" y="351"/>
                    </a:lnTo>
                    <a:lnTo>
                      <a:pt x="1534" y="351"/>
                    </a:lnTo>
                    <a:lnTo>
                      <a:pt x="1535" y="351"/>
                    </a:lnTo>
                    <a:lnTo>
                      <a:pt x="1536" y="351"/>
                    </a:lnTo>
                    <a:lnTo>
                      <a:pt x="1538" y="351"/>
                    </a:lnTo>
                    <a:lnTo>
                      <a:pt x="1539" y="351"/>
                    </a:lnTo>
                    <a:lnTo>
                      <a:pt x="1541" y="351"/>
                    </a:lnTo>
                    <a:lnTo>
                      <a:pt x="1542" y="351"/>
                    </a:lnTo>
                    <a:lnTo>
                      <a:pt x="1543" y="351"/>
                    </a:lnTo>
                    <a:lnTo>
                      <a:pt x="1545" y="351"/>
                    </a:lnTo>
                    <a:lnTo>
                      <a:pt x="1546" y="351"/>
                    </a:lnTo>
                    <a:lnTo>
                      <a:pt x="1548" y="351"/>
                    </a:lnTo>
                    <a:lnTo>
                      <a:pt x="1549" y="350"/>
                    </a:lnTo>
                    <a:lnTo>
                      <a:pt x="1550" y="350"/>
                    </a:lnTo>
                    <a:lnTo>
                      <a:pt x="1552" y="350"/>
                    </a:lnTo>
                    <a:lnTo>
                      <a:pt x="1553" y="350"/>
                    </a:lnTo>
                    <a:lnTo>
                      <a:pt x="1555" y="350"/>
                    </a:lnTo>
                    <a:lnTo>
                      <a:pt x="1556" y="350"/>
                    </a:lnTo>
                    <a:lnTo>
                      <a:pt x="1558" y="350"/>
                    </a:lnTo>
                    <a:lnTo>
                      <a:pt x="1559" y="350"/>
                    </a:lnTo>
                    <a:lnTo>
                      <a:pt x="1560" y="350"/>
                    </a:lnTo>
                    <a:lnTo>
                      <a:pt x="1562" y="350"/>
                    </a:lnTo>
                    <a:lnTo>
                      <a:pt x="1563" y="350"/>
                    </a:lnTo>
                    <a:lnTo>
                      <a:pt x="1565" y="350"/>
                    </a:lnTo>
                    <a:lnTo>
                      <a:pt x="1566" y="349"/>
                    </a:lnTo>
                    <a:lnTo>
                      <a:pt x="1567" y="349"/>
                    </a:lnTo>
                    <a:lnTo>
                      <a:pt x="1569" y="349"/>
                    </a:lnTo>
                    <a:lnTo>
                      <a:pt x="1570" y="349"/>
                    </a:lnTo>
                    <a:lnTo>
                      <a:pt x="1572" y="349"/>
                    </a:lnTo>
                    <a:lnTo>
                      <a:pt x="1573" y="349"/>
                    </a:lnTo>
                    <a:lnTo>
                      <a:pt x="1574" y="349"/>
                    </a:lnTo>
                    <a:lnTo>
                      <a:pt x="1576" y="349"/>
                    </a:lnTo>
                    <a:lnTo>
                      <a:pt x="1577" y="349"/>
                    </a:lnTo>
                    <a:lnTo>
                      <a:pt x="1579" y="349"/>
                    </a:lnTo>
                    <a:lnTo>
                      <a:pt x="1580" y="349"/>
                    </a:lnTo>
                    <a:lnTo>
                      <a:pt x="1581" y="349"/>
                    </a:lnTo>
                    <a:lnTo>
                      <a:pt x="1583" y="348"/>
                    </a:lnTo>
                    <a:lnTo>
                      <a:pt x="1584" y="348"/>
                    </a:lnTo>
                    <a:lnTo>
                      <a:pt x="1586" y="348"/>
                    </a:lnTo>
                    <a:lnTo>
                      <a:pt x="1587" y="348"/>
                    </a:lnTo>
                    <a:lnTo>
                      <a:pt x="1588" y="348"/>
                    </a:lnTo>
                    <a:lnTo>
                      <a:pt x="1590" y="348"/>
                    </a:lnTo>
                    <a:lnTo>
                      <a:pt x="1591" y="348"/>
                    </a:lnTo>
                    <a:lnTo>
                      <a:pt x="1593" y="348"/>
                    </a:lnTo>
                    <a:lnTo>
                      <a:pt x="1594" y="348"/>
                    </a:lnTo>
                    <a:lnTo>
                      <a:pt x="1595" y="348"/>
                    </a:lnTo>
                    <a:lnTo>
                      <a:pt x="1597" y="348"/>
                    </a:lnTo>
                    <a:lnTo>
                      <a:pt x="1598" y="348"/>
                    </a:lnTo>
                    <a:lnTo>
                      <a:pt x="1600" y="347"/>
                    </a:lnTo>
                    <a:lnTo>
                      <a:pt x="1601" y="347"/>
                    </a:lnTo>
                    <a:lnTo>
                      <a:pt x="1602" y="347"/>
                    </a:lnTo>
                    <a:lnTo>
                      <a:pt x="1604" y="347"/>
                    </a:lnTo>
                    <a:lnTo>
                      <a:pt x="1605" y="347"/>
                    </a:lnTo>
                    <a:lnTo>
                      <a:pt x="1607" y="347"/>
                    </a:lnTo>
                    <a:lnTo>
                      <a:pt x="1608" y="347"/>
                    </a:lnTo>
                    <a:lnTo>
                      <a:pt x="1609" y="347"/>
                    </a:lnTo>
                    <a:lnTo>
                      <a:pt x="1611" y="347"/>
                    </a:lnTo>
                    <a:lnTo>
                      <a:pt x="1612" y="347"/>
                    </a:lnTo>
                    <a:lnTo>
                      <a:pt x="1614" y="347"/>
                    </a:lnTo>
                    <a:lnTo>
                      <a:pt x="1615" y="347"/>
                    </a:lnTo>
                    <a:lnTo>
                      <a:pt x="1617" y="347"/>
                    </a:lnTo>
                    <a:lnTo>
                      <a:pt x="1618" y="346"/>
                    </a:lnTo>
                    <a:lnTo>
                      <a:pt x="1619" y="346"/>
                    </a:lnTo>
                    <a:lnTo>
                      <a:pt x="1621" y="346"/>
                    </a:lnTo>
                    <a:lnTo>
                      <a:pt x="1622" y="346"/>
                    </a:lnTo>
                    <a:lnTo>
                      <a:pt x="1624" y="346"/>
                    </a:lnTo>
                    <a:lnTo>
                      <a:pt x="1625" y="346"/>
                    </a:lnTo>
                    <a:lnTo>
                      <a:pt x="1626" y="346"/>
                    </a:lnTo>
                    <a:lnTo>
                      <a:pt x="1628" y="346"/>
                    </a:lnTo>
                    <a:lnTo>
                      <a:pt x="1629" y="346"/>
                    </a:lnTo>
                    <a:lnTo>
                      <a:pt x="1631" y="346"/>
                    </a:lnTo>
                    <a:lnTo>
                      <a:pt x="1632" y="346"/>
                    </a:lnTo>
                    <a:lnTo>
                      <a:pt x="1633" y="346"/>
                    </a:lnTo>
                    <a:lnTo>
                      <a:pt x="1635" y="346"/>
                    </a:lnTo>
                    <a:lnTo>
                      <a:pt x="1636" y="346"/>
                    </a:lnTo>
                    <a:lnTo>
                      <a:pt x="1638" y="345"/>
                    </a:lnTo>
                    <a:lnTo>
                      <a:pt x="1639" y="345"/>
                    </a:lnTo>
                    <a:lnTo>
                      <a:pt x="1640" y="345"/>
                    </a:lnTo>
                    <a:lnTo>
                      <a:pt x="1642" y="345"/>
                    </a:lnTo>
                    <a:lnTo>
                      <a:pt x="1643" y="345"/>
                    </a:lnTo>
                    <a:lnTo>
                      <a:pt x="1645" y="345"/>
                    </a:lnTo>
                    <a:lnTo>
                      <a:pt x="1646" y="345"/>
                    </a:lnTo>
                    <a:lnTo>
                      <a:pt x="1647" y="345"/>
                    </a:lnTo>
                    <a:lnTo>
                      <a:pt x="1649" y="345"/>
                    </a:lnTo>
                    <a:lnTo>
                      <a:pt x="1650" y="345"/>
                    </a:lnTo>
                    <a:lnTo>
                      <a:pt x="1652" y="345"/>
                    </a:lnTo>
                    <a:lnTo>
                      <a:pt x="1653" y="345"/>
                    </a:lnTo>
                    <a:lnTo>
                      <a:pt x="1654" y="345"/>
                    </a:lnTo>
                    <a:lnTo>
                      <a:pt x="1656" y="345"/>
                    </a:lnTo>
                    <a:lnTo>
                      <a:pt x="1657" y="344"/>
                    </a:lnTo>
                    <a:lnTo>
                      <a:pt x="1659" y="344"/>
                    </a:lnTo>
                    <a:lnTo>
                      <a:pt x="1660" y="344"/>
                    </a:lnTo>
                    <a:lnTo>
                      <a:pt x="1661" y="344"/>
                    </a:lnTo>
                    <a:lnTo>
                      <a:pt x="1663" y="344"/>
                    </a:lnTo>
                    <a:lnTo>
                      <a:pt x="1664" y="344"/>
                    </a:lnTo>
                    <a:lnTo>
                      <a:pt x="1666" y="344"/>
                    </a:lnTo>
                    <a:lnTo>
                      <a:pt x="1667" y="344"/>
                    </a:lnTo>
                    <a:lnTo>
                      <a:pt x="1668" y="344"/>
                    </a:lnTo>
                    <a:lnTo>
                      <a:pt x="1670" y="344"/>
                    </a:lnTo>
                    <a:lnTo>
                      <a:pt x="1671" y="344"/>
                    </a:lnTo>
                    <a:lnTo>
                      <a:pt x="1673" y="344"/>
                    </a:lnTo>
                    <a:lnTo>
                      <a:pt x="1674" y="344"/>
                    </a:lnTo>
                    <a:lnTo>
                      <a:pt x="1675" y="344"/>
                    </a:lnTo>
                    <a:lnTo>
                      <a:pt x="1677" y="344"/>
                    </a:lnTo>
                    <a:lnTo>
                      <a:pt x="1678" y="343"/>
                    </a:lnTo>
                    <a:lnTo>
                      <a:pt x="1680" y="343"/>
                    </a:lnTo>
                    <a:lnTo>
                      <a:pt x="1681" y="343"/>
                    </a:lnTo>
                    <a:lnTo>
                      <a:pt x="1683" y="343"/>
                    </a:lnTo>
                    <a:lnTo>
                      <a:pt x="1684" y="343"/>
                    </a:lnTo>
                    <a:lnTo>
                      <a:pt x="1685" y="343"/>
                    </a:lnTo>
                    <a:lnTo>
                      <a:pt x="1687" y="343"/>
                    </a:lnTo>
                    <a:lnTo>
                      <a:pt x="1688" y="343"/>
                    </a:lnTo>
                    <a:lnTo>
                      <a:pt x="1690" y="343"/>
                    </a:lnTo>
                    <a:lnTo>
                      <a:pt x="1691" y="343"/>
                    </a:lnTo>
                    <a:lnTo>
                      <a:pt x="1692" y="343"/>
                    </a:lnTo>
                    <a:lnTo>
                      <a:pt x="1694" y="343"/>
                    </a:lnTo>
                    <a:lnTo>
                      <a:pt x="1695" y="343"/>
                    </a:lnTo>
                    <a:lnTo>
                      <a:pt x="1697" y="343"/>
                    </a:lnTo>
                    <a:lnTo>
                      <a:pt x="1698" y="342"/>
                    </a:lnTo>
                    <a:lnTo>
                      <a:pt x="1699" y="342"/>
                    </a:lnTo>
                    <a:lnTo>
                      <a:pt x="1701" y="342"/>
                    </a:lnTo>
                    <a:lnTo>
                      <a:pt x="1702" y="342"/>
                    </a:lnTo>
                    <a:lnTo>
                      <a:pt x="1704" y="342"/>
                    </a:lnTo>
                    <a:lnTo>
                      <a:pt x="1705" y="342"/>
                    </a:lnTo>
                    <a:lnTo>
                      <a:pt x="1706" y="342"/>
                    </a:lnTo>
                    <a:lnTo>
                      <a:pt x="1708" y="342"/>
                    </a:lnTo>
                    <a:lnTo>
                      <a:pt x="1709" y="342"/>
                    </a:lnTo>
                    <a:lnTo>
                      <a:pt x="1711" y="342"/>
                    </a:lnTo>
                    <a:lnTo>
                      <a:pt x="1712" y="342"/>
                    </a:lnTo>
                    <a:lnTo>
                      <a:pt x="1713" y="342"/>
                    </a:lnTo>
                    <a:lnTo>
                      <a:pt x="1715" y="342"/>
                    </a:lnTo>
                    <a:lnTo>
                      <a:pt x="1716" y="342"/>
                    </a:lnTo>
                    <a:lnTo>
                      <a:pt x="1718" y="341"/>
                    </a:lnTo>
                    <a:lnTo>
                      <a:pt x="1719" y="341"/>
                    </a:lnTo>
                    <a:lnTo>
                      <a:pt x="1720" y="341"/>
                    </a:lnTo>
                    <a:lnTo>
                      <a:pt x="1722" y="341"/>
                    </a:lnTo>
                    <a:lnTo>
                      <a:pt x="1723" y="341"/>
                    </a:lnTo>
                    <a:lnTo>
                      <a:pt x="1725" y="341"/>
                    </a:lnTo>
                    <a:lnTo>
                      <a:pt x="1726" y="341"/>
                    </a:lnTo>
                    <a:lnTo>
                      <a:pt x="1727" y="341"/>
                    </a:lnTo>
                    <a:lnTo>
                      <a:pt x="1729" y="341"/>
                    </a:lnTo>
                    <a:lnTo>
                      <a:pt x="1730" y="341"/>
                    </a:lnTo>
                    <a:lnTo>
                      <a:pt x="1732" y="341"/>
                    </a:lnTo>
                    <a:lnTo>
                      <a:pt x="1733" y="341"/>
                    </a:lnTo>
                    <a:lnTo>
                      <a:pt x="1734" y="341"/>
                    </a:lnTo>
                    <a:lnTo>
                      <a:pt x="1736" y="341"/>
                    </a:lnTo>
                    <a:lnTo>
                      <a:pt x="1737" y="341"/>
                    </a:lnTo>
                    <a:lnTo>
                      <a:pt x="1739" y="341"/>
                    </a:lnTo>
                    <a:lnTo>
                      <a:pt x="1740" y="340"/>
                    </a:lnTo>
                    <a:lnTo>
                      <a:pt x="1742" y="340"/>
                    </a:lnTo>
                    <a:lnTo>
                      <a:pt x="1743" y="340"/>
                    </a:lnTo>
                    <a:lnTo>
                      <a:pt x="1744" y="340"/>
                    </a:lnTo>
                    <a:lnTo>
                      <a:pt x="1746" y="340"/>
                    </a:lnTo>
                    <a:lnTo>
                      <a:pt x="1747" y="340"/>
                    </a:lnTo>
                    <a:lnTo>
                      <a:pt x="1749" y="340"/>
                    </a:lnTo>
                    <a:lnTo>
                      <a:pt x="1750" y="340"/>
                    </a:lnTo>
                    <a:lnTo>
                      <a:pt x="1751" y="340"/>
                    </a:lnTo>
                    <a:lnTo>
                      <a:pt x="1753" y="340"/>
                    </a:lnTo>
                    <a:lnTo>
                      <a:pt x="1754" y="340"/>
                    </a:lnTo>
                    <a:lnTo>
                      <a:pt x="1756" y="340"/>
                    </a:lnTo>
                    <a:lnTo>
                      <a:pt x="1757" y="340"/>
                    </a:lnTo>
                    <a:lnTo>
                      <a:pt x="1758" y="340"/>
                    </a:lnTo>
                    <a:lnTo>
                      <a:pt x="1760" y="340"/>
                    </a:lnTo>
                    <a:lnTo>
                      <a:pt x="1761" y="340"/>
                    </a:lnTo>
                    <a:lnTo>
                      <a:pt x="1763" y="339"/>
                    </a:lnTo>
                    <a:lnTo>
                      <a:pt x="1764" y="339"/>
                    </a:lnTo>
                    <a:lnTo>
                      <a:pt x="1765" y="339"/>
                    </a:lnTo>
                    <a:lnTo>
                      <a:pt x="1767" y="339"/>
                    </a:lnTo>
                    <a:lnTo>
                      <a:pt x="1768" y="339"/>
                    </a:lnTo>
                    <a:lnTo>
                      <a:pt x="1770" y="339"/>
                    </a:lnTo>
                    <a:lnTo>
                      <a:pt x="1771" y="339"/>
                    </a:lnTo>
                    <a:lnTo>
                      <a:pt x="1772" y="339"/>
                    </a:lnTo>
                    <a:lnTo>
                      <a:pt x="1774" y="339"/>
                    </a:lnTo>
                    <a:lnTo>
                      <a:pt x="1775" y="339"/>
                    </a:lnTo>
                    <a:lnTo>
                      <a:pt x="1777" y="339"/>
                    </a:lnTo>
                    <a:lnTo>
                      <a:pt x="1778" y="339"/>
                    </a:lnTo>
                    <a:lnTo>
                      <a:pt x="1779" y="339"/>
                    </a:lnTo>
                    <a:lnTo>
                      <a:pt x="1781" y="339"/>
                    </a:lnTo>
                    <a:lnTo>
                      <a:pt x="1782" y="339"/>
                    </a:lnTo>
                    <a:lnTo>
                      <a:pt x="1784" y="339"/>
                    </a:lnTo>
                    <a:lnTo>
                      <a:pt x="1785" y="338"/>
                    </a:lnTo>
                    <a:lnTo>
                      <a:pt x="1786" y="338"/>
                    </a:lnTo>
                    <a:lnTo>
                      <a:pt x="1788" y="338"/>
                    </a:lnTo>
                    <a:lnTo>
                      <a:pt x="1789" y="338"/>
                    </a:lnTo>
                    <a:lnTo>
                      <a:pt x="1791" y="338"/>
                    </a:lnTo>
                    <a:lnTo>
                      <a:pt x="1792" y="338"/>
                    </a:lnTo>
                    <a:lnTo>
                      <a:pt x="1793" y="338"/>
                    </a:lnTo>
                    <a:lnTo>
                      <a:pt x="1795" y="338"/>
                    </a:lnTo>
                    <a:lnTo>
                      <a:pt x="1796" y="338"/>
                    </a:lnTo>
                    <a:lnTo>
                      <a:pt x="1798" y="338"/>
                    </a:lnTo>
                    <a:lnTo>
                      <a:pt x="1799" y="338"/>
                    </a:lnTo>
                    <a:lnTo>
                      <a:pt x="1800" y="338"/>
                    </a:lnTo>
                    <a:lnTo>
                      <a:pt x="1802" y="338"/>
                    </a:lnTo>
                    <a:lnTo>
                      <a:pt x="1803" y="338"/>
                    </a:lnTo>
                    <a:lnTo>
                      <a:pt x="1805" y="338"/>
                    </a:lnTo>
                    <a:lnTo>
                      <a:pt x="1806" y="338"/>
                    </a:lnTo>
                    <a:lnTo>
                      <a:pt x="1808" y="338"/>
                    </a:lnTo>
                    <a:lnTo>
                      <a:pt x="1809" y="338"/>
                    </a:lnTo>
                    <a:lnTo>
                      <a:pt x="1810" y="337"/>
                    </a:lnTo>
                    <a:lnTo>
                      <a:pt x="1812" y="337"/>
                    </a:lnTo>
                    <a:lnTo>
                      <a:pt x="1813" y="337"/>
                    </a:lnTo>
                    <a:lnTo>
                      <a:pt x="1815" y="337"/>
                    </a:lnTo>
                    <a:lnTo>
                      <a:pt x="1816" y="337"/>
                    </a:lnTo>
                    <a:lnTo>
                      <a:pt x="1817" y="337"/>
                    </a:lnTo>
                    <a:lnTo>
                      <a:pt x="1819" y="337"/>
                    </a:lnTo>
                    <a:lnTo>
                      <a:pt x="1820" y="337"/>
                    </a:lnTo>
                    <a:lnTo>
                      <a:pt x="1822" y="337"/>
                    </a:lnTo>
                    <a:lnTo>
                      <a:pt x="1823" y="337"/>
                    </a:lnTo>
                    <a:lnTo>
                      <a:pt x="1824" y="337"/>
                    </a:lnTo>
                    <a:lnTo>
                      <a:pt x="1826" y="337"/>
                    </a:lnTo>
                    <a:lnTo>
                      <a:pt x="1827" y="337"/>
                    </a:lnTo>
                    <a:lnTo>
                      <a:pt x="1829" y="337"/>
                    </a:lnTo>
                    <a:lnTo>
                      <a:pt x="1830" y="337"/>
                    </a:lnTo>
                    <a:lnTo>
                      <a:pt x="1831" y="337"/>
                    </a:lnTo>
                    <a:lnTo>
                      <a:pt x="1833" y="337"/>
                    </a:lnTo>
                    <a:lnTo>
                      <a:pt x="1834" y="337"/>
                    </a:lnTo>
                    <a:lnTo>
                      <a:pt x="1836" y="336"/>
                    </a:lnTo>
                    <a:lnTo>
                      <a:pt x="1837" y="336"/>
                    </a:lnTo>
                    <a:lnTo>
                      <a:pt x="1838" y="336"/>
                    </a:lnTo>
                    <a:lnTo>
                      <a:pt x="1840" y="336"/>
                    </a:lnTo>
                    <a:lnTo>
                      <a:pt x="1841" y="336"/>
                    </a:lnTo>
                    <a:lnTo>
                      <a:pt x="1843" y="336"/>
                    </a:lnTo>
                    <a:lnTo>
                      <a:pt x="1844" y="336"/>
                    </a:lnTo>
                    <a:lnTo>
                      <a:pt x="1845" y="336"/>
                    </a:lnTo>
                    <a:lnTo>
                      <a:pt x="1847" y="336"/>
                    </a:lnTo>
                    <a:lnTo>
                      <a:pt x="1848" y="336"/>
                    </a:lnTo>
                    <a:lnTo>
                      <a:pt x="1850" y="336"/>
                    </a:lnTo>
                    <a:lnTo>
                      <a:pt x="1851" y="336"/>
                    </a:lnTo>
                    <a:lnTo>
                      <a:pt x="1852" y="336"/>
                    </a:lnTo>
                    <a:lnTo>
                      <a:pt x="1854" y="336"/>
                    </a:lnTo>
                    <a:lnTo>
                      <a:pt x="1855" y="336"/>
                    </a:lnTo>
                    <a:lnTo>
                      <a:pt x="1857" y="336"/>
                    </a:lnTo>
                    <a:lnTo>
                      <a:pt x="1858" y="336"/>
                    </a:lnTo>
                    <a:lnTo>
                      <a:pt x="1859" y="336"/>
                    </a:lnTo>
                    <a:lnTo>
                      <a:pt x="1861" y="336"/>
                    </a:lnTo>
                    <a:lnTo>
                      <a:pt x="1862" y="335"/>
                    </a:lnTo>
                    <a:lnTo>
                      <a:pt x="1864" y="335"/>
                    </a:lnTo>
                    <a:lnTo>
                      <a:pt x="1865" y="335"/>
                    </a:lnTo>
                    <a:lnTo>
                      <a:pt x="1866" y="335"/>
                    </a:lnTo>
                    <a:lnTo>
                      <a:pt x="1868" y="335"/>
                    </a:lnTo>
                    <a:lnTo>
                      <a:pt x="1869" y="335"/>
                    </a:lnTo>
                    <a:lnTo>
                      <a:pt x="1871" y="335"/>
                    </a:lnTo>
                    <a:lnTo>
                      <a:pt x="1872" y="335"/>
                    </a:lnTo>
                    <a:lnTo>
                      <a:pt x="1874" y="335"/>
                    </a:lnTo>
                    <a:lnTo>
                      <a:pt x="1875" y="335"/>
                    </a:lnTo>
                    <a:lnTo>
                      <a:pt x="1876" y="335"/>
                    </a:lnTo>
                    <a:lnTo>
                      <a:pt x="1878" y="335"/>
                    </a:lnTo>
                    <a:lnTo>
                      <a:pt x="1879" y="335"/>
                    </a:lnTo>
                    <a:lnTo>
                      <a:pt x="1881" y="335"/>
                    </a:lnTo>
                    <a:lnTo>
                      <a:pt x="1882" y="335"/>
                    </a:lnTo>
                    <a:lnTo>
                      <a:pt x="1883" y="335"/>
                    </a:lnTo>
                    <a:lnTo>
                      <a:pt x="1885" y="335"/>
                    </a:lnTo>
                    <a:lnTo>
                      <a:pt x="1886" y="335"/>
                    </a:lnTo>
                    <a:lnTo>
                      <a:pt x="1888" y="335"/>
                    </a:lnTo>
                    <a:lnTo>
                      <a:pt x="1889" y="335"/>
                    </a:lnTo>
                    <a:lnTo>
                      <a:pt x="1890" y="334"/>
                    </a:lnTo>
                    <a:lnTo>
                      <a:pt x="1892" y="334"/>
                    </a:lnTo>
                    <a:lnTo>
                      <a:pt x="1893" y="334"/>
                    </a:lnTo>
                    <a:lnTo>
                      <a:pt x="1895" y="334"/>
                    </a:lnTo>
                    <a:lnTo>
                      <a:pt x="1896" y="334"/>
                    </a:lnTo>
                    <a:lnTo>
                      <a:pt x="1897" y="334"/>
                    </a:lnTo>
                    <a:lnTo>
                      <a:pt x="1899" y="334"/>
                    </a:lnTo>
                    <a:lnTo>
                      <a:pt x="1900" y="334"/>
                    </a:lnTo>
                    <a:lnTo>
                      <a:pt x="1902" y="334"/>
                    </a:lnTo>
                    <a:lnTo>
                      <a:pt x="1903" y="334"/>
                    </a:lnTo>
                    <a:lnTo>
                      <a:pt x="1904" y="334"/>
                    </a:lnTo>
                    <a:lnTo>
                      <a:pt x="1906" y="334"/>
                    </a:lnTo>
                    <a:lnTo>
                      <a:pt x="1907" y="334"/>
                    </a:lnTo>
                    <a:lnTo>
                      <a:pt x="1909" y="334"/>
                    </a:lnTo>
                    <a:lnTo>
                      <a:pt x="1910" y="334"/>
                    </a:lnTo>
                    <a:lnTo>
                      <a:pt x="1911" y="334"/>
                    </a:lnTo>
                    <a:lnTo>
                      <a:pt x="1913" y="334"/>
                    </a:lnTo>
                    <a:lnTo>
                      <a:pt x="1914" y="334"/>
                    </a:lnTo>
                    <a:lnTo>
                      <a:pt x="1916" y="334"/>
                    </a:lnTo>
                    <a:lnTo>
                      <a:pt x="1917" y="334"/>
                    </a:lnTo>
                    <a:lnTo>
                      <a:pt x="1918" y="334"/>
                    </a:lnTo>
                    <a:lnTo>
                      <a:pt x="1920" y="333"/>
                    </a:lnTo>
                    <a:lnTo>
                      <a:pt x="1921" y="333"/>
                    </a:lnTo>
                    <a:lnTo>
                      <a:pt x="1923" y="333"/>
                    </a:lnTo>
                    <a:lnTo>
                      <a:pt x="1924" y="333"/>
                    </a:lnTo>
                    <a:lnTo>
                      <a:pt x="1925" y="333"/>
                    </a:lnTo>
                    <a:lnTo>
                      <a:pt x="1927" y="333"/>
                    </a:lnTo>
                    <a:lnTo>
                      <a:pt x="1928" y="333"/>
                    </a:lnTo>
                    <a:lnTo>
                      <a:pt x="1930" y="333"/>
                    </a:lnTo>
                    <a:lnTo>
                      <a:pt x="1931" y="333"/>
                    </a:lnTo>
                    <a:lnTo>
                      <a:pt x="1933" y="333"/>
                    </a:lnTo>
                    <a:lnTo>
                      <a:pt x="1934" y="333"/>
                    </a:lnTo>
                    <a:lnTo>
                      <a:pt x="1935" y="333"/>
                    </a:lnTo>
                    <a:lnTo>
                      <a:pt x="1937" y="333"/>
                    </a:lnTo>
                    <a:lnTo>
                      <a:pt x="1938" y="333"/>
                    </a:lnTo>
                    <a:lnTo>
                      <a:pt x="1940" y="333"/>
                    </a:lnTo>
                    <a:lnTo>
                      <a:pt x="1941" y="333"/>
                    </a:lnTo>
                    <a:lnTo>
                      <a:pt x="1942" y="333"/>
                    </a:lnTo>
                    <a:lnTo>
                      <a:pt x="1944" y="333"/>
                    </a:lnTo>
                    <a:lnTo>
                      <a:pt x="1945" y="333"/>
                    </a:lnTo>
                    <a:lnTo>
                      <a:pt x="1947" y="333"/>
                    </a:lnTo>
                    <a:lnTo>
                      <a:pt x="1948" y="333"/>
                    </a:lnTo>
                    <a:lnTo>
                      <a:pt x="1949" y="332"/>
                    </a:lnTo>
                    <a:lnTo>
                      <a:pt x="1951" y="332"/>
                    </a:lnTo>
                    <a:lnTo>
                      <a:pt x="1952" y="332"/>
                    </a:lnTo>
                    <a:lnTo>
                      <a:pt x="1954" y="332"/>
                    </a:lnTo>
                    <a:lnTo>
                      <a:pt x="1955" y="332"/>
                    </a:lnTo>
                    <a:lnTo>
                      <a:pt x="1956" y="332"/>
                    </a:lnTo>
                    <a:lnTo>
                      <a:pt x="1958" y="332"/>
                    </a:lnTo>
                    <a:lnTo>
                      <a:pt x="1959" y="332"/>
                    </a:lnTo>
                    <a:lnTo>
                      <a:pt x="1961" y="332"/>
                    </a:lnTo>
                    <a:lnTo>
                      <a:pt x="1962" y="332"/>
                    </a:lnTo>
                    <a:lnTo>
                      <a:pt x="1963" y="332"/>
                    </a:lnTo>
                    <a:lnTo>
                      <a:pt x="1965" y="332"/>
                    </a:lnTo>
                    <a:lnTo>
                      <a:pt x="1966" y="332"/>
                    </a:lnTo>
                    <a:lnTo>
                      <a:pt x="1968" y="332"/>
                    </a:lnTo>
                    <a:lnTo>
                      <a:pt x="1969" y="332"/>
                    </a:lnTo>
                    <a:lnTo>
                      <a:pt x="1970" y="332"/>
                    </a:lnTo>
                    <a:lnTo>
                      <a:pt x="1972" y="332"/>
                    </a:lnTo>
                    <a:lnTo>
                      <a:pt x="1973" y="332"/>
                    </a:lnTo>
                    <a:lnTo>
                      <a:pt x="1975" y="332"/>
                    </a:lnTo>
                    <a:lnTo>
                      <a:pt x="1976" y="332"/>
                    </a:lnTo>
                    <a:lnTo>
                      <a:pt x="1977" y="332"/>
                    </a:lnTo>
                    <a:lnTo>
                      <a:pt x="1979" y="332"/>
                    </a:lnTo>
                    <a:lnTo>
                      <a:pt x="1980" y="332"/>
                    </a:lnTo>
                    <a:lnTo>
                      <a:pt x="1982" y="332"/>
                    </a:lnTo>
                    <a:lnTo>
                      <a:pt x="1983" y="331"/>
                    </a:lnTo>
                    <a:lnTo>
                      <a:pt x="1984" y="331"/>
                    </a:lnTo>
                    <a:lnTo>
                      <a:pt x="1986" y="331"/>
                    </a:lnTo>
                    <a:lnTo>
                      <a:pt x="1987" y="331"/>
                    </a:lnTo>
                    <a:lnTo>
                      <a:pt x="1989" y="331"/>
                    </a:lnTo>
                    <a:lnTo>
                      <a:pt x="1990" y="331"/>
                    </a:lnTo>
                    <a:lnTo>
                      <a:pt x="1991" y="331"/>
                    </a:lnTo>
                    <a:lnTo>
                      <a:pt x="1993" y="331"/>
                    </a:lnTo>
                    <a:lnTo>
                      <a:pt x="1994" y="331"/>
                    </a:lnTo>
                    <a:lnTo>
                      <a:pt x="1996" y="332"/>
                    </a:lnTo>
                    <a:lnTo>
                      <a:pt x="1997" y="332"/>
                    </a:lnTo>
                    <a:lnTo>
                      <a:pt x="1999" y="332"/>
                    </a:lnTo>
                    <a:lnTo>
                      <a:pt x="2000" y="332"/>
                    </a:lnTo>
                    <a:lnTo>
                      <a:pt x="2001" y="332"/>
                    </a:lnTo>
                    <a:lnTo>
                      <a:pt x="2003" y="333"/>
                    </a:lnTo>
                    <a:lnTo>
                      <a:pt x="2004" y="333"/>
                    </a:lnTo>
                    <a:lnTo>
                      <a:pt x="2006" y="333"/>
                    </a:lnTo>
                    <a:lnTo>
                      <a:pt x="2007" y="332"/>
                    </a:lnTo>
                    <a:lnTo>
                      <a:pt x="2008" y="333"/>
                    </a:lnTo>
                    <a:lnTo>
                      <a:pt x="2010" y="333"/>
                    </a:lnTo>
                    <a:lnTo>
                      <a:pt x="2011" y="333"/>
                    </a:lnTo>
                    <a:lnTo>
                      <a:pt x="2013" y="333"/>
                    </a:lnTo>
                    <a:lnTo>
                      <a:pt x="2014" y="330"/>
                    </a:lnTo>
                    <a:lnTo>
                      <a:pt x="2015" y="330"/>
                    </a:lnTo>
                    <a:lnTo>
                      <a:pt x="2017" y="329"/>
                    </a:lnTo>
                    <a:lnTo>
                      <a:pt x="2018" y="329"/>
                    </a:lnTo>
                    <a:lnTo>
                      <a:pt x="2020" y="329"/>
                    </a:lnTo>
                    <a:lnTo>
                      <a:pt x="2021" y="329"/>
                    </a:lnTo>
                    <a:lnTo>
                      <a:pt x="2022" y="329"/>
                    </a:lnTo>
                    <a:lnTo>
                      <a:pt x="2024" y="329"/>
                    </a:lnTo>
                    <a:lnTo>
                      <a:pt x="2025" y="329"/>
                    </a:lnTo>
                    <a:lnTo>
                      <a:pt x="2027" y="329"/>
                    </a:lnTo>
                    <a:lnTo>
                      <a:pt x="2028" y="329"/>
                    </a:lnTo>
                    <a:lnTo>
                      <a:pt x="2029" y="331"/>
                    </a:lnTo>
                    <a:lnTo>
                      <a:pt x="2031" y="332"/>
                    </a:lnTo>
                    <a:lnTo>
                      <a:pt x="2032" y="332"/>
                    </a:lnTo>
                    <a:lnTo>
                      <a:pt x="2034" y="332"/>
                    </a:lnTo>
                    <a:lnTo>
                      <a:pt x="2035" y="332"/>
                    </a:lnTo>
                    <a:lnTo>
                      <a:pt x="2036" y="332"/>
                    </a:lnTo>
                    <a:lnTo>
                      <a:pt x="2038" y="332"/>
                    </a:lnTo>
                    <a:lnTo>
                      <a:pt x="2039" y="331"/>
                    </a:lnTo>
                    <a:lnTo>
                      <a:pt x="2041" y="330"/>
                    </a:lnTo>
                    <a:lnTo>
                      <a:pt x="2042" y="329"/>
                    </a:lnTo>
                    <a:lnTo>
                      <a:pt x="2043" y="328"/>
                    </a:lnTo>
                    <a:lnTo>
                      <a:pt x="2045" y="327"/>
                    </a:lnTo>
                    <a:lnTo>
                      <a:pt x="2046" y="326"/>
                    </a:lnTo>
                    <a:lnTo>
                      <a:pt x="2048" y="326"/>
                    </a:lnTo>
                    <a:lnTo>
                      <a:pt x="2049" y="326"/>
                    </a:lnTo>
                    <a:lnTo>
                      <a:pt x="2050" y="326"/>
                    </a:lnTo>
                    <a:lnTo>
                      <a:pt x="2052" y="326"/>
                    </a:lnTo>
                    <a:lnTo>
                      <a:pt x="2053" y="326"/>
                    </a:lnTo>
                    <a:lnTo>
                      <a:pt x="2055" y="326"/>
                    </a:lnTo>
                    <a:lnTo>
                      <a:pt x="2056" y="326"/>
                    </a:lnTo>
                    <a:lnTo>
                      <a:pt x="2057" y="325"/>
                    </a:lnTo>
                    <a:lnTo>
                      <a:pt x="2059" y="325"/>
                    </a:lnTo>
                    <a:lnTo>
                      <a:pt x="2060" y="326"/>
                    </a:lnTo>
                    <a:lnTo>
                      <a:pt x="2062" y="325"/>
                    </a:lnTo>
                    <a:lnTo>
                      <a:pt x="2063" y="325"/>
                    </a:lnTo>
                    <a:lnTo>
                      <a:pt x="2065" y="325"/>
                    </a:lnTo>
                    <a:lnTo>
                      <a:pt x="2066" y="325"/>
                    </a:lnTo>
                    <a:lnTo>
                      <a:pt x="2067" y="325"/>
                    </a:lnTo>
                    <a:lnTo>
                      <a:pt x="2069" y="325"/>
                    </a:lnTo>
                    <a:lnTo>
                      <a:pt x="2070" y="325"/>
                    </a:lnTo>
                    <a:lnTo>
                      <a:pt x="2072" y="325"/>
                    </a:lnTo>
                    <a:lnTo>
                      <a:pt x="2073" y="325"/>
                    </a:lnTo>
                    <a:lnTo>
                      <a:pt x="2074" y="325"/>
                    </a:lnTo>
                    <a:lnTo>
                      <a:pt x="2076" y="325"/>
                    </a:lnTo>
                    <a:lnTo>
                      <a:pt x="2077" y="325"/>
                    </a:lnTo>
                    <a:lnTo>
                      <a:pt x="2079" y="325"/>
                    </a:lnTo>
                    <a:lnTo>
                      <a:pt x="2080" y="325"/>
                    </a:lnTo>
                    <a:lnTo>
                      <a:pt x="2081" y="325"/>
                    </a:lnTo>
                    <a:lnTo>
                      <a:pt x="2083" y="325"/>
                    </a:lnTo>
                    <a:lnTo>
                      <a:pt x="2084" y="325"/>
                    </a:lnTo>
                    <a:lnTo>
                      <a:pt x="2086" y="325"/>
                    </a:lnTo>
                    <a:lnTo>
                      <a:pt x="2087" y="325"/>
                    </a:lnTo>
                    <a:lnTo>
                      <a:pt x="2088" y="325"/>
                    </a:lnTo>
                    <a:lnTo>
                      <a:pt x="2090" y="325"/>
                    </a:lnTo>
                    <a:lnTo>
                      <a:pt x="2091" y="324"/>
                    </a:lnTo>
                    <a:lnTo>
                      <a:pt x="2093" y="324"/>
                    </a:lnTo>
                    <a:lnTo>
                      <a:pt x="2094" y="324"/>
                    </a:lnTo>
                    <a:lnTo>
                      <a:pt x="2095" y="324"/>
                    </a:lnTo>
                    <a:lnTo>
                      <a:pt x="2097" y="324"/>
                    </a:lnTo>
                    <a:lnTo>
                      <a:pt x="2098" y="324"/>
                    </a:lnTo>
                    <a:lnTo>
                      <a:pt x="2100" y="324"/>
                    </a:lnTo>
                    <a:lnTo>
                      <a:pt x="2101" y="324"/>
                    </a:lnTo>
                    <a:lnTo>
                      <a:pt x="2102" y="324"/>
                    </a:lnTo>
                    <a:lnTo>
                      <a:pt x="2104" y="324"/>
                    </a:lnTo>
                    <a:lnTo>
                      <a:pt x="2105" y="324"/>
                    </a:lnTo>
                    <a:lnTo>
                      <a:pt x="2107" y="324"/>
                    </a:lnTo>
                    <a:lnTo>
                      <a:pt x="2108" y="324"/>
                    </a:lnTo>
                    <a:lnTo>
                      <a:pt x="2109" y="324"/>
                    </a:lnTo>
                    <a:lnTo>
                      <a:pt x="2111" y="324"/>
                    </a:lnTo>
                    <a:lnTo>
                      <a:pt x="2112" y="324"/>
                    </a:lnTo>
                    <a:lnTo>
                      <a:pt x="2114" y="324"/>
                    </a:lnTo>
                    <a:lnTo>
                      <a:pt x="2115" y="324"/>
                    </a:lnTo>
                    <a:lnTo>
                      <a:pt x="2116" y="324"/>
                    </a:lnTo>
                    <a:lnTo>
                      <a:pt x="2118" y="324"/>
                    </a:lnTo>
                    <a:lnTo>
                      <a:pt x="2119" y="324"/>
                    </a:lnTo>
                    <a:lnTo>
                      <a:pt x="2121" y="324"/>
                    </a:lnTo>
                    <a:lnTo>
                      <a:pt x="2122" y="324"/>
                    </a:lnTo>
                    <a:lnTo>
                      <a:pt x="2124" y="324"/>
                    </a:lnTo>
                    <a:lnTo>
                      <a:pt x="2125" y="324"/>
                    </a:lnTo>
                    <a:lnTo>
                      <a:pt x="2126" y="324"/>
                    </a:lnTo>
                    <a:lnTo>
                      <a:pt x="2128" y="324"/>
                    </a:lnTo>
                    <a:lnTo>
                      <a:pt x="2129" y="324"/>
                    </a:lnTo>
                    <a:lnTo>
                      <a:pt x="2131" y="324"/>
                    </a:lnTo>
                    <a:lnTo>
                      <a:pt x="2132" y="324"/>
                    </a:lnTo>
                    <a:lnTo>
                      <a:pt x="2133" y="324"/>
                    </a:lnTo>
                    <a:lnTo>
                      <a:pt x="2135" y="324"/>
                    </a:lnTo>
                    <a:lnTo>
                      <a:pt x="2136" y="324"/>
                    </a:lnTo>
                    <a:lnTo>
                      <a:pt x="2138" y="324"/>
                    </a:lnTo>
                    <a:lnTo>
                      <a:pt x="2139" y="324"/>
                    </a:lnTo>
                    <a:lnTo>
                      <a:pt x="2140" y="324"/>
                    </a:lnTo>
                    <a:lnTo>
                      <a:pt x="2142" y="324"/>
                    </a:lnTo>
                    <a:lnTo>
                      <a:pt x="2143" y="324"/>
                    </a:lnTo>
                    <a:lnTo>
                      <a:pt x="2145" y="324"/>
                    </a:lnTo>
                    <a:lnTo>
                      <a:pt x="2146" y="324"/>
                    </a:lnTo>
                    <a:lnTo>
                      <a:pt x="2147" y="324"/>
                    </a:lnTo>
                    <a:lnTo>
                      <a:pt x="2149" y="324"/>
                    </a:lnTo>
                    <a:lnTo>
                      <a:pt x="2150" y="324"/>
                    </a:lnTo>
                    <a:lnTo>
                      <a:pt x="2152" y="324"/>
                    </a:lnTo>
                    <a:lnTo>
                      <a:pt x="2153" y="324"/>
                    </a:lnTo>
                    <a:lnTo>
                      <a:pt x="2154" y="324"/>
                    </a:lnTo>
                    <a:lnTo>
                      <a:pt x="2156" y="324"/>
                    </a:lnTo>
                    <a:lnTo>
                      <a:pt x="2157" y="324"/>
                    </a:lnTo>
                    <a:lnTo>
                      <a:pt x="2159" y="324"/>
                    </a:lnTo>
                    <a:lnTo>
                      <a:pt x="2160" y="324"/>
                    </a:lnTo>
                    <a:lnTo>
                      <a:pt x="2161" y="324"/>
                    </a:lnTo>
                  </a:path>
                </a:pathLst>
              </a:custGeom>
              <a:noFill/>
              <a:ln cap="flat" cmpd="sng" w="25400">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733" name="Google Shape;733;p18"/>
              <p:cNvSpPr/>
              <p:nvPr/>
            </p:nvSpPr>
            <p:spPr>
              <a:xfrm flipH="1" rot="10800000">
                <a:off x="4802188" y="3900488"/>
                <a:ext cx="355600" cy="15875"/>
              </a:xfrm>
              <a:custGeom>
                <a:rect b="b" l="l" r="r" t="t"/>
                <a:pathLst>
                  <a:path extrusionOk="0" h="11" w="241">
                    <a:moveTo>
                      <a:pt x="0" y="10"/>
                    </a:moveTo>
                    <a:lnTo>
                      <a:pt x="1" y="10"/>
                    </a:lnTo>
                    <a:lnTo>
                      <a:pt x="2" y="10"/>
                    </a:lnTo>
                    <a:lnTo>
                      <a:pt x="4" y="10"/>
                    </a:lnTo>
                    <a:lnTo>
                      <a:pt x="5" y="10"/>
                    </a:lnTo>
                    <a:lnTo>
                      <a:pt x="7" y="11"/>
                    </a:lnTo>
                    <a:lnTo>
                      <a:pt x="8" y="10"/>
                    </a:lnTo>
                    <a:lnTo>
                      <a:pt x="9" y="10"/>
                    </a:lnTo>
                    <a:lnTo>
                      <a:pt x="11" y="9"/>
                    </a:lnTo>
                    <a:lnTo>
                      <a:pt x="12" y="10"/>
                    </a:lnTo>
                    <a:lnTo>
                      <a:pt x="14" y="10"/>
                    </a:lnTo>
                    <a:lnTo>
                      <a:pt x="15" y="9"/>
                    </a:lnTo>
                    <a:lnTo>
                      <a:pt x="16" y="9"/>
                    </a:lnTo>
                    <a:lnTo>
                      <a:pt x="18" y="7"/>
                    </a:lnTo>
                    <a:lnTo>
                      <a:pt x="19" y="7"/>
                    </a:lnTo>
                    <a:lnTo>
                      <a:pt x="21" y="6"/>
                    </a:lnTo>
                    <a:lnTo>
                      <a:pt x="22" y="6"/>
                    </a:lnTo>
                    <a:lnTo>
                      <a:pt x="23" y="6"/>
                    </a:lnTo>
                    <a:lnTo>
                      <a:pt x="25" y="6"/>
                    </a:lnTo>
                    <a:lnTo>
                      <a:pt x="26" y="6"/>
                    </a:lnTo>
                    <a:lnTo>
                      <a:pt x="28" y="6"/>
                    </a:lnTo>
                    <a:lnTo>
                      <a:pt x="29" y="5"/>
                    </a:lnTo>
                    <a:lnTo>
                      <a:pt x="31" y="5"/>
                    </a:lnTo>
                    <a:lnTo>
                      <a:pt x="32" y="6"/>
                    </a:lnTo>
                    <a:lnTo>
                      <a:pt x="33" y="7"/>
                    </a:lnTo>
                    <a:lnTo>
                      <a:pt x="35" y="7"/>
                    </a:lnTo>
                    <a:lnTo>
                      <a:pt x="36" y="8"/>
                    </a:lnTo>
                    <a:lnTo>
                      <a:pt x="38" y="8"/>
                    </a:lnTo>
                    <a:lnTo>
                      <a:pt x="39" y="8"/>
                    </a:lnTo>
                    <a:lnTo>
                      <a:pt x="40" y="8"/>
                    </a:lnTo>
                    <a:lnTo>
                      <a:pt x="42" y="7"/>
                    </a:lnTo>
                    <a:lnTo>
                      <a:pt x="43" y="7"/>
                    </a:lnTo>
                    <a:lnTo>
                      <a:pt x="45" y="6"/>
                    </a:lnTo>
                    <a:lnTo>
                      <a:pt x="46" y="4"/>
                    </a:lnTo>
                    <a:lnTo>
                      <a:pt x="47" y="3"/>
                    </a:lnTo>
                    <a:lnTo>
                      <a:pt x="49" y="2"/>
                    </a:lnTo>
                    <a:lnTo>
                      <a:pt x="50" y="1"/>
                    </a:lnTo>
                    <a:lnTo>
                      <a:pt x="52" y="1"/>
                    </a:lnTo>
                    <a:lnTo>
                      <a:pt x="53" y="2"/>
                    </a:lnTo>
                    <a:lnTo>
                      <a:pt x="54" y="2"/>
                    </a:lnTo>
                    <a:lnTo>
                      <a:pt x="56" y="1"/>
                    </a:lnTo>
                    <a:lnTo>
                      <a:pt x="57" y="2"/>
                    </a:lnTo>
                    <a:lnTo>
                      <a:pt x="59" y="3"/>
                    </a:lnTo>
                    <a:lnTo>
                      <a:pt x="60" y="4"/>
                    </a:lnTo>
                    <a:lnTo>
                      <a:pt x="61" y="0"/>
                    </a:lnTo>
                    <a:lnTo>
                      <a:pt x="63" y="0"/>
                    </a:lnTo>
                    <a:lnTo>
                      <a:pt x="64" y="1"/>
                    </a:lnTo>
                    <a:lnTo>
                      <a:pt x="66" y="0"/>
                    </a:lnTo>
                    <a:lnTo>
                      <a:pt x="67" y="0"/>
                    </a:lnTo>
                    <a:lnTo>
                      <a:pt x="68" y="1"/>
                    </a:lnTo>
                    <a:lnTo>
                      <a:pt x="70" y="1"/>
                    </a:lnTo>
                    <a:lnTo>
                      <a:pt x="71" y="1"/>
                    </a:lnTo>
                    <a:lnTo>
                      <a:pt x="73" y="1"/>
                    </a:lnTo>
                    <a:lnTo>
                      <a:pt x="74" y="1"/>
                    </a:lnTo>
                    <a:lnTo>
                      <a:pt x="75" y="1"/>
                    </a:lnTo>
                    <a:lnTo>
                      <a:pt x="77" y="1"/>
                    </a:lnTo>
                    <a:lnTo>
                      <a:pt x="78" y="1"/>
                    </a:lnTo>
                    <a:lnTo>
                      <a:pt x="80" y="1"/>
                    </a:lnTo>
                    <a:lnTo>
                      <a:pt x="81" y="1"/>
                    </a:lnTo>
                    <a:lnTo>
                      <a:pt x="82" y="1"/>
                    </a:lnTo>
                    <a:lnTo>
                      <a:pt x="84" y="1"/>
                    </a:lnTo>
                    <a:lnTo>
                      <a:pt x="85" y="1"/>
                    </a:lnTo>
                    <a:lnTo>
                      <a:pt x="87" y="1"/>
                    </a:lnTo>
                    <a:lnTo>
                      <a:pt x="88" y="1"/>
                    </a:lnTo>
                    <a:lnTo>
                      <a:pt x="90" y="1"/>
                    </a:lnTo>
                    <a:lnTo>
                      <a:pt x="91" y="1"/>
                    </a:lnTo>
                    <a:lnTo>
                      <a:pt x="92" y="1"/>
                    </a:lnTo>
                    <a:lnTo>
                      <a:pt x="94" y="1"/>
                    </a:lnTo>
                    <a:lnTo>
                      <a:pt x="95" y="1"/>
                    </a:lnTo>
                    <a:lnTo>
                      <a:pt x="97" y="1"/>
                    </a:lnTo>
                    <a:lnTo>
                      <a:pt x="98" y="1"/>
                    </a:lnTo>
                    <a:lnTo>
                      <a:pt x="99" y="1"/>
                    </a:lnTo>
                    <a:lnTo>
                      <a:pt x="101" y="1"/>
                    </a:lnTo>
                    <a:lnTo>
                      <a:pt x="102" y="1"/>
                    </a:lnTo>
                    <a:lnTo>
                      <a:pt x="104" y="1"/>
                    </a:lnTo>
                    <a:lnTo>
                      <a:pt x="105" y="1"/>
                    </a:lnTo>
                    <a:lnTo>
                      <a:pt x="106" y="1"/>
                    </a:lnTo>
                    <a:lnTo>
                      <a:pt x="108" y="1"/>
                    </a:lnTo>
                    <a:lnTo>
                      <a:pt x="109" y="1"/>
                    </a:lnTo>
                    <a:lnTo>
                      <a:pt x="111" y="1"/>
                    </a:lnTo>
                    <a:lnTo>
                      <a:pt x="112" y="1"/>
                    </a:lnTo>
                    <a:lnTo>
                      <a:pt x="113" y="1"/>
                    </a:lnTo>
                    <a:lnTo>
                      <a:pt x="115" y="1"/>
                    </a:lnTo>
                    <a:lnTo>
                      <a:pt x="116" y="1"/>
                    </a:lnTo>
                    <a:lnTo>
                      <a:pt x="118" y="1"/>
                    </a:lnTo>
                    <a:lnTo>
                      <a:pt x="119" y="1"/>
                    </a:lnTo>
                    <a:lnTo>
                      <a:pt x="120" y="1"/>
                    </a:lnTo>
                    <a:lnTo>
                      <a:pt x="122" y="1"/>
                    </a:lnTo>
                    <a:lnTo>
                      <a:pt x="123" y="1"/>
                    </a:lnTo>
                    <a:lnTo>
                      <a:pt x="125" y="1"/>
                    </a:lnTo>
                    <a:lnTo>
                      <a:pt x="126" y="1"/>
                    </a:lnTo>
                    <a:lnTo>
                      <a:pt x="127" y="1"/>
                    </a:lnTo>
                    <a:lnTo>
                      <a:pt x="129" y="1"/>
                    </a:lnTo>
                    <a:lnTo>
                      <a:pt x="130" y="1"/>
                    </a:lnTo>
                    <a:lnTo>
                      <a:pt x="132" y="1"/>
                    </a:lnTo>
                    <a:lnTo>
                      <a:pt x="133" y="1"/>
                    </a:lnTo>
                    <a:lnTo>
                      <a:pt x="134" y="1"/>
                    </a:lnTo>
                    <a:lnTo>
                      <a:pt x="136" y="2"/>
                    </a:lnTo>
                    <a:lnTo>
                      <a:pt x="137" y="2"/>
                    </a:lnTo>
                    <a:lnTo>
                      <a:pt x="139" y="2"/>
                    </a:lnTo>
                    <a:lnTo>
                      <a:pt x="140" y="2"/>
                    </a:lnTo>
                    <a:lnTo>
                      <a:pt x="141" y="2"/>
                    </a:lnTo>
                    <a:lnTo>
                      <a:pt x="143" y="2"/>
                    </a:lnTo>
                    <a:lnTo>
                      <a:pt x="144" y="2"/>
                    </a:lnTo>
                    <a:lnTo>
                      <a:pt x="146" y="2"/>
                    </a:lnTo>
                    <a:lnTo>
                      <a:pt x="147" y="2"/>
                    </a:lnTo>
                    <a:lnTo>
                      <a:pt x="148" y="2"/>
                    </a:lnTo>
                    <a:lnTo>
                      <a:pt x="150" y="2"/>
                    </a:lnTo>
                    <a:lnTo>
                      <a:pt x="151" y="2"/>
                    </a:lnTo>
                    <a:lnTo>
                      <a:pt x="153" y="2"/>
                    </a:lnTo>
                    <a:lnTo>
                      <a:pt x="154" y="2"/>
                    </a:lnTo>
                    <a:lnTo>
                      <a:pt x="156" y="2"/>
                    </a:lnTo>
                    <a:lnTo>
                      <a:pt x="157" y="2"/>
                    </a:lnTo>
                    <a:lnTo>
                      <a:pt x="158" y="2"/>
                    </a:lnTo>
                    <a:lnTo>
                      <a:pt x="160" y="2"/>
                    </a:lnTo>
                    <a:lnTo>
                      <a:pt x="161" y="2"/>
                    </a:lnTo>
                    <a:lnTo>
                      <a:pt x="163" y="2"/>
                    </a:lnTo>
                    <a:lnTo>
                      <a:pt x="164" y="2"/>
                    </a:lnTo>
                    <a:lnTo>
                      <a:pt x="165" y="2"/>
                    </a:lnTo>
                    <a:lnTo>
                      <a:pt x="167" y="2"/>
                    </a:lnTo>
                    <a:lnTo>
                      <a:pt x="168" y="2"/>
                    </a:lnTo>
                    <a:lnTo>
                      <a:pt x="170" y="2"/>
                    </a:lnTo>
                    <a:lnTo>
                      <a:pt x="171" y="2"/>
                    </a:lnTo>
                    <a:lnTo>
                      <a:pt x="172" y="2"/>
                    </a:lnTo>
                    <a:lnTo>
                      <a:pt x="174" y="2"/>
                    </a:lnTo>
                    <a:lnTo>
                      <a:pt x="175" y="2"/>
                    </a:lnTo>
                    <a:lnTo>
                      <a:pt x="177" y="2"/>
                    </a:lnTo>
                    <a:lnTo>
                      <a:pt x="178" y="2"/>
                    </a:lnTo>
                    <a:lnTo>
                      <a:pt x="179" y="2"/>
                    </a:lnTo>
                    <a:lnTo>
                      <a:pt x="181" y="2"/>
                    </a:lnTo>
                    <a:lnTo>
                      <a:pt x="182" y="2"/>
                    </a:lnTo>
                    <a:lnTo>
                      <a:pt x="184" y="2"/>
                    </a:lnTo>
                    <a:lnTo>
                      <a:pt x="185" y="2"/>
                    </a:lnTo>
                    <a:lnTo>
                      <a:pt x="186" y="2"/>
                    </a:lnTo>
                    <a:lnTo>
                      <a:pt x="188" y="2"/>
                    </a:lnTo>
                    <a:lnTo>
                      <a:pt x="189" y="2"/>
                    </a:lnTo>
                    <a:lnTo>
                      <a:pt x="191" y="2"/>
                    </a:lnTo>
                    <a:lnTo>
                      <a:pt x="192" y="2"/>
                    </a:lnTo>
                    <a:lnTo>
                      <a:pt x="193" y="2"/>
                    </a:lnTo>
                    <a:lnTo>
                      <a:pt x="195" y="2"/>
                    </a:lnTo>
                    <a:lnTo>
                      <a:pt x="196" y="2"/>
                    </a:lnTo>
                    <a:lnTo>
                      <a:pt x="198" y="2"/>
                    </a:lnTo>
                    <a:lnTo>
                      <a:pt x="199" y="2"/>
                    </a:lnTo>
                    <a:lnTo>
                      <a:pt x="200" y="2"/>
                    </a:lnTo>
                    <a:lnTo>
                      <a:pt x="202" y="2"/>
                    </a:lnTo>
                    <a:lnTo>
                      <a:pt x="203" y="2"/>
                    </a:lnTo>
                    <a:lnTo>
                      <a:pt x="205" y="2"/>
                    </a:lnTo>
                    <a:lnTo>
                      <a:pt x="206" y="3"/>
                    </a:lnTo>
                    <a:lnTo>
                      <a:pt x="207" y="3"/>
                    </a:lnTo>
                    <a:lnTo>
                      <a:pt x="209" y="3"/>
                    </a:lnTo>
                    <a:lnTo>
                      <a:pt x="210" y="3"/>
                    </a:lnTo>
                    <a:lnTo>
                      <a:pt x="212" y="3"/>
                    </a:lnTo>
                    <a:lnTo>
                      <a:pt x="213" y="3"/>
                    </a:lnTo>
                    <a:lnTo>
                      <a:pt x="214" y="3"/>
                    </a:lnTo>
                    <a:lnTo>
                      <a:pt x="216" y="3"/>
                    </a:lnTo>
                    <a:lnTo>
                      <a:pt x="217" y="3"/>
                    </a:lnTo>
                    <a:lnTo>
                      <a:pt x="219" y="2"/>
                    </a:lnTo>
                    <a:lnTo>
                      <a:pt x="220" y="2"/>
                    </a:lnTo>
                    <a:lnTo>
                      <a:pt x="222" y="2"/>
                    </a:lnTo>
                    <a:lnTo>
                      <a:pt x="223" y="2"/>
                    </a:lnTo>
                    <a:lnTo>
                      <a:pt x="224" y="2"/>
                    </a:lnTo>
                    <a:lnTo>
                      <a:pt x="226" y="2"/>
                    </a:lnTo>
                    <a:lnTo>
                      <a:pt x="227" y="2"/>
                    </a:lnTo>
                    <a:lnTo>
                      <a:pt x="229" y="2"/>
                    </a:lnTo>
                    <a:lnTo>
                      <a:pt x="230" y="2"/>
                    </a:lnTo>
                    <a:lnTo>
                      <a:pt x="231" y="2"/>
                    </a:lnTo>
                    <a:lnTo>
                      <a:pt x="233" y="2"/>
                    </a:lnTo>
                    <a:lnTo>
                      <a:pt x="234" y="2"/>
                    </a:lnTo>
                    <a:lnTo>
                      <a:pt x="236" y="2"/>
                    </a:lnTo>
                    <a:lnTo>
                      <a:pt x="237" y="3"/>
                    </a:lnTo>
                    <a:lnTo>
                      <a:pt x="238" y="3"/>
                    </a:lnTo>
                    <a:lnTo>
                      <a:pt x="240" y="3"/>
                    </a:lnTo>
                    <a:lnTo>
                      <a:pt x="241" y="3"/>
                    </a:lnTo>
                  </a:path>
                </a:pathLst>
              </a:custGeom>
              <a:noFill/>
              <a:ln cap="flat" cmpd="sng" w="25400">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734" name="Google Shape;734;p18"/>
              <p:cNvSpPr/>
              <p:nvPr/>
            </p:nvSpPr>
            <p:spPr>
              <a:xfrm flipH="1" rot="10800000">
                <a:off x="1330325" y="2474913"/>
                <a:ext cx="3192462" cy="1582738"/>
              </a:xfrm>
              <a:custGeom>
                <a:rect b="b" l="l" r="r" t="t"/>
                <a:pathLst>
                  <a:path extrusionOk="0" h="1070" w="2161">
                    <a:moveTo>
                      <a:pt x="0" y="0"/>
                    </a:moveTo>
                    <a:lnTo>
                      <a:pt x="1" y="0"/>
                    </a:lnTo>
                    <a:lnTo>
                      <a:pt x="3" y="0"/>
                    </a:lnTo>
                    <a:lnTo>
                      <a:pt x="4" y="0"/>
                    </a:lnTo>
                    <a:lnTo>
                      <a:pt x="6" y="0"/>
                    </a:lnTo>
                    <a:lnTo>
                      <a:pt x="7" y="0"/>
                    </a:lnTo>
                    <a:lnTo>
                      <a:pt x="8" y="0"/>
                    </a:lnTo>
                    <a:lnTo>
                      <a:pt x="10" y="0"/>
                    </a:lnTo>
                    <a:lnTo>
                      <a:pt x="11" y="0"/>
                    </a:lnTo>
                    <a:lnTo>
                      <a:pt x="13" y="0"/>
                    </a:lnTo>
                    <a:lnTo>
                      <a:pt x="14" y="0"/>
                    </a:lnTo>
                    <a:lnTo>
                      <a:pt x="15" y="0"/>
                    </a:lnTo>
                    <a:lnTo>
                      <a:pt x="17" y="0"/>
                    </a:lnTo>
                    <a:lnTo>
                      <a:pt x="18" y="0"/>
                    </a:lnTo>
                    <a:lnTo>
                      <a:pt x="20" y="0"/>
                    </a:lnTo>
                    <a:lnTo>
                      <a:pt x="21" y="0"/>
                    </a:lnTo>
                    <a:lnTo>
                      <a:pt x="22" y="0"/>
                    </a:lnTo>
                    <a:lnTo>
                      <a:pt x="24" y="0"/>
                    </a:lnTo>
                    <a:lnTo>
                      <a:pt x="25" y="1"/>
                    </a:lnTo>
                    <a:lnTo>
                      <a:pt x="27" y="1"/>
                    </a:lnTo>
                    <a:lnTo>
                      <a:pt x="28" y="1"/>
                    </a:lnTo>
                    <a:lnTo>
                      <a:pt x="30" y="1"/>
                    </a:lnTo>
                    <a:lnTo>
                      <a:pt x="31" y="1"/>
                    </a:lnTo>
                    <a:lnTo>
                      <a:pt x="32" y="1"/>
                    </a:lnTo>
                    <a:lnTo>
                      <a:pt x="34" y="1"/>
                    </a:lnTo>
                    <a:lnTo>
                      <a:pt x="35" y="1"/>
                    </a:lnTo>
                    <a:lnTo>
                      <a:pt x="37" y="1"/>
                    </a:lnTo>
                    <a:lnTo>
                      <a:pt x="38" y="1"/>
                    </a:lnTo>
                    <a:lnTo>
                      <a:pt x="39" y="1"/>
                    </a:lnTo>
                    <a:lnTo>
                      <a:pt x="41" y="1"/>
                    </a:lnTo>
                    <a:lnTo>
                      <a:pt x="42" y="1"/>
                    </a:lnTo>
                    <a:lnTo>
                      <a:pt x="44" y="1"/>
                    </a:lnTo>
                    <a:lnTo>
                      <a:pt x="45" y="1"/>
                    </a:lnTo>
                    <a:lnTo>
                      <a:pt x="46" y="1"/>
                    </a:lnTo>
                    <a:lnTo>
                      <a:pt x="48" y="1"/>
                    </a:lnTo>
                    <a:lnTo>
                      <a:pt x="49" y="1"/>
                    </a:lnTo>
                    <a:lnTo>
                      <a:pt x="51" y="1"/>
                    </a:lnTo>
                    <a:lnTo>
                      <a:pt x="52" y="1"/>
                    </a:lnTo>
                    <a:lnTo>
                      <a:pt x="53" y="1"/>
                    </a:lnTo>
                    <a:lnTo>
                      <a:pt x="55" y="1"/>
                    </a:lnTo>
                    <a:lnTo>
                      <a:pt x="56" y="1"/>
                    </a:lnTo>
                    <a:lnTo>
                      <a:pt x="58" y="1"/>
                    </a:lnTo>
                    <a:lnTo>
                      <a:pt x="59" y="1"/>
                    </a:lnTo>
                    <a:lnTo>
                      <a:pt x="60" y="1"/>
                    </a:lnTo>
                    <a:lnTo>
                      <a:pt x="62" y="1"/>
                    </a:lnTo>
                    <a:lnTo>
                      <a:pt x="63" y="1"/>
                    </a:lnTo>
                    <a:lnTo>
                      <a:pt x="65" y="1"/>
                    </a:lnTo>
                    <a:lnTo>
                      <a:pt x="66" y="1"/>
                    </a:lnTo>
                    <a:lnTo>
                      <a:pt x="67" y="1"/>
                    </a:lnTo>
                    <a:lnTo>
                      <a:pt x="69" y="1"/>
                    </a:lnTo>
                    <a:lnTo>
                      <a:pt x="70" y="1"/>
                    </a:lnTo>
                    <a:lnTo>
                      <a:pt x="72" y="1"/>
                    </a:lnTo>
                    <a:lnTo>
                      <a:pt x="73" y="1"/>
                    </a:lnTo>
                    <a:lnTo>
                      <a:pt x="74" y="1"/>
                    </a:lnTo>
                    <a:lnTo>
                      <a:pt x="76" y="1"/>
                    </a:lnTo>
                    <a:lnTo>
                      <a:pt x="77" y="1"/>
                    </a:lnTo>
                    <a:lnTo>
                      <a:pt x="79" y="1"/>
                    </a:lnTo>
                    <a:lnTo>
                      <a:pt x="80" y="1"/>
                    </a:lnTo>
                    <a:lnTo>
                      <a:pt x="81" y="1"/>
                    </a:lnTo>
                    <a:lnTo>
                      <a:pt x="83" y="1"/>
                    </a:lnTo>
                    <a:lnTo>
                      <a:pt x="84" y="1"/>
                    </a:lnTo>
                    <a:lnTo>
                      <a:pt x="86" y="1"/>
                    </a:lnTo>
                    <a:lnTo>
                      <a:pt x="87" y="1"/>
                    </a:lnTo>
                    <a:lnTo>
                      <a:pt x="88" y="1"/>
                    </a:lnTo>
                    <a:lnTo>
                      <a:pt x="90" y="1"/>
                    </a:lnTo>
                    <a:lnTo>
                      <a:pt x="91" y="1"/>
                    </a:lnTo>
                    <a:lnTo>
                      <a:pt x="93" y="1"/>
                    </a:lnTo>
                    <a:lnTo>
                      <a:pt x="94" y="1"/>
                    </a:lnTo>
                    <a:lnTo>
                      <a:pt x="96" y="1"/>
                    </a:lnTo>
                    <a:lnTo>
                      <a:pt x="97" y="1"/>
                    </a:lnTo>
                    <a:lnTo>
                      <a:pt x="98" y="1"/>
                    </a:lnTo>
                    <a:lnTo>
                      <a:pt x="100" y="1"/>
                    </a:lnTo>
                    <a:lnTo>
                      <a:pt x="101" y="1"/>
                    </a:lnTo>
                    <a:lnTo>
                      <a:pt x="103" y="1"/>
                    </a:lnTo>
                    <a:lnTo>
                      <a:pt x="104" y="1"/>
                    </a:lnTo>
                    <a:lnTo>
                      <a:pt x="105" y="1"/>
                    </a:lnTo>
                    <a:lnTo>
                      <a:pt x="107" y="1"/>
                    </a:lnTo>
                    <a:lnTo>
                      <a:pt x="108" y="1"/>
                    </a:lnTo>
                    <a:lnTo>
                      <a:pt x="110" y="1"/>
                    </a:lnTo>
                    <a:lnTo>
                      <a:pt x="111" y="1"/>
                    </a:lnTo>
                    <a:lnTo>
                      <a:pt x="112" y="1"/>
                    </a:lnTo>
                    <a:lnTo>
                      <a:pt x="114" y="1"/>
                    </a:lnTo>
                    <a:lnTo>
                      <a:pt x="115" y="1"/>
                    </a:lnTo>
                    <a:lnTo>
                      <a:pt x="117" y="1"/>
                    </a:lnTo>
                    <a:lnTo>
                      <a:pt x="118" y="1"/>
                    </a:lnTo>
                    <a:lnTo>
                      <a:pt x="119" y="1"/>
                    </a:lnTo>
                    <a:lnTo>
                      <a:pt x="121" y="1"/>
                    </a:lnTo>
                    <a:lnTo>
                      <a:pt x="122" y="1"/>
                    </a:lnTo>
                    <a:lnTo>
                      <a:pt x="124" y="1"/>
                    </a:lnTo>
                    <a:lnTo>
                      <a:pt x="125" y="1"/>
                    </a:lnTo>
                    <a:lnTo>
                      <a:pt x="126" y="1"/>
                    </a:lnTo>
                    <a:lnTo>
                      <a:pt x="128" y="1"/>
                    </a:lnTo>
                    <a:lnTo>
                      <a:pt x="129" y="1"/>
                    </a:lnTo>
                    <a:lnTo>
                      <a:pt x="131" y="1"/>
                    </a:lnTo>
                    <a:lnTo>
                      <a:pt x="132" y="1"/>
                    </a:lnTo>
                    <a:lnTo>
                      <a:pt x="133" y="1"/>
                    </a:lnTo>
                    <a:lnTo>
                      <a:pt x="135" y="1"/>
                    </a:lnTo>
                    <a:lnTo>
                      <a:pt x="136" y="1"/>
                    </a:lnTo>
                    <a:lnTo>
                      <a:pt x="138" y="1"/>
                    </a:lnTo>
                    <a:lnTo>
                      <a:pt x="139" y="1"/>
                    </a:lnTo>
                    <a:lnTo>
                      <a:pt x="140" y="1"/>
                    </a:lnTo>
                    <a:lnTo>
                      <a:pt x="142" y="1"/>
                    </a:lnTo>
                    <a:lnTo>
                      <a:pt x="143" y="1"/>
                    </a:lnTo>
                    <a:lnTo>
                      <a:pt x="145" y="1"/>
                    </a:lnTo>
                    <a:lnTo>
                      <a:pt x="146" y="1"/>
                    </a:lnTo>
                    <a:lnTo>
                      <a:pt x="147" y="1"/>
                    </a:lnTo>
                    <a:lnTo>
                      <a:pt x="149" y="1"/>
                    </a:lnTo>
                    <a:lnTo>
                      <a:pt x="150" y="1"/>
                    </a:lnTo>
                    <a:lnTo>
                      <a:pt x="152" y="1"/>
                    </a:lnTo>
                    <a:lnTo>
                      <a:pt x="153" y="1"/>
                    </a:lnTo>
                    <a:lnTo>
                      <a:pt x="154" y="1"/>
                    </a:lnTo>
                    <a:lnTo>
                      <a:pt x="156" y="1"/>
                    </a:lnTo>
                    <a:lnTo>
                      <a:pt x="157" y="1"/>
                    </a:lnTo>
                    <a:lnTo>
                      <a:pt x="159" y="1"/>
                    </a:lnTo>
                    <a:lnTo>
                      <a:pt x="160" y="0"/>
                    </a:lnTo>
                    <a:lnTo>
                      <a:pt x="162" y="1"/>
                    </a:lnTo>
                    <a:lnTo>
                      <a:pt x="163" y="1"/>
                    </a:lnTo>
                    <a:lnTo>
                      <a:pt x="164" y="28"/>
                    </a:lnTo>
                    <a:lnTo>
                      <a:pt x="166" y="59"/>
                    </a:lnTo>
                    <a:lnTo>
                      <a:pt x="167" y="73"/>
                    </a:lnTo>
                    <a:lnTo>
                      <a:pt x="169" y="82"/>
                    </a:lnTo>
                    <a:lnTo>
                      <a:pt x="170" y="90"/>
                    </a:lnTo>
                    <a:lnTo>
                      <a:pt x="171" y="98"/>
                    </a:lnTo>
                    <a:lnTo>
                      <a:pt x="173" y="106"/>
                    </a:lnTo>
                    <a:lnTo>
                      <a:pt x="174" y="113"/>
                    </a:lnTo>
                    <a:lnTo>
                      <a:pt x="176" y="121"/>
                    </a:lnTo>
                    <a:lnTo>
                      <a:pt x="177" y="128"/>
                    </a:lnTo>
                    <a:lnTo>
                      <a:pt x="178" y="135"/>
                    </a:lnTo>
                    <a:lnTo>
                      <a:pt x="180" y="143"/>
                    </a:lnTo>
                    <a:lnTo>
                      <a:pt x="181" y="150"/>
                    </a:lnTo>
                    <a:lnTo>
                      <a:pt x="183" y="158"/>
                    </a:lnTo>
                    <a:lnTo>
                      <a:pt x="184" y="165"/>
                    </a:lnTo>
                    <a:lnTo>
                      <a:pt x="185" y="172"/>
                    </a:lnTo>
                    <a:lnTo>
                      <a:pt x="187" y="180"/>
                    </a:lnTo>
                    <a:lnTo>
                      <a:pt x="188" y="187"/>
                    </a:lnTo>
                    <a:lnTo>
                      <a:pt x="190" y="194"/>
                    </a:lnTo>
                    <a:lnTo>
                      <a:pt x="191" y="202"/>
                    </a:lnTo>
                    <a:lnTo>
                      <a:pt x="192" y="209"/>
                    </a:lnTo>
                    <a:lnTo>
                      <a:pt x="194" y="216"/>
                    </a:lnTo>
                    <a:lnTo>
                      <a:pt x="195" y="223"/>
                    </a:lnTo>
                    <a:lnTo>
                      <a:pt x="197" y="231"/>
                    </a:lnTo>
                    <a:lnTo>
                      <a:pt x="198" y="238"/>
                    </a:lnTo>
                    <a:lnTo>
                      <a:pt x="199" y="245"/>
                    </a:lnTo>
                    <a:lnTo>
                      <a:pt x="201" y="252"/>
                    </a:lnTo>
                    <a:lnTo>
                      <a:pt x="202" y="259"/>
                    </a:lnTo>
                    <a:lnTo>
                      <a:pt x="204" y="267"/>
                    </a:lnTo>
                    <a:lnTo>
                      <a:pt x="205" y="274"/>
                    </a:lnTo>
                    <a:lnTo>
                      <a:pt x="206" y="281"/>
                    </a:lnTo>
                    <a:lnTo>
                      <a:pt x="208" y="288"/>
                    </a:lnTo>
                    <a:lnTo>
                      <a:pt x="209" y="295"/>
                    </a:lnTo>
                    <a:lnTo>
                      <a:pt x="211" y="302"/>
                    </a:lnTo>
                    <a:lnTo>
                      <a:pt x="212" y="309"/>
                    </a:lnTo>
                    <a:lnTo>
                      <a:pt x="213" y="316"/>
                    </a:lnTo>
                    <a:lnTo>
                      <a:pt x="215" y="323"/>
                    </a:lnTo>
                    <a:lnTo>
                      <a:pt x="216" y="330"/>
                    </a:lnTo>
                    <a:lnTo>
                      <a:pt x="218" y="337"/>
                    </a:lnTo>
                    <a:lnTo>
                      <a:pt x="219" y="344"/>
                    </a:lnTo>
                    <a:lnTo>
                      <a:pt x="221" y="350"/>
                    </a:lnTo>
                    <a:lnTo>
                      <a:pt x="222" y="357"/>
                    </a:lnTo>
                    <a:lnTo>
                      <a:pt x="223" y="364"/>
                    </a:lnTo>
                    <a:lnTo>
                      <a:pt x="225" y="371"/>
                    </a:lnTo>
                    <a:lnTo>
                      <a:pt x="226" y="378"/>
                    </a:lnTo>
                    <a:lnTo>
                      <a:pt x="228" y="384"/>
                    </a:lnTo>
                    <a:lnTo>
                      <a:pt x="229" y="391"/>
                    </a:lnTo>
                    <a:lnTo>
                      <a:pt x="230" y="398"/>
                    </a:lnTo>
                    <a:lnTo>
                      <a:pt x="232" y="404"/>
                    </a:lnTo>
                    <a:lnTo>
                      <a:pt x="233" y="411"/>
                    </a:lnTo>
                    <a:lnTo>
                      <a:pt x="235" y="418"/>
                    </a:lnTo>
                    <a:lnTo>
                      <a:pt x="236" y="424"/>
                    </a:lnTo>
                    <a:lnTo>
                      <a:pt x="237" y="431"/>
                    </a:lnTo>
                    <a:lnTo>
                      <a:pt x="239" y="437"/>
                    </a:lnTo>
                    <a:lnTo>
                      <a:pt x="240" y="444"/>
                    </a:lnTo>
                    <a:lnTo>
                      <a:pt x="242" y="450"/>
                    </a:lnTo>
                    <a:lnTo>
                      <a:pt x="243" y="457"/>
                    </a:lnTo>
                    <a:lnTo>
                      <a:pt x="244" y="463"/>
                    </a:lnTo>
                    <a:lnTo>
                      <a:pt x="246" y="470"/>
                    </a:lnTo>
                    <a:lnTo>
                      <a:pt x="247" y="476"/>
                    </a:lnTo>
                    <a:lnTo>
                      <a:pt x="249" y="483"/>
                    </a:lnTo>
                    <a:lnTo>
                      <a:pt x="250" y="489"/>
                    </a:lnTo>
                    <a:lnTo>
                      <a:pt x="251" y="496"/>
                    </a:lnTo>
                    <a:lnTo>
                      <a:pt x="253" y="502"/>
                    </a:lnTo>
                    <a:lnTo>
                      <a:pt x="254" y="508"/>
                    </a:lnTo>
                    <a:lnTo>
                      <a:pt x="256" y="515"/>
                    </a:lnTo>
                    <a:lnTo>
                      <a:pt x="257" y="521"/>
                    </a:lnTo>
                    <a:lnTo>
                      <a:pt x="258" y="527"/>
                    </a:lnTo>
                    <a:lnTo>
                      <a:pt x="260" y="533"/>
                    </a:lnTo>
                    <a:lnTo>
                      <a:pt x="261" y="540"/>
                    </a:lnTo>
                    <a:lnTo>
                      <a:pt x="263" y="546"/>
                    </a:lnTo>
                    <a:lnTo>
                      <a:pt x="264" y="552"/>
                    </a:lnTo>
                    <a:lnTo>
                      <a:pt x="265" y="558"/>
                    </a:lnTo>
                    <a:lnTo>
                      <a:pt x="267" y="565"/>
                    </a:lnTo>
                    <a:lnTo>
                      <a:pt x="268" y="571"/>
                    </a:lnTo>
                    <a:lnTo>
                      <a:pt x="270" y="577"/>
                    </a:lnTo>
                    <a:lnTo>
                      <a:pt x="271" y="583"/>
                    </a:lnTo>
                    <a:lnTo>
                      <a:pt x="272" y="589"/>
                    </a:lnTo>
                    <a:lnTo>
                      <a:pt x="274" y="595"/>
                    </a:lnTo>
                    <a:lnTo>
                      <a:pt x="275" y="601"/>
                    </a:lnTo>
                    <a:lnTo>
                      <a:pt x="277" y="607"/>
                    </a:lnTo>
                    <a:lnTo>
                      <a:pt x="278" y="613"/>
                    </a:lnTo>
                    <a:lnTo>
                      <a:pt x="279" y="619"/>
                    </a:lnTo>
                    <a:lnTo>
                      <a:pt x="281" y="625"/>
                    </a:lnTo>
                    <a:lnTo>
                      <a:pt x="282" y="631"/>
                    </a:lnTo>
                    <a:lnTo>
                      <a:pt x="284" y="636"/>
                    </a:lnTo>
                    <a:lnTo>
                      <a:pt x="285" y="642"/>
                    </a:lnTo>
                    <a:lnTo>
                      <a:pt x="287" y="648"/>
                    </a:lnTo>
                    <a:lnTo>
                      <a:pt x="288" y="654"/>
                    </a:lnTo>
                    <a:lnTo>
                      <a:pt x="289" y="659"/>
                    </a:lnTo>
                    <a:lnTo>
                      <a:pt x="291" y="665"/>
                    </a:lnTo>
                    <a:lnTo>
                      <a:pt x="292" y="671"/>
                    </a:lnTo>
                    <a:lnTo>
                      <a:pt x="294" y="676"/>
                    </a:lnTo>
                    <a:lnTo>
                      <a:pt x="295" y="682"/>
                    </a:lnTo>
                    <a:lnTo>
                      <a:pt x="296" y="687"/>
                    </a:lnTo>
                    <a:lnTo>
                      <a:pt x="298" y="692"/>
                    </a:lnTo>
                    <a:lnTo>
                      <a:pt x="299" y="698"/>
                    </a:lnTo>
                    <a:lnTo>
                      <a:pt x="301" y="703"/>
                    </a:lnTo>
                    <a:lnTo>
                      <a:pt x="302" y="708"/>
                    </a:lnTo>
                    <a:lnTo>
                      <a:pt x="303" y="713"/>
                    </a:lnTo>
                    <a:lnTo>
                      <a:pt x="305" y="718"/>
                    </a:lnTo>
                    <a:lnTo>
                      <a:pt x="306" y="723"/>
                    </a:lnTo>
                    <a:lnTo>
                      <a:pt x="308" y="728"/>
                    </a:lnTo>
                    <a:lnTo>
                      <a:pt x="309" y="733"/>
                    </a:lnTo>
                    <a:lnTo>
                      <a:pt x="310" y="738"/>
                    </a:lnTo>
                    <a:lnTo>
                      <a:pt x="312" y="743"/>
                    </a:lnTo>
                    <a:lnTo>
                      <a:pt x="313" y="747"/>
                    </a:lnTo>
                    <a:lnTo>
                      <a:pt x="315" y="752"/>
                    </a:lnTo>
                    <a:lnTo>
                      <a:pt x="316" y="756"/>
                    </a:lnTo>
                    <a:lnTo>
                      <a:pt x="317" y="761"/>
                    </a:lnTo>
                    <a:lnTo>
                      <a:pt x="319" y="765"/>
                    </a:lnTo>
                    <a:lnTo>
                      <a:pt x="320" y="770"/>
                    </a:lnTo>
                    <a:lnTo>
                      <a:pt x="322" y="774"/>
                    </a:lnTo>
                    <a:lnTo>
                      <a:pt x="323" y="778"/>
                    </a:lnTo>
                    <a:lnTo>
                      <a:pt x="324" y="783"/>
                    </a:lnTo>
                    <a:lnTo>
                      <a:pt x="326" y="787"/>
                    </a:lnTo>
                    <a:lnTo>
                      <a:pt x="327" y="791"/>
                    </a:lnTo>
                    <a:lnTo>
                      <a:pt x="329" y="795"/>
                    </a:lnTo>
                    <a:lnTo>
                      <a:pt x="330" y="799"/>
                    </a:lnTo>
                    <a:lnTo>
                      <a:pt x="331" y="803"/>
                    </a:lnTo>
                    <a:lnTo>
                      <a:pt x="333" y="807"/>
                    </a:lnTo>
                    <a:lnTo>
                      <a:pt x="334" y="811"/>
                    </a:lnTo>
                    <a:lnTo>
                      <a:pt x="336" y="815"/>
                    </a:lnTo>
                    <a:lnTo>
                      <a:pt x="337" y="818"/>
                    </a:lnTo>
                    <a:lnTo>
                      <a:pt x="338" y="822"/>
                    </a:lnTo>
                    <a:lnTo>
                      <a:pt x="340" y="826"/>
                    </a:lnTo>
                    <a:lnTo>
                      <a:pt x="341" y="830"/>
                    </a:lnTo>
                    <a:lnTo>
                      <a:pt x="343" y="833"/>
                    </a:lnTo>
                    <a:lnTo>
                      <a:pt x="344" y="837"/>
                    </a:lnTo>
                    <a:lnTo>
                      <a:pt x="345" y="841"/>
                    </a:lnTo>
                    <a:lnTo>
                      <a:pt x="347" y="844"/>
                    </a:lnTo>
                    <a:lnTo>
                      <a:pt x="348" y="848"/>
                    </a:lnTo>
                    <a:lnTo>
                      <a:pt x="350" y="851"/>
                    </a:lnTo>
                    <a:lnTo>
                      <a:pt x="351" y="855"/>
                    </a:lnTo>
                    <a:lnTo>
                      <a:pt x="353" y="858"/>
                    </a:lnTo>
                    <a:lnTo>
                      <a:pt x="354" y="861"/>
                    </a:lnTo>
                    <a:lnTo>
                      <a:pt x="355" y="865"/>
                    </a:lnTo>
                    <a:lnTo>
                      <a:pt x="357" y="868"/>
                    </a:lnTo>
                    <a:lnTo>
                      <a:pt x="358" y="871"/>
                    </a:lnTo>
                    <a:lnTo>
                      <a:pt x="360" y="875"/>
                    </a:lnTo>
                    <a:lnTo>
                      <a:pt x="361" y="878"/>
                    </a:lnTo>
                    <a:lnTo>
                      <a:pt x="362" y="881"/>
                    </a:lnTo>
                    <a:lnTo>
                      <a:pt x="364" y="884"/>
                    </a:lnTo>
                    <a:lnTo>
                      <a:pt x="365" y="888"/>
                    </a:lnTo>
                    <a:lnTo>
                      <a:pt x="367" y="891"/>
                    </a:lnTo>
                    <a:lnTo>
                      <a:pt x="368" y="894"/>
                    </a:lnTo>
                    <a:lnTo>
                      <a:pt x="369" y="897"/>
                    </a:lnTo>
                    <a:lnTo>
                      <a:pt x="371" y="900"/>
                    </a:lnTo>
                    <a:lnTo>
                      <a:pt x="372" y="903"/>
                    </a:lnTo>
                    <a:lnTo>
                      <a:pt x="374" y="906"/>
                    </a:lnTo>
                    <a:lnTo>
                      <a:pt x="375" y="909"/>
                    </a:lnTo>
                    <a:lnTo>
                      <a:pt x="376" y="912"/>
                    </a:lnTo>
                    <a:lnTo>
                      <a:pt x="378" y="915"/>
                    </a:lnTo>
                    <a:lnTo>
                      <a:pt x="379" y="917"/>
                    </a:lnTo>
                    <a:lnTo>
                      <a:pt x="381" y="920"/>
                    </a:lnTo>
                    <a:lnTo>
                      <a:pt x="382" y="923"/>
                    </a:lnTo>
                    <a:lnTo>
                      <a:pt x="383" y="926"/>
                    </a:lnTo>
                    <a:lnTo>
                      <a:pt x="385" y="928"/>
                    </a:lnTo>
                    <a:lnTo>
                      <a:pt x="386" y="931"/>
                    </a:lnTo>
                    <a:lnTo>
                      <a:pt x="388" y="933"/>
                    </a:lnTo>
                    <a:lnTo>
                      <a:pt x="389" y="936"/>
                    </a:lnTo>
                    <a:lnTo>
                      <a:pt x="390" y="938"/>
                    </a:lnTo>
                    <a:lnTo>
                      <a:pt x="392" y="941"/>
                    </a:lnTo>
                    <a:lnTo>
                      <a:pt x="393" y="943"/>
                    </a:lnTo>
                    <a:lnTo>
                      <a:pt x="395" y="945"/>
                    </a:lnTo>
                    <a:lnTo>
                      <a:pt x="396" y="948"/>
                    </a:lnTo>
                    <a:lnTo>
                      <a:pt x="397" y="950"/>
                    </a:lnTo>
                    <a:lnTo>
                      <a:pt x="399" y="952"/>
                    </a:lnTo>
                    <a:lnTo>
                      <a:pt x="400" y="955"/>
                    </a:lnTo>
                    <a:lnTo>
                      <a:pt x="402" y="957"/>
                    </a:lnTo>
                    <a:lnTo>
                      <a:pt x="403" y="959"/>
                    </a:lnTo>
                    <a:lnTo>
                      <a:pt x="404" y="961"/>
                    </a:lnTo>
                    <a:lnTo>
                      <a:pt x="406" y="963"/>
                    </a:lnTo>
                    <a:lnTo>
                      <a:pt x="407" y="965"/>
                    </a:lnTo>
                    <a:lnTo>
                      <a:pt x="409" y="967"/>
                    </a:lnTo>
                    <a:lnTo>
                      <a:pt x="410" y="969"/>
                    </a:lnTo>
                    <a:lnTo>
                      <a:pt x="412" y="972"/>
                    </a:lnTo>
                    <a:lnTo>
                      <a:pt x="413" y="973"/>
                    </a:lnTo>
                    <a:lnTo>
                      <a:pt x="414" y="975"/>
                    </a:lnTo>
                    <a:lnTo>
                      <a:pt x="416" y="977"/>
                    </a:lnTo>
                    <a:lnTo>
                      <a:pt x="417" y="979"/>
                    </a:lnTo>
                    <a:lnTo>
                      <a:pt x="419" y="981"/>
                    </a:lnTo>
                    <a:lnTo>
                      <a:pt x="420" y="983"/>
                    </a:lnTo>
                    <a:lnTo>
                      <a:pt x="421" y="984"/>
                    </a:lnTo>
                    <a:lnTo>
                      <a:pt x="423" y="986"/>
                    </a:lnTo>
                    <a:lnTo>
                      <a:pt x="424" y="988"/>
                    </a:lnTo>
                    <a:lnTo>
                      <a:pt x="426" y="990"/>
                    </a:lnTo>
                    <a:lnTo>
                      <a:pt x="427" y="991"/>
                    </a:lnTo>
                    <a:lnTo>
                      <a:pt x="428" y="993"/>
                    </a:lnTo>
                    <a:lnTo>
                      <a:pt x="430" y="995"/>
                    </a:lnTo>
                    <a:lnTo>
                      <a:pt x="431" y="996"/>
                    </a:lnTo>
                    <a:lnTo>
                      <a:pt x="433" y="998"/>
                    </a:lnTo>
                    <a:lnTo>
                      <a:pt x="434" y="999"/>
                    </a:lnTo>
                    <a:lnTo>
                      <a:pt x="435" y="1001"/>
                    </a:lnTo>
                    <a:lnTo>
                      <a:pt x="437" y="1002"/>
                    </a:lnTo>
                    <a:lnTo>
                      <a:pt x="438" y="1004"/>
                    </a:lnTo>
                    <a:lnTo>
                      <a:pt x="440" y="1005"/>
                    </a:lnTo>
                    <a:lnTo>
                      <a:pt x="441" y="1007"/>
                    </a:lnTo>
                    <a:lnTo>
                      <a:pt x="442" y="1008"/>
                    </a:lnTo>
                    <a:lnTo>
                      <a:pt x="444" y="1009"/>
                    </a:lnTo>
                    <a:lnTo>
                      <a:pt x="445" y="1011"/>
                    </a:lnTo>
                    <a:lnTo>
                      <a:pt x="447" y="1012"/>
                    </a:lnTo>
                    <a:lnTo>
                      <a:pt x="448" y="1013"/>
                    </a:lnTo>
                    <a:lnTo>
                      <a:pt x="449" y="1015"/>
                    </a:lnTo>
                    <a:lnTo>
                      <a:pt x="451" y="1016"/>
                    </a:lnTo>
                    <a:lnTo>
                      <a:pt x="452" y="1017"/>
                    </a:lnTo>
                    <a:lnTo>
                      <a:pt x="454" y="1019"/>
                    </a:lnTo>
                    <a:lnTo>
                      <a:pt x="455" y="1020"/>
                    </a:lnTo>
                    <a:lnTo>
                      <a:pt x="456" y="1021"/>
                    </a:lnTo>
                    <a:lnTo>
                      <a:pt x="458" y="1022"/>
                    </a:lnTo>
                    <a:lnTo>
                      <a:pt x="459" y="1023"/>
                    </a:lnTo>
                    <a:lnTo>
                      <a:pt x="461" y="1024"/>
                    </a:lnTo>
                    <a:lnTo>
                      <a:pt x="462" y="1025"/>
                    </a:lnTo>
                    <a:lnTo>
                      <a:pt x="463" y="1027"/>
                    </a:lnTo>
                    <a:lnTo>
                      <a:pt x="465" y="1028"/>
                    </a:lnTo>
                    <a:lnTo>
                      <a:pt x="466" y="1029"/>
                    </a:lnTo>
                    <a:lnTo>
                      <a:pt x="468" y="1030"/>
                    </a:lnTo>
                    <a:lnTo>
                      <a:pt x="469" y="1031"/>
                    </a:lnTo>
                    <a:lnTo>
                      <a:pt x="470" y="1032"/>
                    </a:lnTo>
                    <a:lnTo>
                      <a:pt x="472" y="1033"/>
                    </a:lnTo>
                    <a:lnTo>
                      <a:pt x="473" y="1034"/>
                    </a:lnTo>
                    <a:lnTo>
                      <a:pt x="475" y="1035"/>
                    </a:lnTo>
                    <a:lnTo>
                      <a:pt x="476" y="1036"/>
                    </a:lnTo>
                    <a:lnTo>
                      <a:pt x="478" y="1036"/>
                    </a:lnTo>
                    <a:lnTo>
                      <a:pt x="479" y="1037"/>
                    </a:lnTo>
                    <a:lnTo>
                      <a:pt x="480" y="1038"/>
                    </a:lnTo>
                    <a:lnTo>
                      <a:pt x="482" y="1039"/>
                    </a:lnTo>
                    <a:lnTo>
                      <a:pt x="483" y="1040"/>
                    </a:lnTo>
                    <a:lnTo>
                      <a:pt x="485" y="1041"/>
                    </a:lnTo>
                    <a:lnTo>
                      <a:pt x="486" y="1042"/>
                    </a:lnTo>
                    <a:lnTo>
                      <a:pt x="487" y="1042"/>
                    </a:lnTo>
                    <a:lnTo>
                      <a:pt x="489" y="1043"/>
                    </a:lnTo>
                    <a:lnTo>
                      <a:pt x="490" y="1044"/>
                    </a:lnTo>
                    <a:lnTo>
                      <a:pt x="492" y="1045"/>
                    </a:lnTo>
                    <a:lnTo>
                      <a:pt x="493" y="1045"/>
                    </a:lnTo>
                    <a:lnTo>
                      <a:pt x="494" y="1046"/>
                    </a:lnTo>
                    <a:lnTo>
                      <a:pt x="496" y="1047"/>
                    </a:lnTo>
                    <a:lnTo>
                      <a:pt x="497" y="1048"/>
                    </a:lnTo>
                    <a:lnTo>
                      <a:pt x="499" y="1048"/>
                    </a:lnTo>
                    <a:lnTo>
                      <a:pt x="500" y="1049"/>
                    </a:lnTo>
                    <a:lnTo>
                      <a:pt x="501" y="1050"/>
                    </a:lnTo>
                    <a:lnTo>
                      <a:pt x="503" y="1050"/>
                    </a:lnTo>
                    <a:lnTo>
                      <a:pt x="504" y="1051"/>
                    </a:lnTo>
                    <a:lnTo>
                      <a:pt x="506" y="1051"/>
                    </a:lnTo>
                    <a:lnTo>
                      <a:pt x="507" y="1052"/>
                    </a:lnTo>
                    <a:lnTo>
                      <a:pt x="508" y="1052"/>
                    </a:lnTo>
                    <a:lnTo>
                      <a:pt x="510" y="1053"/>
                    </a:lnTo>
                    <a:lnTo>
                      <a:pt x="511" y="1054"/>
                    </a:lnTo>
                    <a:lnTo>
                      <a:pt x="513" y="1054"/>
                    </a:lnTo>
                    <a:lnTo>
                      <a:pt x="514" y="1055"/>
                    </a:lnTo>
                    <a:lnTo>
                      <a:pt x="515" y="1055"/>
                    </a:lnTo>
                    <a:lnTo>
                      <a:pt x="517" y="1056"/>
                    </a:lnTo>
                    <a:lnTo>
                      <a:pt x="518" y="1056"/>
                    </a:lnTo>
                    <a:lnTo>
                      <a:pt x="520" y="1056"/>
                    </a:lnTo>
                    <a:lnTo>
                      <a:pt x="521" y="1057"/>
                    </a:lnTo>
                    <a:lnTo>
                      <a:pt x="522" y="1057"/>
                    </a:lnTo>
                    <a:lnTo>
                      <a:pt x="524" y="1058"/>
                    </a:lnTo>
                    <a:lnTo>
                      <a:pt x="525" y="1058"/>
                    </a:lnTo>
                    <a:lnTo>
                      <a:pt x="527" y="1059"/>
                    </a:lnTo>
                    <a:lnTo>
                      <a:pt x="528" y="1059"/>
                    </a:lnTo>
                    <a:lnTo>
                      <a:pt x="529" y="1059"/>
                    </a:lnTo>
                    <a:lnTo>
                      <a:pt x="531" y="1060"/>
                    </a:lnTo>
                    <a:lnTo>
                      <a:pt x="532" y="1060"/>
                    </a:lnTo>
                    <a:lnTo>
                      <a:pt x="534" y="1061"/>
                    </a:lnTo>
                    <a:lnTo>
                      <a:pt x="535" y="1061"/>
                    </a:lnTo>
                    <a:lnTo>
                      <a:pt x="537" y="1061"/>
                    </a:lnTo>
                    <a:lnTo>
                      <a:pt x="538" y="1062"/>
                    </a:lnTo>
                    <a:lnTo>
                      <a:pt x="539" y="1062"/>
                    </a:lnTo>
                    <a:lnTo>
                      <a:pt x="541" y="1062"/>
                    </a:lnTo>
                    <a:lnTo>
                      <a:pt x="542" y="1063"/>
                    </a:lnTo>
                    <a:lnTo>
                      <a:pt x="544" y="1063"/>
                    </a:lnTo>
                    <a:lnTo>
                      <a:pt x="545" y="1063"/>
                    </a:lnTo>
                    <a:lnTo>
                      <a:pt x="546" y="1063"/>
                    </a:lnTo>
                    <a:lnTo>
                      <a:pt x="548" y="1064"/>
                    </a:lnTo>
                    <a:lnTo>
                      <a:pt x="549" y="1064"/>
                    </a:lnTo>
                    <a:lnTo>
                      <a:pt x="551" y="1064"/>
                    </a:lnTo>
                    <a:lnTo>
                      <a:pt x="552" y="1065"/>
                    </a:lnTo>
                    <a:lnTo>
                      <a:pt x="553" y="1065"/>
                    </a:lnTo>
                    <a:lnTo>
                      <a:pt x="555" y="1065"/>
                    </a:lnTo>
                    <a:lnTo>
                      <a:pt x="556" y="1065"/>
                    </a:lnTo>
                    <a:lnTo>
                      <a:pt x="558" y="1066"/>
                    </a:lnTo>
                    <a:lnTo>
                      <a:pt x="559" y="1066"/>
                    </a:lnTo>
                    <a:lnTo>
                      <a:pt x="560" y="1066"/>
                    </a:lnTo>
                    <a:lnTo>
                      <a:pt x="562" y="1066"/>
                    </a:lnTo>
                    <a:lnTo>
                      <a:pt x="563" y="1067"/>
                    </a:lnTo>
                    <a:lnTo>
                      <a:pt x="565" y="1067"/>
                    </a:lnTo>
                    <a:lnTo>
                      <a:pt x="566" y="1067"/>
                    </a:lnTo>
                    <a:lnTo>
                      <a:pt x="567" y="1067"/>
                    </a:lnTo>
                    <a:lnTo>
                      <a:pt x="569" y="1068"/>
                    </a:lnTo>
                    <a:lnTo>
                      <a:pt x="570" y="1068"/>
                    </a:lnTo>
                    <a:lnTo>
                      <a:pt x="572" y="1068"/>
                    </a:lnTo>
                    <a:lnTo>
                      <a:pt x="573" y="1068"/>
                    </a:lnTo>
                    <a:lnTo>
                      <a:pt x="574" y="1069"/>
                    </a:lnTo>
                    <a:lnTo>
                      <a:pt x="576" y="1069"/>
                    </a:lnTo>
                    <a:lnTo>
                      <a:pt x="577" y="1069"/>
                    </a:lnTo>
                    <a:lnTo>
                      <a:pt x="579" y="1069"/>
                    </a:lnTo>
                    <a:lnTo>
                      <a:pt x="580" y="1069"/>
                    </a:lnTo>
                    <a:lnTo>
                      <a:pt x="581" y="1070"/>
                    </a:lnTo>
                    <a:lnTo>
                      <a:pt x="583" y="1070"/>
                    </a:lnTo>
                    <a:lnTo>
                      <a:pt x="584" y="1042"/>
                    </a:lnTo>
                    <a:lnTo>
                      <a:pt x="586" y="1018"/>
                    </a:lnTo>
                    <a:lnTo>
                      <a:pt x="587" y="1014"/>
                    </a:lnTo>
                    <a:lnTo>
                      <a:pt x="588" y="1012"/>
                    </a:lnTo>
                    <a:lnTo>
                      <a:pt x="590" y="1011"/>
                    </a:lnTo>
                    <a:lnTo>
                      <a:pt x="591" y="1010"/>
                    </a:lnTo>
                    <a:lnTo>
                      <a:pt x="593" y="1010"/>
                    </a:lnTo>
                    <a:lnTo>
                      <a:pt x="594" y="1009"/>
                    </a:lnTo>
                    <a:lnTo>
                      <a:pt x="595" y="1008"/>
                    </a:lnTo>
                    <a:lnTo>
                      <a:pt x="597" y="1008"/>
                    </a:lnTo>
                    <a:lnTo>
                      <a:pt x="598" y="1007"/>
                    </a:lnTo>
                    <a:lnTo>
                      <a:pt x="600" y="1006"/>
                    </a:lnTo>
                    <a:lnTo>
                      <a:pt x="601" y="1006"/>
                    </a:lnTo>
                    <a:lnTo>
                      <a:pt x="603" y="1005"/>
                    </a:lnTo>
                    <a:lnTo>
                      <a:pt x="604" y="1005"/>
                    </a:lnTo>
                    <a:lnTo>
                      <a:pt x="605" y="1004"/>
                    </a:lnTo>
                    <a:lnTo>
                      <a:pt x="607" y="1003"/>
                    </a:lnTo>
                    <a:lnTo>
                      <a:pt x="608" y="1003"/>
                    </a:lnTo>
                    <a:lnTo>
                      <a:pt x="610" y="1002"/>
                    </a:lnTo>
                    <a:lnTo>
                      <a:pt x="611" y="1002"/>
                    </a:lnTo>
                    <a:lnTo>
                      <a:pt x="612" y="1001"/>
                    </a:lnTo>
                    <a:lnTo>
                      <a:pt x="614" y="1001"/>
                    </a:lnTo>
                    <a:lnTo>
                      <a:pt x="615" y="1000"/>
                    </a:lnTo>
                    <a:lnTo>
                      <a:pt x="617" y="1000"/>
                    </a:lnTo>
                    <a:lnTo>
                      <a:pt x="618" y="999"/>
                    </a:lnTo>
                    <a:lnTo>
                      <a:pt x="619" y="999"/>
                    </a:lnTo>
                    <a:lnTo>
                      <a:pt x="621" y="998"/>
                    </a:lnTo>
                    <a:lnTo>
                      <a:pt x="622" y="998"/>
                    </a:lnTo>
                    <a:lnTo>
                      <a:pt x="624" y="997"/>
                    </a:lnTo>
                    <a:lnTo>
                      <a:pt x="625" y="997"/>
                    </a:lnTo>
                    <a:lnTo>
                      <a:pt x="626" y="996"/>
                    </a:lnTo>
                    <a:lnTo>
                      <a:pt x="628" y="996"/>
                    </a:lnTo>
                    <a:lnTo>
                      <a:pt x="629" y="995"/>
                    </a:lnTo>
                    <a:lnTo>
                      <a:pt x="631" y="995"/>
                    </a:lnTo>
                    <a:lnTo>
                      <a:pt x="632" y="994"/>
                    </a:lnTo>
                    <a:lnTo>
                      <a:pt x="633" y="994"/>
                    </a:lnTo>
                    <a:lnTo>
                      <a:pt x="635" y="993"/>
                    </a:lnTo>
                    <a:lnTo>
                      <a:pt x="636" y="993"/>
                    </a:lnTo>
                    <a:lnTo>
                      <a:pt x="638" y="992"/>
                    </a:lnTo>
                    <a:lnTo>
                      <a:pt x="639" y="992"/>
                    </a:lnTo>
                    <a:lnTo>
                      <a:pt x="640" y="991"/>
                    </a:lnTo>
                    <a:lnTo>
                      <a:pt x="642" y="991"/>
                    </a:lnTo>
                    <a:lnTo>
                      <a:pt x="643" y="990"/>
                    </a:lnTo>
                    <a:lnTo>
                      <a:pt x="645" y="990"/>
                    </a:lnTo>
                    <a:lnTo>
                      <a:pt x="646" y="990"/>
                    </a:lnTo>
                    <a:lnTo>
                      <a:pt x="647" y="989"/>
                    </a:lnTo>
                    <a:lnTo>
                      <a:pt x="649" y="989"/>
                    </a:lnTo>
                    <a:lnTo>
                      <a:pt x="650" y="988"/>
                    </a:lnTo>
                    <a:lnTo>
                      <a:pt x="652" y="988"/>
                    </a:lnTo>
                    <a:lnTo>
                      <a:pt x="653" y="987"/>
                    </a:lnTo>
                    <a:lnTo>
                      <a:pt x="654" y="987"/>
                    </a:lnTo>
                    <a:lnTo>
                      <a:pt x="656" y="986"/>
                    </a:lnTo>
                    <a:lnTo>
                      <a:pt x="657" y="986"/>
                    </a:lnTo>
                    <a:lnTo>
                      <a:pt x="659" y="986"/>
                    </a:lnTo>
                    <a:lnTo>
                      <a:pt x="660" y="985"/>
                    </a:lnTo>
                    <a:lnTo>
                      <a:pt x="661" y="985"/>
                    </a:lnTo>
                    <a:lnTo>
                      <a:pt x="663" y="984"/>
                    </a:lnTo>
                    <a:lnTo>
                      <a:pt x="664" y="984"/>
                    </a:lnTo>
                    <a:lnTo>
                      <a:pt x="666" y="983"/>
                    </a:lnTo>
                    <a:lnTo>
                      <a:pt x="667" y="983"/>
                    </a:lnTo>
                    <a:lnTo>
                      <a:pt x="669" y="983"/>
                    </a:lnTo>
                    <a:lnTo>
                      <a:pt x="670" y="982"/>
                    </a:lnTo>
                    <a:lnTo>
                      <a:pt x="671" y="982"/>
                    </a:lnTo>
                    <a:lnTo>
                      <a:pt x="673" y="981"/>
                    </a:lnTo>
                    <a:lnTo>
                      <a:pt x="674" y="981"/>
                    </a:lnTo>
                    <a:lnTo>
                      <a:pt x="676" y="980"/>
                    </a:lnTo>
                    <a:lnTo>
                      <a:pt x="677" y="980"/>
                    </a:lnTo>
                    <a:lnTo>
                      <a:pt x="678" y="980"/>
                    </a:lnTo>
                    <a:lnTo>
                      <a:pt x="680" y="979"/>
                    </a:lnTo>
                    <a:lnTo>
                      <a:pt x="681" y="979"/>
                    </a:lnTo>
                    <a:lnTo>
                      <a:pt x="683" y="978"/>
                    </a:lnTo>
                    <a:lnTo>
                      <a:pt x="684" y="978"/>
                    </a:lnTo>
                    <a:lnTo>
                      <a:pt x="685" y="978"/>
                    </a:lnTo>
                    <a:lnTo>
                      <a:pt x="687" y="977"/>
                    </a:lnTo>
                    <a:lnTo>
                      <a:pt x="688" y="977"/>
                    </a:lnTo>
                    <a:lnTo>
                      <a:pt x="690" y="976"/>
                    </a:lnTo>
                    <a:lnTo>
                      <a:pt x="691" y="976"/>
                    </a:lnTo>
                    <a:lnTo>
                      <a:pt x="692" y="976"/>
                    </a:lnTo>
                    <a:lnTo>
                      <a:pt x="694" y="975"/>
                    </a:lnTo>
                    <a:lnTo>
                      <a:pt x="695" y="975"/>
                    </a:lnTo>
                    <a:lnTo>
                      <a:pt x="697" y="974"/>
                    </a:lnTo>
                    <a:lnTo>
                      <a:pt x="698" y="974"/>
                    </a:lnTo>
                    <a:lnTo>
                      <a:pt x="699" y="974"/>
                    </a:lnTo>
                    <a:lnTo>
                      <a:pt x="701" y="973"/>
                    </a:lnTo>
                    <a:lnTo>
                      <a:pt x="702" y="973"/>
                    </a:lnTo>
                    <a:lnTo>
                      <a:pt x="704" y="973"/>
                    </a:lnTo>
                    <a:lnTo>
                      <a:pt x="705" y="972"/>
                    </a:lnTo>
                    <a:lnTo>
                      <a:pt x="706" y="972"/>
                    </a:lnTo>
                    <a:lnTo>
                      <a:pt x="708" y="971"/>
                    </a:lnTo>
                    <a:lnTo>
                      <a:pt x="709" y="971"/>
                    </a:lnTo>
                    <a:lnTo>
                      <a:pt x="711" y="971"/>
                    </a:lnTo>
                    <a:lnTo>
                      <a:pt x="712" y="970"/>
                    </a:lnTo>
                    <a:lnTo>
                      <a:pt x="713" y="970"/>
                    </a:lnTo>
                    <a:lnTo>
                      <a:pt x="715" y="969"/>
                    </a:lnTo>
                    <a:lnTo>
                      <a:pt x="716" y="969"/>
                    </a:lnTo>
                    <a:lnTo>
                      <a:pt x="718" y="969"/>
                    </a:lnTo>
                    <a:lnTo>
                      <a:pt x="719" y="968"/>
                    </a:lnTo>
                    <a:lnTo>
                      <a:pt x="720" y="968"/>
                    </a:lnTo>
                    <a:lnTo>
                      <a:pt x="722" y="968"/>
                    </a:lnTo>
                    <a:lnTo>
                      <a:pt x="723" y="967"/>
                    </a:lnTo>
                    <a:lnTo>
                      <a:pt x="725" y="967"/>
                    </a:lnTo>
                    <a:lnTo>
                      <a:pt x="726" y="967"/>
                    </a:lnTo>
                    <a:lnTo>
                      <a:pt x="728" y="966"/>
                    </a:lnTo>
                    <a:lnTo>
                      <a:pt x="729" y="966"/>
                    </a:lnTo>
                    <a:lnTo>
                      <a:pt x="730" y="965"/>
                    </a:lnTo>
                    <a:lnTo>
                      <a:pt x="732" y="965"/>
                    </a:lnTo>
                    <a:lnTo>
                      <a:pt x="733" y="965"/>
                    </a:lnTo>
                    <a:lnTo>
                      <a:pt x="735" y="964"/>
                    </a:lnTo>
                    <a:lnTo>
                      <a:pt x="736" y="964"/>
                    </a:lnTo>
                    <a:lnTo>
                      <a:pt x="737" y="964"/>
                    </a:lnTo>
                    <a:lnTo>
                      <a:pt x="739" y="963"/>
                    </a:lnTo>
                    <a:lnTo>
                      <a:pt x="740" y="963"/>
                    </a:lnTo>
                    <a:lnTo>
                      <a:pt x="742" y="963"/>
                    </a:lnTo>
                    <a:lnTo>
                      <a:pt x="743" y="962"/>
                    </a:lnTo>
                    <a:lnTo>
                      <a:pt x="744" y="962"/>
                    </a:lnTo>
                    <a:lnTo>
                      <a:pt x="746" y="962"/>
                    </a:lnTo>
                    <a:lnTo>
                      <a:pt x="747" y="961"/>
                    </a:lnTo>
                    <a:lnTo>
                      <a:pt x="749" y="961"/>
                    </a:lnTo>
                    <a:lnTo>
                      <a:pt x="750" y="961"/>
                    </a:lnTo>
                    <a:lnTo>
                      <a:pt x="751" y="960"/>
                    </a:lnTo>
                    <a:lnTo>
                      <a:pt x="753" y="960"/>
                    </a:lnTo>
                    <a:lnTo>
                      <a:pt x="754" y="960"/>
                    </a:lnTo>
                    <a:lnTo>
                      <a:pt x="756" y="959"/>
                    </a:lnTo>
                    <a:lnTo>
                      <a:pt x="757" y="959"/>
                    </a:lnTo>
                    <a:lnTo>
                      <a:pt x="758" y="959"/>
                    </a:lnTo>
                    <a:lnTo>
                      <a:pt x="760" y="958"/>
                    </a:lnTo>
                    <a:lnTo>
                      <a:pt x="761" y="958"/>
                    </a:lnTo>
                    <a:lnTo>
                      <a:pt x="763" y="957"/>
                    </a:lnTo>
                    <a:lnTo>
                      <a:pt x="764" y="957"/>
                    </a:lnTo>
                    <a:lnTo>
                      <a:pt x="765" y="957"/>
                    </a:lnTo>
                    <a:lnTo>
                      <a:pt x="767" y="957"/>
                    </a:lnTo>
                    <a:lnTo>
                      <a:pt x="768" y="956"/>
                    </a:lnTo>
                    <a:lnTo>
                      <a:pt x="770" y="956"/>
                    </a:lnTo>
                    <a:lnTo>
                      <a:pt x="771" y="955"/>
                    </a:lnTo>
                    <a:lnTo>
                      <a:pt x="772" y="955"/>
                    </a:lnTo>
                    <a:lnTo>
                      <a:pt x="774" y="955"/>
                    </a:lnTo>
                    <a:lnTo>
                      <a:pt x="775" y="955"/>
                    </a:lnTo>
                    <a:lnTo>
                      <a:pt x="777" y="954"/>
                    </a:lnTo>
                    <a:lnTo>
                      <a:pt x="778" y="954"/>
                    </a:lnTo>
                    <a:lnTo>
                      <a:pt x="779" y="954"/>
                    </a:lnTo>
                    <a:lnTo>
                      <a:pt x="781" y="953"/>
                    </a:lnTo>
                    <a:lnTo>
                      <a:pt x="782" y="953"/>
                    </a:lnTo>
                    <a:lnTo>
                      <a:pt x="784" y="953"/>
                    </a:lnTo>
                    <a:lnTo>
                      <a:pt x="785" y="952"/>
                    </a:lnTo>
                    <a:lnTo>
                      <a:pt x="786" y="952"/>
                    </a:lnTo>
                    <a:lnTo>
                      <a:pt x="788" y="952"/>
                    </a:lnTo>
                    <a:lnTo>
                      <a:pt x="789" y="951"/>
                    </a:lnTo>
                    <a:lnTo>
                      <a:pt x="791" y="951"/>
                    </a:lnTo>
                    <a:lnTo>
                      <a:pt x="792" y="951"/>
                    </a:lnTo>
                    <a:lnTo>
                      <a:pt x="794" y="950"/>
                    </a:lnTo>
                    <a:lnTo>
                      <a:pt x="795" y="950"/>
                    </a:lnTo>
                    <a:lnTo>
                      <a:pt x="796" y="950"/>
                    </a:lnTo>
                    <a:lnTo>
                      <a:pt x="798" y="949"/>
                    </a:lnTo>
                    <a:lnTo>
                      <a:pt x="799" y="949"/>
                    </a:lnTo>
                    <a:lnTo>
                      <a:pt x="801" y="949"/>
                    </a:lnTo>
                    <a:lnTo>
                      <a:pt x="802" y="948"/>
                    </a:lnTo>
                    <a:lnTo>
                      <a:pt x="803" y="948"/>
                    </a:lnTo>
                    <a:lnTo>
                      <a:pt x="805" y="948"/>
                    </a:lnTo>
                    <a:lnTo>
                      <a:pt x="806" y="947"/>
                    </a:lnTo>
                    <a:lnTo>
                      <a:pt x="808" y="947"/>
                    </a:lnTo>
                    <a:lnTo>
                      <a:pt x="809" y="947"/>
                    </a:lnTo>
                    <a:lnTo>
                      <a:pt x="810" y="946"/>
                    </a:lnTo>
                    <a:lnTo>
                      <a:pt x="812" y="946"/>
                    </a:lnTo>
                    <a:lnTo>
                      <a:pt x="813" y="946"/>
                    </a:lnTo>
                    <a:lnTo>
                      <a:pt x="815" y="946"/>
                    </a:lnTo>
                    <a:lnTo>
                      <a:pt x="816" y="945"/>
                    </a:lnTo>
                    <a:lnTo>
                      <a:pt x="817" y="945"/>
                    </a:lnTo>
                    <a:lnTo>
                      <a:pt x="819" y="945"/>
                    </a:lnTo>
                    <a:lnTo>
                      <a:pt x="820" y="944"/>
                    </a:lnTo>
                    <a:lnTo>
                      <a:pt x="822" y="944"/>
                    </a:lnTo>
                    <a:lnTo>
                      <a:pt x="823" y="944"/>
                    </a:lnTo>
                    <a:lnTo>
                      <a:pt x="824" y="943"/>
                    </a:lnTo>
                    <a:lnTo>
                      <a:pt x="826" y="943"/>
                    </a:lnTo>
                    <a:lnTo>
                      <a:pt x="827" y="943"/>
                    </a:lnTo>
                    <a:lnTo>
                      <a:pt x="829" y="943"/>
                    </a:lnTo>
                    <a:lnTo>
                      <a:pt x="830" y="942"/>
                    </a:lnTo>
                    <a:lnTo>
                      <a:pt x="831" y="942"/>
                    </a:lnTo>
                    <a:lnTo>
                      <a:pt x="833" y="942"/>
                    </a:lnTo>
                    <a:lnTo>
                      <a:pt x="834" y="941"/>
                    </a:lnTo>
                    <a:lnTo>
                      <a:pt x="836" y="941"/>
                    </a:lnTo>
                    <a:lnTo>
                      <a:pt x="837" y="941"/>
                    </a:lnTo>
                    <a:lnTo>
                      <a:pt x="838" y="940"/>
                    </a:lnTo>
                    <a:lnTo>
                      <a:pt x="840" y="940"/>
                    </a:lnTo>
                    <a:lnTo>
                      <a:pt x="841" y="940"/>
                    </a:lnTo>
                    <a:lnTo>
                      <a:pt x="843" y="939"/>
                    </a:lnTo>
                    <a:lnTo>
                      <a:pt x="844" y="939"/>
                    </a:lnTo>
                    <a:lnTo>
                      <a:pt x="845" y="939"/>
                    </a:lnTo>
                    <a:lnTo>
                      <a:pt x="847" y="939"/>
                    </a:lnTo>
                    <a:lnTo>
                      <a:pt x="848" y="938"/>
                    </a:lnTo>
                    <a:lnTo>
                      <a:pt x="850" y="938"/>
                    </a:lnTo>
                    <a:lnTo>
                      <a:pt x="851" y="938"/>
                    </a:lnTo>
                    <a:lnTo>
                      <a:pt x="852" y="937"/>
                    </a:lnTo>
                    <a:lnTo>
                      <a:pt x="854" y="937"/>
                    </a:lnTo>
                    <a:lnTo>
                      <a:pt x="855" y="937"/>
                    </a:lnTo>
                    <a:lnTo>
                      <a:pt x="857" y="936"/>
                    </a:lnTo>
                    <a:lnTo>
                      <a:pt x="858" y="936"/>
                    </a:lnTo>
                    <a:lnTo>
                      <a:pt x="860" y="936"/>
                    </a:lnTo>
                    <a:lnTo>
                      <a:pt x="861" y="936"/>
                    </a:lnTo>
                    <a:lnTo>
                      <a:pt x="862" y="935"/>
                    </a:lnTo>
                    <a:lnTo>
                      <a:pt x="864" y="935"/>
                    </a:lnTo>
                    <a:lnTo>
                      <a:pt x="865" y="935"/>
                    </a:lnTo>
                    <a:lnTo>
                      <a:pt x="867" y="934"/>
                    </a:lnTo>
                    <a:lnTo>
                      <a:pt x="868" y="934"/>
                    </a:lnTo>
                    <a:lnTo>
                      <a:pt x="869" y="934"/>
                    </a:lnTo>
                    <a:lnTo>
                      <a:pt x="871" y="934"/>
                    </a:lnTo>
                    <a:lnTo>
                      <a:pt x="872" y="933"/>
                    </a:lnTo>
                    <a:lnTo>
                      <a:pt x="874" y="933"/>
                    </a:lnTo>
                    <a:lnTo>
                      <a:pt x="875" y="933"/>
                    </a:lnTo>
                    <a:lnTo>
                      <a:pt x="876" y="932"/>
                    </a:lnTo>
                    <a:lnTo>
                      <a:pt x="878" y="932"/>
                    </a:lnTo>
                    <a:lnTo>
                      <a:pt x="879" y="932"/>
                    </a:lnTo>
                    <a:lnTo>
                      <a:pt x="881" y="932"/>
                    </a:lnTo>
                    <a:lnTo>
                      <a:pt x="882" y="931"/>
                    </a:lnTo>
                    <a:lnTo>
                      <a:pt x="883" y="931"/>
                    </a:lnTo>
                    <a:lnTo>
                      <a:pt x="885" y="931"/>
                    </a:lnTo>
                    <a:lnTo>
                      <a:pt x="886" y="930"/>
                    </a:lnTo>
                    <a:lnTo>
                      <a:pt x="888" y="930"/>
                    </a:lnTo>
                    <a:lnTo>
                      <a:pt x="889" y="930"/>
                    </a:lnTo>
                    <a:lnTo>
                      <a:pt x="890" y="930"/>
                    </a:lnTo>
                    <a:lnTo>
                      <a:pt x="892" y="929"/>
                    </a:lnTo>
                    <a:lnTo>
                      <a:pt x="893" y="929"/>
                    </a:lnTo>
                    <a:lnTo>
                      <a:pt x="895" y="929"/>
                    </a:lnTo>
                    <a:lnTo>
                      <a:pt x="896" y="929"/>
                    </a:lnTo>
                    <a:lnTo>
                      <a:pt x="897" y="928"/>
                    </a:lnTo>
                    <a:lnTo>
                      <a:pt x="899" y="928"/>
                    </a:lnTo>
                    <a:lnTo>
                      <a:pt x="900" y="928"/>
                    </a:lnTo>
                    <a:lnTo>
                      <a:pt x="902" y="927"/>
                    </a:lnTo>
                    <a:lnTo>
                      <a:pt x="903" y="927"/>
                    </a:lnTo>
                    <a:lnTo>
                      <a:pt x="904" y="927"/>
                    </a:lnTo>
                    <a:lnTo>
                      <a:pt x="906" y="927"/>
                    </a:lnTo>
                    <a:lnTo>
                      <a:pt x="907" y="926"/>
                    </a:lnTo>
                    <a:lnTo>
                      <a:pt x="909" y="926"/>
                    </a:lnTo>
                    <a:lnTo>
                      <a:pt x="910" y="926"/>
                    </a:lnTo>
                    <a:lnTo>
                      <a:pt x="911" y="925"/>
                    </a:lnTo>
                    <a:lnTo>
                      <a:pt x="913" y="925"/>
                    </a:lnTo>
                    <a:lnTo>
                      <a:pt x="914" y="925"/>
                    </a:lnTo>
                    <a:lnTo>
                      <a:pt x="916" y="925"/>
                    </a:lnTo>
                    <a:lnTo>
                      <a:pt x="917" y="924"/>
                    </a:lnTo>
                    <a:lnTo>
                      <a:pt x="919" y="924"/>
                    </a:lnTo>
                    <a:lnTo>
                      <a:pt x="920" y="924"/>
                    </a:lnTo>
                    <a:lnTo>
                      <a:pt x="921" y="924"/>
                    </a:lnTo>
                    <a:lnTo>
                      <a:pt x="923" y="923"/>
                    </a:lnTo>
                    <a:lnTo>
                      <a:pt x="924" y="923"/>
                    </a:lnTo>
                    <a:lnTo>
                      <a:pt x="926" y="923"/>
                    </a:lnTo>
                    <a:lnTo>
                      <a:pt x="927" y="922"/>
                    </a:lnTo>
                    <a:lnTo>
                      <a:pt x="928" y="922"/>
                    </a:lnTo>
                    <a:lnTo>
                      <a:pt x="930" y="922"/>
                    </a:lnTo>
                    <a:lnTo>
                      <a:pt x="931" y="922"/>
                    </a:lnTo>
                    <a:lnTo>
                      <a:pt x="933" y="921"/>
                    </a:lnTo>
                    <a:lnTo>
                      <a:pt x="934" y="921"/>
                    </a:lnTo>
                    <a:lnTo>
                      <a:pt x="935" y="921"/>
                    </a:lnTo>
                    <a:lnTo>
                      <a:pt x="937" y="921"/>
                    </a:lnTo>
                    <a:lnTo>
                      <a:pt x="938" y="920"/>
                    </a:lnTo>
                    <a:lnTo>
                      <a:pt x="940" y="920"/>
                    </a:lnTo>
                    <a:lnTo>
                      <a:pt x="941" y="920"/>
                    </a:lnTo>
                    <a:lnTo>
                      <a:pt x="942" y="920"/>
                    </a:lnTo>
                    <a:lnTo>
                      <a:pt x="944" y="919"/>
                    </a:lnTo>
                    <a:lnTo>
                      <a:pt x="945" y="919"/>
                    </a:lnTo>
                    <a:lnTo>
                      <a:pt x="947" y="919"/>
                    </a:lnTo>
                    <a:lnTo>
                      <a:pt x="948" y="918"/>
                    </a:lnTo>
                    <a:lnTo>
                      <a:pt x="949" y="918"/>
                    </a:lnTo>
                    <a:lnTo>
                      <a:pt x="951" y="918"/>
                    </a:lnTo>
                    <a:lnTo>
                      <a:pt x="952" y="918"/>
                    </a:lnTo>
                    <a:lnTo>
                      <a:pt x="954" y="917"/>
                    </a:lnTo>
                    <a:lnTo>
                      <a:pt x="955" y="917"/>
                    </a:lnTo>
                    <a:lnTo>
                      <a:pt x="956" y="917"/>
                    </a:lnTo>
                    <a:lnTo>
                      <a:pt x="958" y="917"/>
                    </a:lnTo>
                    <a:lnTo>
                      <a:pt x="959" y="916"/>
                    </a:lnTo>
                    <a:lnTo>
                      <a:pt x="961" y="916"/>
                    </a:lnTo>
                    <a:lnTo>
                      <a:pt x="962" y="916"/>
                    </a:lnTo>
                    <a:lnTo>
                      <a:pt x="963" y="916"/>
                    </a:lnTo>
                    <a:lnTo>
                      <a:pt x="965" y="915"/>
                    </a:lnTo>
                    <a:lnTo>
                      <a:pt x="966" y="915"/>
                    </a:lnTo>
                    <a:lnTo>
                      <a:pt x="968" y="915"/>
                    </a:lnTo>
                    <a:lnTo>
                      <a:pt x="969" y="915"/>
                    </a:lnTo>
                    <a:lnTo>
                      <a:pt x="970" y="914"/>
                    </a:lnTo>
                    <a:lnTo>
                      <a:pt x="972" y="914"/>
                    </a:lnTo>
                    <a:lnTo>
                      <a:pt x="973" y="914"/>
                    </a:lnTo>
                    <a:lnTo>
                      <a:pt x="975" y="914"/>
                    </a:lnTo>
                    <a:lnTo>
                      <a:pt x="976" y="913"/>
                    </a:lnTo>
                    <a:lnTo>
                      <a:pt x="977" y="913"/>
                    </a:lnTo>
                    <a:lnTo>
                      <a:pt x="979" y="913"/>
                    </a:lnTo>
                    <a:lnTo>
                      <a:pt x="980" y="913"/>
                    </a:lnTo>
                    <a:lnTo>
                      <a:pt x="982" y="912"/>
                    </a:lnTo>
                    <a:lnTo>
                      <a:pt x="983" y="912"/>
                    </a:lnTo>
                    <a:lnTo>
                      <a:pt x="985" y="912"/>
                    </a:lnTo>
                    <a:lnTo>
                      <a:pt x="986" y="912"/>
                    </a:lnTo>
                    <a:lnTo>
                      <a:pt x="987" y="911"/>
                    </a:lnTo>
                    <a:lnTo>
                      <a:pt x="989" y="911"/>
                    </a:lnTo>
                    <a:lnTo>
                      <a:pt x="990" y="911"/>
                    </a:lnTo>
                    <a:lnTo>
                      <a:pt x="992" y="911"/>
                    </a:lnTo>
                    <a:lnTo>
                      <a:pt x="993" y="910"/>
                    </a:lnTo>
                    <a:lnTo>
                      <a:pt x="994" y="910"/>
                    </a:lnTo>
                    <a:lnTo>
                      <a:pt x="996" y="910"/>
                    </a:lnTo>
                    <a:lnTo>
                      <a:pt x="997" y="910"/>
                    </a:lnTo>
                    <a:lnTo>
                      <a:pt x="999" y="909"/>
                    </a:lnTo>
                    <a:lnTo>
                      <a:pt x="1000" y="909"/>
                    </a:lnTo>
                    <a:lnTo>
                      <a:pt x="1001" y="909"/>
                    </a:lnTo>
                    <a:lnTo>
                      <a:pt x="1003" y="909"/>
                    </a:lnTo>
                    <a:lnTo>
                      <a:pt x="1004" y="908"/>
                    </a:lnTo>
                    <a:lnTo>
                      <a:pt x="1006" y="908"/>
                    </a:lnTo>
                    <a:lnTo>
                      <a:pt x="1007" y="908"/>
                    </a:lnTo>
                    <a:lnTo>
                      <a:pt x="1008" y="908"/>
                    </a:lnTo>
                    <a:lnTo>
                      <a:pt x="1010" y="907"/>
                    </a:lnTo>
                    <a:lnTo>
                      <a:pt x="1011" y="907"/>
                    </a:lnTo>
                    <a:lnTo>
                      <a:pt x="1013" y="907"/>
                    </a:lnTo>
                    <a:lnTo>
                      <a:pt x="1014" y="907"/>
                    </a:lnTo>
                    <a:lnTo>
                      <a:pt x="1015" y="906"/>
                    </a:lnTo>
                    <a:lnTo>
                      <a:pt x="1017" y="906"/>
                    </a:lnTo>
                    <a:lnTo>
                      <a:pt x="1018" y="906"/>
                    </a:lnTo>
                    <a:lnTo>
                      <a:pt x="1020" y="906"/>
                    </a:lnTo>
                    <a:lnTo>
                      <a:pt x="1021" y="905"/>
                    </a:lnTo>
                    <a:lnTo>
                      <a:pt x="1022" y="905"/>
                    </a:lnTo>
                    <a:lnTo>
                      <a:pt x="1024" y="905"/>
                    </a:lnTo>
                    <a:lnTo>
                      <a:pt x="1025" y="905"/>
                    </a:lnTo>
                    <a:lnTo>
                      <a:pt x="1027" y="904"/>
                    </a:lnTo>
                    <a:lnTo>
                      <a:pt x="1028" y="904"/>
                    </a:lnTo>
                    <a:lnTo>
                      <a:pt x="1029" y="904"/>
                    </a:lnTo>
                    <a:lnTo>
                      <a:pt x="1031" y="904"/>
                    </a:lnTo>
                    <a:lnTo>
                      <a:pt x="1032" y="903"/>
                    </a:lnTo>
                    <a:lnTo>
                      <a:pt x="1034" y="903"/>
                    </a:lnTo>
                    <a:lnTo>
                      <a:pt x="1035" y="903"/>
                    </a:lnTo>
                    <a:lnTo>
                      <a:pt x="1036" y="903"/>
                    </a:lnTo>
                    <a:lnTo>
                      <a:pt x="1038" y="903"/>
                    </a:lnTo>
                    <a:lnTo>
                      <a:pt x="1039" y="902"/>
                    </a:lnTo>
                    <a:lnTo>
                      <a:pt x="1041" y="902"/>
                    </a:lnTo>
                    <a:lnTo>
                      <a:pt x="1042" y="902"/>
                    </a:lnTo>
                    <a:lnTo>
                      <a:pt x="1043" y="902"/>
                    </a:lnTo>
                    <a:lnTo>
                      <a:pt x="1045" y="901"/>
                    </a:lnTo>
                    <a:lnTo>
                      <a:pt x="1046" y="901"/>
                    </a:lnTo>
                    <a:lnTo>
                      <a:pt x="1048" y="901"/>
                    </a:lnTo>
                    <a:lnTo>
                      <a:pt x="1049" y="901"/>
                    </a:lnTo>
                    <a:lnTo>
                      <a:pt x="1051" y="900"/>
                    </a:lnTo>
                    <a:lnTo>
                      <a:pt x="1052" y="900"/>
                    </a:lnTo>
                    <a:lnTo>
                      <a:pt x="1053" y="900"/>
                    </a:lnTo>
                    <a:lnTo>
                      <a:pt x="1055" y="900"/>
                    </a:lnTo>
                    <a:lnTo>
                      <a:pt x="1056" y="899"/>
                    </a:lnTo>
                    <a:lnTo>
                      <a:pt x="1058" y="899"/>
                    </a:lnTo>
                    <a:lnTo>
                      <a:pt x="1059" y="899"/>
                    </a:lnTo>
                    <a:lnTo>
                      <a:pt x="1060" y="899"/>
                    </a:lnTo>
                    <a:lnTo>
                      <a:pt x="1062" y="898"/>
                    </a:lnTo>
                    <a:lnTo>
                      <a:pt x="1063" y="898"/>
                    </a:lnTo>
                    <a:lnTo>
                      <a:pt x="1065" y="898"/>
                    </a:lnTo>
                    <a:lnTo>
                      <a:pt x="1066" y="898"/>
                    </a:lnTo>
                    <a:lnTo>
                      <a:pt x="1067" y="897"/>
                    </a:lnTo>
                    <a:lnTo>
                      <a:pt x="1069" y="897"/>
                    </a:lnTo>
                    <a:lnTo>
                      <a:pt x="1070" y="897"/>
                    </a:lnTo>
                    <a:lnTo>
                      <a:pt x="1072" y="897"/>
                    </a:lnTo>
                    <a:lnTo>
                      <a:pt x="1073" y="897"/>
                    </a:lnTo>
                    <a:lnTo>
                      <a:pt x="1074" y="896"/>
                    </a:lnTo>
                    <a:lnTo>
                      <a:pt x="1076" y="896"/>
                    </a:lnTo>
                    <a:lnTo>
                      <a:pt x="1077" y="896"/>
                    </a:lnTo>
                    <a:lnTo>
                      <a:pt x="1079" y="896"/>
                    </a:lnTo>
                    <a:lnTo>
                      <a:pt x="1080" y="895"/>
                    </a:lnTo>
                    <a:lnTo>
                      <a:pt x="1081" y="895"/>
                    </a:lnTo>
                    <a:lnTo>
                      <a:pt x="1083" y="895"/>
                    </a:lnTo>
                    <a:lnTo>
                      <a:pt x="1084" y="895"/>
                    </a:lnTo>
                    <a:lnTo>
                      <a:pt x="1086" y="894"/>
                    </a:lnTo>
                    <a:lnTo>
                      <a:pt x="1087" y="894"/>
                    </a:lnTo>
                    <a:lnTo>
                      <a:pt x="1088" y="894"/>
                    </a:lnTo>
                    <a:lnTo>
                      <a:pt x="1090" y="894"/>
                    </a:lnTo>
                    <a:lnTo>
                      <a:pt x="1091" y="893"/>
                    </a:lnTo>
                    <a:lnTo>
                      <a:pt x="1093" y="893"/>
                    </a:lnTo>
                    <a:lnTo>
                      <a:pt x="1094" y="893"/>
                    </a:lnTo>
                    <a:lnTo>
                      <a:pt x="1095" y="893"/>
                    </a:lnTo>
                    <a:lnTo>
                      <a:pt x="1097" y="893"/>
                    </a:lnTo>
                    <a:lnTo>
                      <a:pt x="1098" y="892"/>
                    </a:lnTo>
                    <a:lnTo>
                      <a:pt x="1100" y="892"/>
                    </a:lnTo>
                    <a:lnTo>
                      <a:pt x="1101" y="892"/>
                    </a:lnTo>
                    <a:lnTo>
                      <a:pt x="1102" y="892"/>
                    </a:lnTo>
                    <a:lnTo>
                      <a:pt x="1104" y="891"/>
                    </a:lnTo>
                    <a:lnTo>
                      <a:pt x="1105" y="891"/>
                    </a:lnTo>
                    <a:lnTo>
                      <a:pt x="1107" y="891"/>
                    </a:lnTo>
                    <a:lnTo>
                      <a:pt x="1108" y="891"/>
                    </a:lnTo>
                    <a:lnTo>
                      <a:pt x="1110" y="891"/>
                    </a:lnTo>
                    <a:lnTo>
                      <a:pt x="1111" y="890"/>
                    </a:lnTo>
                    <a:lnTo>
                      <a:pt x="1112" y="890"/>
                    </a:lnTo>
                    <a:lnTo>
                      <a:pt x="1114" y="890"/>
                    </a:lnTo>
                    <a:lnTo>
                      <a:pt x="1115" y="890"/>
                    </a:lnTo>
                    <a:lnTo>
                      <a:pt x="1117" y="889"/>
                    </a:lnTo>
                    <a:lnTo>
                      <a:pt x="1118" y="889"/>
                    </a:lnTo>
                    <a:lnTo>
                      <a:pt x="1119" y="889"/>
                    </a:lnTo>
                    <a:lnTo>
                      <a:pt x="1121" y="889"/>
                    </a:lnTo>
                    <a:lnTo>
                      <a:pt x="1122" y="888"/>
                    </a:lnTo>
                    <a:lnTo>
                      <a:pt x="1124" y="888"/>
                    </a:lnTo>
                    <a:lnTo>
                      <a:pt x="1125" y="888"/>
                    </a:lnTo>
                    <a:lnTo>
                      <a:pt x="1126" y="888"/>
                    </a:lnTo>
                    <a:lnTo>
                      <a:pt x="1128" y="888"/>
                    </a:lnTo>
                    <a:lnTo>
                      <a:pt x="1129" y="887"/>
                    </a:lnTo>
                    <a:lnTo>
                      <a:pt x="1131" y="887"/>
                    </a:lnTo>
                    <a:lnTo>
                      <a:pt x="1132" y="887"/>
                    </a:lnTo>
                    <a:lnTo>
                      <a:pt x="1133" y="887"/>
                    </a:lnTo>
                    <a:lnTo>
                      <a:pt x="1135" y="887"/>
                    </a:lnTo>
                    <a:lnTo>
                      <a:pt x="1136" y="886"/>
                    </a:lnTo>
                    <a:lnTo>
                      <a:pt x="1138" y="886"/>
                    </a:lnTo>
                    <a:lnTo>
                      <a:pt x="1139" y="886"/>
                    </a:lnTo>
                    <a:lnTo>
                      <a:pt x="1140" y="886"/>
                    </a:lnTo>
                    <a:lnTo>
                      <a:pt x="1142" y="885"/>
                    </a:lnTo>
                    <a:lnTo>
                      <a:pt x="1143" y="885"/>
                    </a:lnTo>
                    <a:lnTo>
                      <a:pt x="1145" y="885"/>
                    </a:lnTo>
                    <a:lnTo>
                      <a:pt x="1146" y="885"/>
                    </a:lnTo>
                    <a:lnTo>
                      <a:pt x="1147" y="885"/>
                    </a:lnTo>
                    <a:lnTo>
                      <a:pt x="1149" y="884"/>
                    </a:lnTo>
                    <a:lnTo>
                      <a:pt x="1150" y="884"/>
                    </a:lnTo>
                    <a:lnTo>
                      <a:pt x="1152" y="884"/>
                    </a:lnTo>
                    <a:lnTo>
                      <a:pt x="1153" y="884"/>
                    </a:lnTo>
                    <a:lnTo>
                      <a:pt x="1154" y="883"/>
                    </a:lnTo>
                    <a:lnTo>
                      <a:pt x="1156" y="883"/>
                    </a:lnTo>
                    <a:lnTo>
                      <a:pt x="1157" y="883"/>
                    </a:lnTo>
                    <a:lnTo>
                      <a:pt x="1159" y="883"/>
                    </a:lnTo>
                    <a:lnTo>
                      <a:pt x="1160" y="883"/>
                    </a:lnTo>
                    <a:lnTo>
                      <a:pt x="1161" y="882"/>
                    </a:lnTo>
                    <a:lnTo>
                      <a:pt x="1163" y="882"/>
                    </a:lnTo>
                    <a:lnTo>
                      <a:pt x="1164" y="882"/>
                    </a:lnTo>
                    <a:lnTo>
                      <a:pt x="1166" y="882"/>
                    </a:lnTo>
                    <a:lnTo>
                      <a:pt x="1167" y="881"/>
                    </a:lnTo>
                    <a:lnTo>
                      <a:pt x="1168" y="881"/>
                    </a:lnTo>
                    <a:lnTo>
                      <a:pt x="1170" y="881"/>
                    </a:lnTo>
                    <a:lnTo>
                      <a:pt x="1171" y="881"/>
                    </a:lnTo>
                    <a:lnTo>
                      <a:pt x="1173" y="881"/>
                    </a:lnTo>
                    <a:lnTo>
                      <a:pt x="1174" y="880"/>
                    </a:lnTo>
                    <a:lnTo>
                      <a:pt x="1176" y="880"/>
                    </a:lnTo>
                    <a:lnTo>
                      <a:pt x="1177" y="880"/>
                    </a:lnTo>
                    <a:lnTo>
                      <a:pt x="1178" y="880"/>
                    </a:lnTo>
                    <a:lnTo>
                      <a:pt x="1180" y="880"/>
                    </a:lnTo>
                    <a:lnTo>
                      <a:pt x="1181" y="879"/>
                    </a:lnTo>
                    <a:lnTo>
                      <a:pt x="1183" y="879"/>
                    </a:lnTo>
                    <a:lnTo>
                      <a:pt x="1184" y="879"/>
                    </a:lnTo>
                    <a:lnTo>
                      <a:pt x="1185" y="879"/>
                    </a:lnTo>
                    <a:lnTo>
                      <a:pt x="1187" y="879"/>
                    </a:lnTo>
                    <a:lnTo>
                      <a:pt x="1188" y="878"/>
                    </a:lnTo>
                    <a:lnTo>
                      <a:pt x="1190" y="878"/>
                    </a:lnTo>
                    <a:lnTo>
                      <a:pt x="1191" y="878"/>
                    </a:lnTo>
                    <a:lnTo>
                      <a:pt x="1192" y="878"/>
                    </a:lnTo>
                    <a:lnTo>
                      <a:pt x="1194" y="877"/>
                    </a:lnTo>
                    <a:lnTo>
                      <a:pt x="1195" y="877"/>
                    </a:lnTo>
                    <a:lnTo>
                      <a:pt x="1197" y="877"/>
                    </a:lnTo>
                    <a:lnTo>
                      <a:pt x="1198" y="877"/>
                    </a:lnTo>
                    <a:lnTo>
                      <a:pt x="1199" y="877"/>
                    </a:lnTo>
                    <a:lnTo>
                      <a:pt x="1201" y="876"/>
                    </a:lnTo>
                    <a:lnTo>
                      <a:pt x="1202" y="876"/>
                    </a:lnTo>
                    <a:lnTo>
                      <a:pt x="1204" y="876"/>
                    </a:lnTo>
                    <a:lnTo>
                      <a:pt x="1205" y="876"/>
                    </a:lnTo>
                    <a:lnTo>
                      <a:pt x="1206" y="875"/>
                    </a:lnTo>
                    <a:lnTo>
                      <a:pt x="1208" y="875"/>
                    </a:lnTo>
                    <a:lnTo>
                      <a:pt x="1209" y="875"/>
                    </a:lnTo>
                    <a:lnTo>
                      <a:pt x="1211" y="875"/>
                    </a:lnTo>
                    <a:lnTo>
                      <a:pt x="1212" y="875"/>
                    </a:lnTo>
                    <a:lnTo>
                      <a:pt x="1213" y="874"/>
                    </a:lnTo>
                    <a:lnTo>
                      <a:pt x="1215" y="874"/>
                    </a:lnTo>
                    <a:lnTo>
                      <a:pt x="1216" y="874"/>
                    </a:lnTo>
                    <a:lnTo>
                      <a:pt x="1218" y="874"/>
                    </a:lnTo>
                    <a:lnTo>
                      <a:pt x="1219" y="874"/>
                    </a:lnTo>
                    <a:lnTo>
                      <a:pt x="1220" y="873"/>
                    </a:lnTo>
                    <a:lnTo>
                      <a:pt x="1222" y="873"/>
                    </a:lnTo>
                    <a:lnTo>
                      <a:pt x="1223" y="873"/>
                    </a:lnTo>
                    <a:lnTo>
                      <a:pt x="1225" y="873"/>
                    </a:lnTo>
                    <a:lnTo>
                      <a:pt x="1226" y="873"/>
                    </a:lnTo>
                    <a:lnTo>
                      <a:pt x="1227" y="872"/>
                    </a:lnTo>
                    <a:lnTo>
                      <a:pt x="1229" y="872"/>
                    </a:lnTo>
                    <a:lnTo>
                      <a:pt x="1230" y="872"/>
                    </a:lnTo>
                    <a:lnTo>
                      <a:pt x="1232" y="872"/>
                    </a:lnTo>
                    <a:lnTo>
                      <a:pt x="1233" y="872"/>
                    </a:lnTo>
                    <a:lnTo>
                      <a:pt x="1235" y="871"/>
                    </a:lnTo>
                    <a:lnTo>
                      <a:pt x="1236" y="871"/>
                    </a:lnTo>
                    <a:lnTo>
                      <a:pt x="1237" y="871"/>
                    </a:lnTo>
                    <a:lnTo>
                      <a:pt x="1239" y="871"/>
                    </a:lnTo>
                    <a:lnTo>
                      <a:pt x="1240" y="871"/>
                    </a:lnTo>
                    <a:lnTo>
                      <a:pt x="1242" y="870"/>
                    </a:lnTo>
                    <a:lnTo>
                      <a:pt x="1243" y="870"/>
                    </a:lnTo>
                    <a:lnTo>
                      <a:pt x="1244" y="870"/>
                    </a:lnTo>
                    <a:lnTo>
                      <a:pt x="1246" y="870"/>
                    </a:lnTo>
                    <a:lnTo>
                      <a:pt x="1247" y="869"/>
                    </a:lnTo>
                    <a:lnTo>
                      <a:pt x="1249" y="869"/>
                    </a:lnTo>
                    <a:lnTo>
                      <a:pt x="1250" y="869"/>
                    </a:lnTo>
                    <a:lnTo>
                      <a:pt x="1251" y="869"/>
                    </a:lnTo>
                    <a:lnTo>
                      <a:pt x="1253" y="869"/>
                    </a:lnTo>
                    <a:lnTo>
                      <a:pt x="1254" y="868"/>
                    </a:lnTo>
                    <a:lnTo>
                      <a:pt x="1256" y="868"/>
                    </a:lnTo>
                    <a:lnTo>
                      <a:pt x="1257" y="868"/>
                    </a:lnTo>
                    <a:lnTo>
                      <a:pt x="1258" y="868"/>
                    </a:lnTo>
                    <a:lnTo>
                      <a:pt x="1260" y="868"/>
                    </a:lnTo>
                    <a:lnTo>
                      <a:pt x="1261" y="867"/>
                    </a:lnTo>
                    <a:lnTo>
                      <a:pt x="1263" y="867"/>
                    </a:lnTo>
                    <a:lnTo>
                      <a:pt x="1264" y="867"/>
                    </a:lnTo>
                    <a:lnTo>
                      <a:pt x="1265" y="867"/>
                    </a:lnTo>
                    <a:lnTo>
                      <a:pt x="1267" y="867"/>
                    </a:lnTo>
                    <a:lnTo>
                      <a:pt x="1268" y="866"/>
                    </a:lnTo>
                    <a:lnTo>
                      <a:pt x="1270" y="866"/>
                    </a:lnTo>
                    <a:lnTo>
                      <a:pt x="1271" y="866"/>
                    </a:lnTo>
                    <a:lnTo>
                      <a:pt x="1272" y="866"/>
                    </a:lnTo>
                    <a:lnTo>
                      <a:pt x="1274" y="866"/>
                    </a:lnTo>
                    <a:lnTo>
                      <a:pt x="1275" y="865"/>
                    </a:lnTo>
                    <a:lnTo>
                      <a:pt x="1277" y="865"/>
                    </a:lnTo>
                    <a:lnTo>
                      <a:pt x="1278" y="865"/>
                    </a:lnTo>
                    <a:lnTo>
                      <a:pt x="1279" y="865"/>
                    </a:lnTo>
                    <a:lnTo>
                      <a:pt x="1281" y="865"/>
                    </a:lnTo>
                    <a:lnTo>
                      <a:pt x="1282" y="864"/>
                    </a:lnTo>
                    <a:lnTo>
                      <a:pt x="1284" y="864"/>
                    </a:lnTo>
                    <a:lnTo>
                      <a:pt x="1285" y="864"/>
                    </a:lnTo>
                    <a:lnTo>
                      <a:pt x="1286" y="864"/>
                    </a:lnTo>
                    <a:lnTo>
                      <a:pt x="1288" y="864"/>
                    </a:lnTo>
                    <a:lnTo>
                      <a:pt x="1289" y="863"/>
                    </a:lnTo>
                    <a:lnTo>
                      <a:pt x="1291" y="863"/>
                    </a:lnTo>
                    <a:lnTo>
                      <a:pt x="1292" y="863"/>
                    </a:lnTo>
                    <a:lnTo>
                      <a:pt x="1293" y="863"/>
                    </a:lnTo>
                    <a:lnTo>
                      <a:pt x="1295" y="863"/>
                    </a:lnTo>
                    <a:lnTo>
                      <a:pt x="1296" y="862"/>
                    </a:lnTo>
                    <a:lnTo>
                      <a:pt x="1298" y="862"/>
                    </a:lnTo>
                    <a:lnTo>
                      <a:pt x="1299" y="862"/>
                    </a:lnTo>
                    <a:lnTo>
                      <a:pt x="1301" y="862"/>
                    </a:lnTo>
                    <a:lnTo>
                      <a:pt x="1302" y="862"/>
                    </a:lnTo>
                    <a:lnTo>
                      <a:pt x="1303" y="861"/>
                    </a:lnTo>
                    <a:lnTo>
                      <a:pt x="1305" y="861"/>
                    </a:lnTo>
                    <a:lnTo>
                      <a:pt x="1306" y="861"/>
                    </a:lnTo>
                    <a:lnTo>
                      <a:pt x="1308" y="861"/>
                    </a:lnTo>
                    <a:lnTo>
                      <a:pt x="1309" y="861"/>
                    </a:lnTo>
                    <a:lnTo>
                      <a:pt x="1310" y="860"/>
                    </a:lnTo>
                    <a:lnTo>
                      <a:pt x="1312" y="860"/>
                    </a:lnTo>
                    <a:lnTo>
                      <a:pt x="1313" y="860"/>
                    </a:lnTo>
                    <a:lnTo>
                      <a:pt x="1315" y="860"/>
                    </a:lnTo>
                    <a:lnTo>
                      <a:pt x="1316" y="860"/>
                    </a:lnTo>
                    <a:lnTo>
                      <a:pt x="1317" y="859"/>
                    </a:lnTo>
                    <a:lnTo>
                      <a:pt x="1319" y="859"/>
                    </a:lnTo>
                    <a:lnTo>
                      <a:pt x="1320" y="859"/>
                    </a:lnTo>
                    <a:lnTo>
                      <a:pt x="1322" y="859"/>
                    </a:lnTo>
                    <a:lnTo>
                      <a:pt x="1323" y="859"/>
                    </a:lnTo>
                    <a:lnTo>
                      <a:pt x="1324" y="858"/>
                    </a:lnTo>
                    <a:lnTo>
                      <a:pt x="1326" y="858"/>
                    </a:lnTo>
                    <a:lnTo>
                      <a:pt x="1327" y="858"/>
                    </a:lnTo>
                    <a:lnTo>
                      <a:pt x="1329" y="858"/>
                    </a:lnTo>
                    <a:lnTo>
                      <a:pt x="1330" y="858"/>
                    </a:lnTo>
                    <a:lnTo>
                      <a:pt x="1331" y="857"/>
                    </a:lnTo>
                    <a:lnTo>
                      <a:pt x="1333" y="857"/>
                    </a:lnTo>
                    <a:lnTo>
                      <a:pt x="1334" y="857"/>
                    </a:lnTo>
                    <a:lnTo>
                      <a:pt x="1336" y="857"/>
                    </a:lnTo>
                    <a:lnTo>
                      <a:pt x="1337" y="857"/>
                    </a:lnTo>
                    <a:lnTo>
                      <a:pt x="1338" y="857"/>
                    </a:lnTo>
                    <a:lnTo>
                      <a:pt x="1340" y="856"/>
                    </a:lnTo>
                    <a:lnTo>
                      <a:pt x="1341" y="856"/>
                    </a:lnTo>
                    <a:lnTo>
                      <a:pt x="1343" y="856"/>
                    </a:lnTo>
                    <a:lnTo>
                      <a:pt x="1344" y="856"/>
                    </a:lnTo>
                    <a:lnTo>
                      <a:pt x="1345" y="856"/>
                    </a:lnTo>
                    <a:lnTo>
                      <a:pt x="1347" y="855"/>
                    </a:lnTo>
                    <a:lnTo>
                      <a:pt x="1348" y="855"/>
                    </a:lnTo>
                    <a:lnTo>
                      <a:pt x="1350" y="855"/>
                    </a:lnTo>
                    <a:lnTo>
                      <a:pt x="1351" y="855"/>
                    </a:lnTo>
                    <a:lnTo>
                      <a:pt x="1352" y="855"/>
                    </a:lnTo>
                    <a:lnTo>
                      <a:pt x="1354" y="854"/>
                    </a:lnTo>
                    <a:lnTo>
                      <a:pt x="1355" y="854"/>
                    </a:lnTo>
                    <a:lnTo>
                      <a:pt x="1357" y="854"/>
                    </a:lnTo>
                    <a:lnTo>
                      <a:pt x="1358" y="854"/>
                    </a:lnTo>
                    <a:lnTo>
                      <a:pt x="1359" y="854"/>
                    </a:lnTo>
                    <a:lnTo>
                      <a:pt x="1361" y="854"/>
                    </a:lnTo>
                    <a:lnTo>
                      <a:pt x="1362" y="853"/>
                    </a:lnTo>
                    <a:lnTo>
                      <a:pt x="1364" y="853"/>
                    </a:lnTo>
                    <a:lnTo>
                      <a:pt x="1365" y="853"/>
                    </a:lnTo>
                    <a:lnTo>
                      <a:pt x="1367" y="853"/>
                    </a:lnTo>
                    <a:lnTo>
                      <a:pt x="1368" y="853"/>
                    </a:lnTo>
                    <a:lnTo>
                      <a:pt x="1369" y="852"/>
                    </a:lnTo>
                    <a:lnTo>
                      <a:pt x="1371" y="852"/>
                    </a:lnTo>
                    <a:lnTo>
                      <a:pt x="1372" y="852"/>
                    </a:lnTo>
                    <a:lnTo>
                      <a:pt x="1374" y="852"/>
                    </a:lnTo>
                    <a:lnTo>
                      <a:pt x="1375" y="852"/>
                    </a:lnTo>
                    <a:lnTo>
                      <a:pt x="1376" y="851"/>
                    </a:lnTo>
                    <a:lnTo>
                      <a:pt x="1378" y="851"/>
                    </a:lnTo>
                    <a:lnTo>
                      <a:pt x="1379" y="851"/>
                    </a:lnTo>
                    <a:lnTo>
                      <a:pt x="1381" y="851"/>
                    </a:lnTo>
                    <a:lnTo>
                      <a:pt x="1382" y="851"/>
                    </a:lnTo>
                    <a:lnTo>
                      <a:pt x="1383" y="850"/>
                    </a:lnTo>
                    <a:lnTo>
                      <a:pt x="1385" y="850"/>
                    </a:lnTo>
                    <a:lnTo>
                      <a:pt x="1386" y="850"/>
                    </a:lnTo>
                    <a:lnTo>
                      <a:pt x="1388" y="850"/>
                    </a:lnTo>
                    <a:lnTo>
                      <a:pt x="1389" y="850"/>
                    </a:lnTo>
                    <a:lnTo>
                      <a:pt x="1390" y="849"/>
                    </a:lnTo>
                    <a:lnTo>
                      <a:pt x="1392" y="849"/>
                    </a:lnTo>
                    <a:lnTo>
                      <a:pt x="1393" y="849"/>
                    </a:lnTo>
                    <a:lnTo>
                      <a:pt x="1395" y="849"/>
                    </a:lnTo>
                    <a:lnTo>
                      <a:pt x="1396" y="849"/>
                    </a:lnTo>
                    <a:lnTo>
                      <a:pt x="1397" y="848"/>
                    </a:lnTo>
                    <a:lnTo>
                      <a:pt x="1399" y="848"/>
                    </a:lnTo>
                    <a:lnTo>
                      <a:pt x="1400" y="848"/>
                    </a:lnTo>
                    <a:lnTo>
                      <a:pt x="1402" y="848"/>
                    </a:lnTo>
                    <a:lnTo>
                      <a:pt x="1403" y="848"/>
                    </a:lnTo>
                    <a:lnTo>
                      <a:pt x="1404" y="848"/>
                    </a:lnTo>
                    <a:lnTo>
                      <a:pt x="1406" y="847"/>
                    </a:lnTo>
                    <a:lnTo>
                      <a:pt x="1407" y="847"/>
                    </a:lnTo>
                    <a:lnTo>
                      <a:pt x="1409" y="847"/>
                    </a:lnTo>
                    <a:lnTo>
                      <a:pt x="1410" y="847"/>
                    </a:lnTo>
                    <a:lnTo>
                      <a:pt x="1411" y="847"/>
                    </a:lnTo>
                    <a:lnTo>
                      <a:pt x="1413" y="847"/>
                    </a:lnTo>
                    <a:lnTo>
                      <a:pt x="1414" y="846"/>
                    </a:lnTo>
                    <a:lnTo>
                      <a:pt x="1416" y="846"/>
                    </a:lnTo>
                    <a:lnTo>
                      <a:pt x="1417" y="846"/>
                    </a:lnTo>
                    <a:lnTo>
                      <a:pt x="1418" y="846"/>
                    </a:lnTo>
                    <a:lnTo>
                      <a:pt x="1420" y="846"/>
                    </a:lnTo>
                    <a:lnTo>
                      <a:pt x="1421" y="845"/>
                    </a:lnTo>
                    <a:lnTo>
                      <a:pt x="1423" y="845"/>
                    </a:lnTo>
                    <a:lnTo>
                      <a:pt x="1424" y="845"/>
                    </a:lnTo>
                    <a:lnTo>
                      <a:pt x="1426" y="845"/>
                    </a:lnTo>
                    <a:lnTo>
                      <a:pt x="1427" y="845"/>
                    </a:lnTo>
                    <a:lnTo>
                      <a:pt x="1428" y="845"/>
                    </a:lnTo>
                    <a:lnTo>
                      <a:pt x="1430" y="844"/>
                    </a:lnTo>
                    <a:lnTo>
                      <a:pt x="1431" y="844"/>
                    </a:lnTo>
                    <a:lnTo>
                      <a:pt x="1433" y="844"/>
                    </a:lnTo>
                    <a:lnTo>
                      <a:pt x="1434" y="844"/>
                    </a:lnTo>
                    <a:lnTo>
                      <a:pt x="1435" y="844"/>
                    </a:lnTo>
                    <a:lnTo>
                      <a:pt x="1437" y="843"/>
                    </a:lnTo>
                    <a:lnTo>
                      <a:pt x="1438" y="843"/>
                    </a:lnTo>
                    <a:lnTo>
                      <a:pt x="1440" y="843"/>
                    </a:lnTo>
                    <a:lnTo>
                      <a:pt x="1441" y="843"/>
                    </a:lnTo>
                    <a:lnTo>
                      <a:pt x="1442" y="843"/>
                    </a:lnTo>
                    <a:lnTo>
                      <a:pt x="1444" y="843"/>
                    </a:lnTo>
                    <a:lnTo>
                      <a:pt x="1445" y="842"/>
                    </a:lnTo>
                    <a:lnTo>
                      <a:pt x="1447" y="842"/>
                    </a:lnTo>
                    <a:lnTo>
                      <a:pt x="1448" y="842"/>
                    </a:lnTo>
                    <a:lnTo>
                      <a:pt x="1449" y="842"/>
                    </a:lnTo>
                    <a:lnTo>
                      <a:pt x="1451" y="842"/>
                    </a:lnTo>
                    <a:lnTo>
                      <a:pt x="1452" y="841"/>
                    </a:lnTo>
                    <a:lnTo>
                      <a:pt x="1454" y="841"/>
                    </a:lnTo>
                    <a:lnTo>
                      <a:pt x="1455" y="841"/>
                    </a:lnTo>
                    <a:lnTo>
                      <a:pt x="1456" y="841"/>
                    </a:lnTo>
                    <a:lnTo>
                      <a:pt x="1458" y="841"/>
                    </a:lnTo>
                    <a:lnTo>
                      <a:pt x="1459" y="840"/>
                    </a:lnTo>
                    <a:lnTo>
                      <a:pt x="1461" y="840"/>
                    </a:lnTo>
                    <a:lnTo>
                      <a:pt x="1462" y="840"/>
                    </a:lnTo>
                    <a:lnTo>
                      <a:pt x="1463" y="840"/>
                    </a:lnTo>
                    <a:lnTo>
                      <a:pt x="1465" y="840"/>
                    </a:lnTo>
                    <a:lnTo>
                      <a:pt x="1466" y="840"/>
                    </a:lnTo>
                    <a:lnTo>
                      <a:pt x="1468" y="839"/>
                    </a:lnTo>
                    <a:lnTo>
                      <a:pt x="1469" y="839"/>
                    </a:lnTo>
                    <a:lnTo>
                      <a:pt x="1470" y="839"/>
                    </a:lnTo>
                    <a:lnTo>
                      <a:pt x="1472" y="839"/>
                    </a:lnTo>
                    <a:lnTo>
                      <a:pt x="1473" y="839"/>
                    </a:lnTo>
                    <a:lnTo>
                      <a:pt x="1475" y="838"/>
                    </a:lnTo>
                    <a:lnTo>
                      <a:pt x="1476" y="838"/>
                    </a:lnTo>
                    <a:lnTo>
                      <a:pt x="1477" y="838"/>
                    </a:lnTo>
                    <a:lnTo>
                      <a:pt x="1479" y="838"/>
                    </a:lnTo>
                    <a:lnTo>
                      <a:pt x="1480" y="838"/>
                    </a:lnTo>
                    <a:lnTo>
                      <a:pt x="1482" y="838"/>
                    </a:lnTo>
                    <a:lnTo>
                      <a:pt x="1483" y="837"/>
                    </a:lnTo>
                    <a:lnTo>
                      <a:pt x="1484" y="837"/>
                    </a:lnTo>
                    <a:lnTo>
                      <a:pt x="1486" y="837"/>
                    </a:lnTo>
                    <a:lnTo>
                      <a:pt x="1487" y="837"/>
                    </a:lnTo>
                    <a:lnTo>
                      <a:pt x="1489" y="837"/>
                    </a:lnTo>
                    <a:lnTo>
                      <a:pt x="1490" y="836"/>
                    </a:lnTo>
                    <a:lnTo>
                      <a:pt x="1492" y="836"/>
                    </a:lnTo>
                    <a:lnTo>
                      <a:pt x="1493" y="836"/>
                    </a:lnTo>
                    <a:lnTo>
                      <a:pt x="1494" y="836"/>
                    </a:lnTo>
                    <a:lnTo>
                      <a:pt x="1496" y="836"/>
                    </a:lnTo>
                    <a:lnTo>
                      <a:pt x="1497" y="836"/>
                    </a:lnTo>
                    <a:lnTo>
                      <a:pt x="1499" y="835"/>
                    </a:lnTo>
                    <a:lnTo>
                      <a:pt x="1500" y="835"/>
                    </a:lnTo>
                    <a:lnTo>
                      <a:pt x="1501" y="835"/>
                    </a:lnTo>
                    <a:lnTo>
                      <a:pt x="1503" y="835"/>
                    </a:lnTo>
                    <a:lnTo>
                      <a:pt x="1504" y="835"/>
                    </a:lnTo>
                    <a:lnTo>
                      <a:pt x="1506" y="834"/>
                    </a:lnTo>
                    <a:lnTo>
                      <a:pt x="1507" y="834"/>
                    </a:lnTo>
                    <a:lnTo>
                      <a:pt x="1508" y="834"/>
                    </a:lnTo>
                    <a:lnTo>
                      <a:pt x="1510" y="834"/>
                    </a:lnTo>
                    <a:lnTo>
                      <a:pt x="1511" y="834"/>
                    </a:lnTo>
                    <a:lnTo>
                      <a:pt x="1513" y="834"/>
                    </a:lnTo>
                    <a:lnTo>
                      <a:pt x="1514" y="833"/>
                    </a:lnTo>
                    <a:lnTo>
                      <a:pt x="1515" y="833"/>
                    </a:lnTo>
                    <a:lnTo>
                      <a:pt x="1517" y="833"/>
                    </a:lnTo>
                    <a:lnTo>
                      <a:pt x="1518" y="833"/>
                    </a:lnTo>
                    <a:lnTo>
                      <a:pt x="1520" y="833"/>
                    </a:lnTo>
                    <a:lnTo>
                      <a:pt x="1521" y="833"/>
                    </a:lnTo>
                    <a:lnTo>
                      <a:pt x="1522" y="832"/>
                    </a:lnTo>
                    <a:lnTo>
                      <a:pt x="1524" y="832"/>
                    </a:lnTo>
                    <a:lnTo>
                      <a:pt x="1525" y="832"/>
                    </a:lnTo>
                    <a:lnTo>
                      <a:pt x="1527" y="832"/>
                    </a:lnTo>
                    <a:lnTo>
                      <a:pt x="1528" y="832"/>
                    </a:lnTo>
                    <a:lnTo>
                      <a:pt x="1529" y="832"/>
                    </a:lnTo>
                    <a:lnTo>
                      <a:pt x="1531" y="831"/>
                    </a:lnTo>
                    <a:lnTo>
                      <a:pt x="1532" y="831"/>
                    </a:lnTo>
                    <a:lnTo>
                      <a:pt x="1534" y="831"/>
                    </a:lnTo>
                    <a:lnTo>
                      <a:pt x="1535" y="831"/>
                    </a:lnTo>
                    <a:lnTo>
                      <a:pt x="1536" y="831"/>
                    </a:lnTo>
                    <a:lnTo>
                      <a:pt x="1538" y="830"/>
                    </a:lnTo>
                    <a:lnTo>
                      <a:pt x="1539" y="830"/>
                    </a:lnTo>
                    <a:lnTo>
                      <a:pt x="1541" y="830"/>
                    </a:lnTo>
                    <a:lnTo>
                      <a:pt x="1542" y="830"/>
                    </a:lnTo>
                    <a:lnTo>
                      <a:pt x="1543" y="830"/>
                    </a:lnTo>
                    <a:lnTo>
                      <a:pt x="1545" y="830"/>
                    </a:lnTo>
                    <a:lnTo>
                      <a:pt x="1546" y="829"/>
                    </a:lnTo>
                    <a:lnTo>
                      <a:pt x="1548" y="829"/>
                    </a:lnTo>
                    <a:lnTo>
                      <a:pt x="1549" y="829"/>
                    </a:lnTo>
                    <a:lnTo>
                      <a:pt x="1550" y="829"/>
                    </a:lnTo>
                    <a:lnTo>
                      <a:pt x="1552" y="829"/>
                    </a:lnTo>
                    <a:lnTo>
                      <a:pt x="1553" y="829"/>
                    </a:lnTo>
                    <a:lnTo>
                      <a:pt x="1555" y="828"/>
                    </a:lnTo>
                    <a:lnTo>
                      <a:pt x="1556" y="828"/>
                    </a:lnTo>
                    <a:lnTo>
                      <a:pt x="1558" y="828"/>
                    </a:lnTo>
                    <a:lnTo>
                      <a:pt x="1559" y="828"/>
                    </a:lnTo>
                    <a:lnTo>
                      <a:pt x="1560" y="828"/>
                    </a:lnTo>
                    <a:lnTo>
                      <a:pt x="1562" y="827"/>
                    </a:lnTo>
                    <a:lnTo>
                      <a:pt x="1563" y="827"/>
                    </a:lnTo>
                    <a:lnTo>
                      <a:pt x="1565" y="827"/>
                    </a:lnTo>
                    <a:lnTo>
                      <a:pt x="1566" y="827"/>
                    </a:lnTo>
                    <a:lnTo>
                      <a:pt x="1567" y="827"/>
                    </a:lnTo>
                    <a:lnTo>
                      <a:pt x="1569" y="827"/>
                    </a:lnTo>
                    <a:lnTo>
                      <a:pt x="1570" y="826"/>
                    </a:lnTo>
                    <a:lnTo>
                      <a:pt x="1572" y="826"/>
                    </a:lnTo>
                    <a:lnTo>
                      <a:pt x="1573" y="826"/>
                    </a:lnTo>
                    <a:lnTo>
                      <a:pt x="1574" y="826"/>
                    </a:lnTo>
                    <a:lnTo>
                      <a:pt x="1576" y="826"/>
                    </a:lnTo>
                    <a:lnTo>
                      <a:pt x="1577" y="826"/>
                    </a:lnTo>
                    <a:lnTo>
                      <a:pt x="1579" y="825"/>
                    </a:lnTo>
                    <a:lnTo>
                      <a:pt x="1580" y="825"/>
                    </a:lnTo>
                    <a:lnTo>
                      <a:pt x="1581" y="825"/>
                    </a:lnTo>
                    <a:lnTo>
                      <a:pt x="1583" y="825"/>
                    </a:lnTo>
                    <a:lnTo>
                      <a:pt x="1584" y="825"/>
                    </a:lnTo>
                    <a:lnTo>
                      <a:pt x="1586" y="824"/>
                    </a:lnTo>
                    <a:lnTo>
                      <a:pt x="1587" y="824"/>
                    </a:lnTo>
                    <a:lnTo>
                      <a:pt x="1588" y="824"/>
                    </a:lnTo>
                    <a:lnTo>
                      <a:pt x="1590" y="824"/>
                    </a:lnTo>
                    <a:lnTo>
                      <a:pt x="1591" y="824"/>
                    </a:lnTo>
                    <a:lnTo>
                      <a:pt x="1593" y="824"/>
                    </a:lnTo>
                    <a:lnTo>
                      <a:pt x="1594" y="823"/>
                    </a:lnTo>
                    <a:lnTo>
                      <a:pt x="1595" y="823"/>
                    </a:lnTo>
                    <a:lnTo>
                      <a:pt x="1597" y="823"/>
                    </a:lnTo>
                    <a:lnTo>
                      <a:pt x="1598" y="823"/>
                    </a:lnTo>
                    <a:lnTo>
                      <a:pt x="1600" y="823"/>
                    </a:lnTo>
                    <a:lnTo>
                      <a:pt x="1601" y="823"/>
                    </a:lnTo>
                    <a:lnTo>
                      <a:pt x="1602" y="822"/>
                    </a:lnTo>
                    <a:lnTo>
                      <a:pt x="1604" y="822"/>
                    </a:lnTo>
                    <a:lnTo>
                      <a:pt x="1605" y="822"/>
                    </a:lnTo>
                    <a:lnTo>
                      <a:pt x="1607" y="822"/>
                    </a:lnTo>
                    <a:lnTo>
                      <a:pt x="1608" y="822"/>
                    </a:lnTo>
                    <a:lnTo>
                      <a:pt x="1609" y="822"/>
                    </a:lnTo>
                    <a:lnTo>
                      <a:pt x="1611" y="821"/>
                    </a:lnTo>
                    <a:lnTo>
                      <a:pt x="1612" y="821"/>
                    </a:lnTo>
                    <a:lnTo>
                      <a:pt x="1614" y="821"/>
                    </a:lnTo>
                    <a:lnTo>
                      <a:pt x="1615" y="821"/>
                    </a:lnTo>
                    <a:lnTo>
                      <a:pt x="1617" y="821"/>
                    </a:lnTo>
                    <a:lnTo>
                      <a:pt x="1618" y="821"/>
                    </a:lnTo>
                    <a:lnTo>
                      <a:pt x="1619" y="820"/>
                    </a:lnTo>
                    <a:lnTo>
                      <a:pt x="1621" y="820"/>
                    </a:lnTo>
                    <a:lnTo>
                      <a:pt x="1622" y="820"/>
                    </a:lnTo>
                    <a:lnTo>
                      <a:pt x="1624" y="820"/>
                    </a:lnTo>
                    <a:lnTo>
                      <a:pt x="1625" y="820"/>
                    </a:lnTo>
                    <a:lnTo>
                      <a:pt x="1626" y="820"/>
                    </a:lnTo>
                    <a:lnTo>
                      <a:pt x="1628" y="819"/>
                    </a:lnTo>
                    <a:lnTo>
                      <a:pt x="1629" y="819"/>
                    </a:lnTo>
                    <a:lnTo>
                      <a:pt x="1631" y="819"/>
                    </a:lnTo>
                    <a:lnTo>
                      <a:pt x="1632" y="819"/>
                    </a:lnTo>
                    <a:lnTo>
                      <a:pt x="1633" y="819"/>
                    </a:lnTo>
                    <a:lnTo>
                      <a:pt x="1635" y="818"/>
                    </a:lnTo>
                    <a:lnTo>
                      <a:pt x="1636" y="818"/>
                    </a:lnTo>
                    <a:lnTo>
                      <a:pt x="1638" y="818"/>
                    </a:lnTo>
                    <a:lnTo>
                      <a:pt x="1639" y="818"/>
                    </a:lnTo>
                    <a:lnTo>
                      <a:pt x="1640" y="818"/>
                    </a:lnTo>
                    <a:lnTo>
                      <a:pt x="1642" y="818"/>
                    </a:lnTo>
                    <a:lnTo>
                      <a:pt x="1643" y="817"/>
                    </a:lnTo>
                    <a:lnTo>
                      <a:pt x="1645" y="817"/>
                    </a:lnTo>
                    <a:lnTo>
                      <a:pt x="1646" y="817"/>
                    </a:lnTo>
                    <a:lnTo>
                      <a:pt x="1647" y="817"/>
                    </a:lnTo>
                    <a:lnTo>
                      <a:pt x="1649" y="817"/>
                    </a:lnTo>
                    <a:lnTo>
                      <a:pt x="1650" y="817"/>
                    </a:lnTo>
                    <a:lnTo>
                      <a:pt x="1652" y="816"/>
                    </a:lnTo>
                    <a:lnTo>
                      <a:pt x="1653" y="816"/>
                    </a:lnTo>
                    <a:lnTo>
                      <a:pt x="1654" y="816"/>
                    </a:lnTo>
                    <a:lnTo>
                      <a:pt x="1656" y="816"/>
                    </a:lnTo>
                    <a:lnTo>
                      <a:pt x="1657" y="816"/>
                    </a:lnTo>
                    <a:lnTo>
                      <a:pt x="1659" y="816"/>
                    </a:lnTo>
                    <a:lnTo>
                      <a:pt x="1660" y="815"/>
                    </a:lnTo>
                    <a:lnTo>
                      <a:pt x="1661" y="815"/>
                    </a:lnTo>
                    <a:lnTo>
                      <a:pt x="1663" y="815"/>
                    </a:lnTo>
                    <a:lnTo>
                      <a:pt x="1664" y="815"/>
                    </a:lnTo>
                    <a:lnTo>
                      <a:pt x="1666" y="815"/>
                    </a:lnTo>
                    <a:lnTo>
                      <a:pt x="1667" y="815"/>
                    </a:lnTo>
                    <a:lnTo>
                      <a:pt x="1668" y="814"/>
                    </a:lnTo>
                    <a:lnTo>
                      <a:pt x="1670" y="814"/>
                    </a:lnTo>
                    <a:lnTo>
                      <a:pt x="1671" y="814"/>
                    </a:lnTo>
                    <a:lnTo>
                      <a:pt x="1673" y="814"/>
                    </a:lnTo>
                    <a:lnTo>
                      <a:pt x="1674" y="814"/>
                    </a:lnTo>
                    <a:lnTo>
                      <a:pt x="1675" y="814"/>
                    </a:lnTo>
                    <a:lnTo>
                      <a:pt x="1677" y="813"/>
                    </a:lnTo>
                    <a:lnTo>
                      <a:pt x="1678" y="813"/>
                    </a:lnTo>
                    <a:lnTo>
                      <a:pt x="1680" y="813"/>
                    </a:lnTo>
                    <a:lnTo>
                      <a:pt x="1681" y="813"/>
                    </a:lnTo>
                    <a:lnTo>
                      <a:pt x="1683" y="813"/>
                    </a:lnTo>
                    <a:lnTo>
                      <a:pt x="1684" y="813"/>
                    </a:lnTo>
                    <a:lnTo>
                      <a:pt x="1685" y="812"/>
                    </a:lnTo>
                    <a:lnTo>
                      <a:pt x="1687" y="812"/>
                    </a:lnTo>
                    <a:lnTo>
                      <a:pt x="1688" y="812"/>
                    </a:lnTo>
                    <a:lnTo>
                      <a:pt x="1690" y="812"/>
                    </a:lnTo>
                    <a:lnTo>
                      <a:pt x="1691" y="812"/>
                    </a:lnTo>
                    <a:lnTo>
                      <a:pt x="1692" y="812"/>
                    </a:lnTo>
                    <a:lnTo>
                      <a:pt x="1694" y="811"/>
                    </a:lnTo>
                    <a:lnTo>
                      <a:pt x="1695" y="811"/>
                    </a:lnTo>
                    <a:lnTo>
                      <a:pt x="1697" y="811"/>
                    </a:lnTo>
                    <a:lnTo>
                      <a:pt x="1698" y="811"/>
                    </a:lnTo>
                    <a:lnTo>
                      <a:pt x="1699" y="811"/>
                    </a:lnTo>
                    <a:lnTo>
                      <a:pt x="1701" y="811"/>
                    </a:lnTo>
                    <a:lnTo>
                      <a:pt x="1702" y="810"/>
                    </a:lnTo>
                    <a:lnTo>
                      <a:pt x="1704" y="810"/>
                    </a:lnTo>
                    <a:lnTo>
                      <a:pt x="1705" y="810"/>
                    </a:lnTo>
                    <a:lnTo>
                      <a:pt x="1706" y="810"/>
                    </a:lnTo>
                    <a:lnTo>
                      <a:pt x="1708" y="810"/>
                    </a:lnTo>
                    <a:lnTo>
                      <a:pt x="1709" y="810"/>
                    </a:lnTo>
                    <a:lnTo>
                      <a:pt x="1711" y="809"/>
                    </a:lnTo>
                    <a:lnTo>
                      <a:pt x="1712" y="809"/>
                    </a:lnTo>
                    <a:lnTo>
                      <a:pt x="1713" y="809"/>
                    </a:lnTo>
                    <a:lnTo>
                      <a:pt x="1715" y="809"/>
                    </a:lnTo>
                    <a:lnTo>
                      <a:pt x="1716" y="809"/>
                    </a:lnTo>
                    <a:lnTo>
                      <a:pt x="1718" y="809"/>
                    </a:lnTo>
                    <a:lnTo>
                      <a:pt x="1719" y="808"/>
                    </a:lnTo>
                    <a:lnTo>
                      <a:pt x="1720" y="808"/>
                    </a:lnTo>
                    <a:lnTo>
                      <a:pt x="1722" y="808"/>
                    </a:lnTo>
                    <a:lnTo>
                      <a:pt x="1723" y="808"/>
                    </a:lnTo>
                    <a:lnTo>
                      <a:pt x="1725" y="808"/>
                    </a:lnTo>
                    <a:lnTo>
                      <a:pt x="1726" y="808"/>
                    </a:lnTo>
                    <a:lnTo>
                      <a:pt x="1727" y="807"/>
                    </a:lnTo>
                    <a:lnTo>
                      <a:pt x="1729" y="807"/>
                    </a:lnTo>
                    <a:lnTo>
                      <a:pt x="1730" y="807"/>
                    </a:lnTo>
                    <a:lnTo>
                      <a:pt x="1732" y="807"/>
                    </a:lnTo>
                    <a:lnTo>
                      <a:pt x="1733" y="807"/>
                    </a:lnTo>
                    <a:lnTo>
                      <a:pt x="1734" y="807"/>
                    </a:lnTo>
                    <a:lnTo>
                      <a:pt x="1736" y="806"/>
                    </a:lnTo>
                    <a:lnTo>
                      <a:pt x="1737" y="806"/>
                    </a:lnTo>
                    <a:lnTo>
                      <a:pt x="1739" y="806"/>
                    </a:lnTo>
                    <a:lnTo>
                      <a:pt x="1740" y="806"/>
                    </a:lnTo>
                    <a:lnTo>
                      <a:pt x="1742" y="806"/>
                    </a:lnTo>
                    <a:lnTo>
                      <a:pt x="1743" y="806"/>
                    </a:lnTo>
                    <a:lnTo>
                      <a:pt x="1744" y="806"/>
                    </a:lnTo>
                    <a:lnTo>
                      <a:pt x="1746" y="805"/>
                    </a:lnTo>
                    <a:lnTo>
                      <a:pt x="1747" y="805"/>
                    </a:lnTo>
                    <a:lnTo>
                      <a:pt x="1749" y="805"/>
                    </a:lnTo>
                    <a:lnTo>
                      <a:pt x="1750" y="805"/>
                    </a:lnTo>
                    <a:lnTo>
                      <a:pt x="1751" y="805"/>
                    </a:lnTo>
                    <a:lnTo>
                      <a:pt x="1753" y="805"/>
                    </a:lnTo>
                    <a:lnTo>
                      <a:pt x="1754" y="804"/>
                    </a:lnTo>
                    <a:lnTo>
                      <a:pt x="1756" y="804"/>
                    </a:lnTo>
                    <a:lnTo>
                      <a:pt x="1757" y="804"/>
                    </a:lnTo>
                    <a:lnTo>
                      <a:pt x="1758" y="804"/>
                    </a:lnTo>
                    <a:lnTo>
                      <a:pt x="1760" y="804"/>
                    </a:lnTo>
                    <a:lnTo>
                      <a:pt x="1761" y="804"/>
                    </a:lnTo>
                    <a:lnTo>
                      <a:pt x="1763" y="803"/>
                    </a:lnTo>
                    <a:lnTo>
                      <a:pt x="1764" y="803"/>
                    </a:lnTo>
                    <a:lnTo>
                      <a:pt x="1765" y="803"/>
                    </a:lnTo>
                    <a:lnTo>
                      <a:pt x="1767" y="803"/>
                    </a:lnTo>
                    <a:lnTo>
                      <a:pt x="1768" y="803"/>
                    </a:lnTo>
                    <a:lnTo>
                      <a:pt x="1770" y="803"/>
                    </a:lnTo>
                    <a:lnTo>
                      <a:pt x="1771" y="802"/>
                    </a:lnTo>
                    <a:lnTo>
                      <a:pt x="1772" y="802"/>
                    </a:lnTo>
                    <a:lnTo>
                      <a:pt x="1774" y="802"/>
                    </a:lnTo>
                    <a:lnTo>
                      <a:pt x="1775" y="802"/>
                    </a:lnTo>
                    <a:lnTo>
                      <a:pt x="1777" y="802"/>
                    </a:lnTo>
                    <a:lnTo>
                      <a:pt x="1778" y="802"/>
                    </a:lnTo>
                    <a:lnTo>
                      <a:pt x="1779" y="801"/>
                    </a:lnTo>
                    <a:lnTo>
                      <a:pt x="1781" y="801"/>
                    </a:lnTo>
                    <a:lnTo>
                      <a:pt x="1782" y="801"/>
                    </a:lnTo>
                    <a:lnTo>
                      <a:pt x="1784" y="801"/>
                    </a:lnTo>
                    <a:lnTo>
                      <a:pt x="1785" y="801"/>
                    </a:lnTo>
                    <a:lnTo>
                      <a:pt x="1786" y="801"/>
                    </a:lnTo>
                    <a:lnTo>
                      <a:pt x="1788" y="801"/>
                    </a:lnTo>
                    <a:lnTo>
                      <a:pt x="1789" y="800"/>
                    </a:lnTo>
                    <a:lnTo>
                      <a:pt x="1791" y="800"/>
                    </a:lnTo>
                    <a:lnTo>
                      <a:pt x="1792" y="800"/>
                    </a:lnTo>
                    <a:lnTo>
                      <a:pt x="1793" y="800"/>
                    </a:lnTo>
                    <a:lnTo>
                      <a:pt x="1795" y="800"/>
                    </a:lnTo>
                    <a:lnTo>
                      <a:pt x="1796" y="800"/>
                    </a:lnTo>
                    <a:lnTo>
                      <a:pt x="1798" y="799"/>
                    </a:lnTo>
                    <a:lnTo>
                      <a:pt x="1799" y="799"/>
                    </a:lnTo>
                    <a:lnTo>
                      <a:pt x="1800" y="799"/>
                    </a:lnTo>
                    <a:lnTo>
                      <a:pt x="1802" y="799"/>
                    </a:lnTo>
                    <a:lnTo>
                      <a:pt x="1803" y="799"/>
                    </a:lnTo>
                    <a:lnTo>
                      <a:pt x="1805" y="799"/>
                    </a:lnTo>
                    <a:lnTo>
                      <a:pt x="1806" y="798"/>
                    </a:lnTo>
                    <a:lnTo>
                      <a:pt x="1808" y="798"/>
                    </a:lnTo>
                    <a:lnTo>
                      <a:pt x="1809" y="798"/>
                    </a:lnTo>
                    <a:lnTo>
                      <a:pt x="1810" y="798"/>
                    </a:lnTo>
                    <a:lnTo>
                      <a:pt x="1812" y="798"/>
                    </a:lnTo>
                    <a:lnTo>
                      <a:pt x="1813" y="798"/>
                    </a:lnTo>
                    <a:lnTo>
                      <a:pt x="1815" y="797"/>
                    </a:lnTo>
                    <a:lnTo>
                      <a:pt x="1816" y="797"/>
                    </a:lnTo>
                    <a:lnTo>
                      <a:pt x="1817" y="797"/>
                    </a:lnTo>
                    <a:lnTo>
                      <a:pt x="1819" y="797"/>
                    </a:lnTo>
                    <a:lnTo>
                      <a:pt x="1820" y="797"/>
                    </a:lnTo>
                    <a:lnTo>
                      <a:pt x="1822" y="797"/>
                    </a:lnTo>
                    <a:lnTo>
                      <a:pt x="1823" y="796"/>
                    </a:lnTo>
                    <a:lnTo>
                      <a:pt x="1824" y="796"/>
                    </a:lnTo>
                    <a:lnTo>
                      <a:pt x="1826" y="796"/>
                    </a:lnTo>
                    <a:lnTo>
                      <a:pt x="1827" y="796"/>
                    </a:lnTo>
                    <a:lnTo>
                      <a:pt x="1829" y="796"/>
                    </a:lnTo>
                    <a:lnTo>
                      <a:pt x="1830" y="796"/>
                    </a:lnTo>
                    <a:lnTo>
                      <a:pt x="1831" y="796"/>
                    </a:lnTo>
                    <a:lnTo>
                      <a:pt x="1833" y="795"/>
                    </a:lnTo>
                    <a:lnTo>
                      <a:pt x="1834" y="795"/>
                    </a:lnTo>
                    <a:lnTo>
                      <a:pt x="1836" y="795"/>
                    </a:lnTo>
                    <a:lnTo>
                      <a:pt x="1837" y="795"/>
                    </a:lnTo>
                    <a:lnTo>
                      <a:pt x="1838" y="795"/>
                    </a:lnTo>
                    <a:lnTo>
                      <a:pt x="1840" y="795"/>
                    </a:lnTo>
                    <a:lnTo>
                      <a:pt x="1841" y="794"/>
                    </a:lnTo>
                    <a:lnTo>
                      <a:pt x="1843" y="794"/>
                    </a:lnTo>
                    <a:lnTo>
                      <a:pt x="1844" y="794"/>
                    </a:lnTo>
                    <a:lnTo>
                      <a:pt x="1845" y="794"/>
                    </a:lnTo>
                    <a:lnTo>
                      <a:pt x="1847" y="794"/>
                    </a:lnTo>
                    <a:lnTo>
                      <a:pt x="1848" y="794"/>
                    </a:lnTo>
                    <a:lnTo>
                      <a:pt x="1850" y="793"/>
                    </a:lnTo>
                    <a:lnTo>
                      <a:pt x="1851" y="793"/>
                    </a:lnTo>
                    <a:lnTo>
                      <a:pt x="1852" y="793"/>
                    </a:lnTo>
                    <a:lnTo>
                      <a:pt x="1854" y="793"/>
                    </a:lnTo>
                    <a:lnTo>
                      <a:pt x="1855" y="793"/>
                    </a:lnTo>
                    <a:lnTo>
                      <a:pt x="1857" y="793"/>
                    </a:lnTo>
                    <a:lnTo>
                      <a:pt x="1858" y="792"/>
                    </a:lnTo>
                    <a:lnTo>
                      <a:pt x="1859" y="792"/>
                    </a:lnTo>
                    <a:lnTo>
                      <a:pt x="1861" y="792"/>
                    </a:lnTo>
                    <a:lnTo>
                      <a:pt x="1862" y="792"/>
                    </a:lnTo>
                    <a:lnTo>
                      <a:pt x="1864" y="792"/>
                    </a:lnTo>
                    <a:lnTo>
                      <a:pt x="1865" y="792"/>
                    </a:lnTo>
                    <a:lnTo>
                      <a:pt x="1866" y="792"/>
                    </a:lnTo>
                    <a:lnTo>
                      <a:pt x="1868" y="791"/>
                    </a:lnTo>
                    <a:lnTo>
                      <a:pt x="1869" y="791"/>
                    </a:lnTo>
                    <a:lnTo>
                      <a:pt x="1871" y="791"/>
                    </a:lnTo>
                    <a:lnTo>
                      <a:pt x="1872" y="791"/>
                    </a:lnTo>
                    <a:lnTo>
                      <a:pt x="1874" y="791"/>
                    </a:lnTo>
                    <a:lnTo>
                      <a:pt x="1875" y="791"/>
                    </a:lnTo>
                    <a:lnTo>
                      <a:pt x="1876" y="790"/>
                    </a:lnTo>
                    <a:lnTo>
                      <a:pt x="1878" y="790"/>
                    </a:lnTo>
                    <a:lnTo>
                      <a:pt x="1879" y="790"/>
                    </a:lnTo>
                    <a:lnTo>
                      <a:pt x="1881" y="790"/>
                    </a:lnTo>
                    <a:lnTo>
                      <a:pt x="1882" y="790"/>
                    </a:lnTo>
                    <a:lnTo>
                      <a:pt x="1883" y="790"/>
                    </a:lnTo>
                    <a:lnTo>
                      <a:pt x="1885" y="790"/>
                    </a:lnTo>
                    <a:lnTo>
                      <a:pt x="1886" y="789"/>
                    </a:lnTo>
                    <a:lnTo>
                      <a:pt x="1888" y="789"/>
                    </a:lnTo>
                    <a:lnTo>
                      <a:pt x="1889" y="789"/>
                    </a:lnTo>
                    <a:lnTo>
                      <a:pt x="1890" y="789"/>
                    </a:lnTo>
                    <a:lnTo>
                      <a:pt x="1892" y="789"/>
                    </a:lnTo>
                    <a:lnTo>
                      <a:pt x="1893" y="789"/>
                    </a:lnTo>
                    <a:lnTo>
                      <a:pt x="1895" y="788"/>
                    </a:lnTo>
                    <a:lnTo>
                      <a:pt x="1896" y="788"/>
                    </a:lnTo>
                    <a:lnTo>
                      <a:pt x="1897" y="788"/>
                    </a:lnTo>
                    <a:lnTo>
                      <a:pt x="1899" y="788"/>
                    </a:lnTo>
                    <a:lnTo>
                      <a:pt x="1900" y="788"/>
                    </a:lnTo>
                    <a:lnTo>
                      <a:pt x="1902" y="788"/>
                    </a:lnTo>
                    <a:lnTo>
                      <a:pt x="1903" y="788"/>
                    </a:lnTo>
                    <a:lnTo>
                      <a:pt x="1904" y="787"/>
                    </a:lnTo>
                    <a:lnTo>
                      <a:pt x="1906" y="787"/>
                    </a:lnTo>
                    <a:lnTo>
                      <a:pt x="1907" y="787"/>
                    </a:lnTo>
                    <a:lnTo>
                      <a:pt x="1909" y="787"/>
                    </a:lnTo>
                    <a:lnTo>
                      <a:pt x="1910" y="787"/>
                    </a:lnTo>
                    <a:lnTo>
                      <a:pt x="1911" y="787"/>
                    </a:lnTo>
                    <a:lnTo>
                      <a:pt x="1913" y="786"/>
                    </a:lnTo>
                    <a:lnTo>
                      <a:pt x="1914" y="786"/>
                    </a:lnTo>
                    <a:lnTo>
                      <a:pt x="1916" y="786"/>
                    </a:lnTo>
                    <a:lnTo>
                      <a:pt x="1917" y="786"/>
                    </a:lnTo>
                    <a:lnTo>
                      <a:pt x="1918" y="786"/>
                    </a:lnTo>
                    <a:lnTo>
                      <a:pt x="1920" y="786"/>
                    </a:lnTo>
                    <a:lnTo>
                      <a:pt x="1921" y="786"/>
                    </a:lnTo>
                    <a:lnTo>
                      <a:pt x="1923" y="785"/>
                    </a:lnTo>
                    <a:lnTo>
                      <a:pt x="1924" y="785"/>
                    </a:lnTo>
                    <a:lnTo>
                      <a:pt x="1925" y="785"/>
                    </a:lnTo>
                    <a:lnTo>
                      <a:pt x="1927" y="785"/>
                    </a:lnTo>
                    <a:lnTo>
                      <a:pt x="1928" y="785"/>
                    </a:lnTo>
                    <a:lnTo>
                      <a:pt x="1930" y="785"/>
                    </a:lnTo>
                    <a:lnTo>
                      <a:pt x="1931" y="784"/>
                    </a:lnTo>
                    <a:lnTo>
                      <a:pt x="1933" y="784"/>
                    </a:lnTo>
                    <a:lnTo>
                      <a:pt x="1934" y="784"/>
                    </a:lnTo>
                    <a:lnTo>
                      <a:pt x="1935" y="784"/>
                    </a:lnTo>
                    <a:lnTo>
                      <a:pt x="1937" y="784"/>
                    </a:lnTo>
                    <a:lnTo>
                      <a:pt x="1938" y="784"/>
                    </a:lnTo>
                    <a:lnTo>
                      <a:pt x="1940" y="783"/>
                    </a:lnTo>
                    <a:lnTo>
                      <a:pt x="1941" y="783"/>
                    </a:lnTo>
                    <a:lnTo>
                      <a:pt x="1942" y="783"/>
                    </a:lnTo>
                    <a:lnTo>
                      <a:pt x="1944" y="783"/>
                    </a:lnTo>
                    <a:lnTo>
                      <a:pt x="1945" y="783"/>
                    </a:lnTo>
                    <a:lnTo>
                      <a:pt x="1947" y="783"/>
                    </a:lnTo>
                    <a:lnTo>
                      <a:pt x="1948" y="783"/>
                    </a:lnTo>
                    <a:lnTo>
                      <a:pt x="1949" y="782"/>
                    </a:lnTo>
                    <a:lnTo>
                      <a:pt x="1951" y="782"/>
                    </a:lnTo>
                    <a:lnTo>
                      <a:pt x="1952" y="782"/>
                    </a:lnTo>
                    <a:lnTo>
                      <a:pt x="1954" y="782"/>
                    </a:lnTo>
                    <a:lnTo>
                      <a:pt x="1955" y="782"/>
                    </a:lnTo>
                    <a:lnTo>
                      <a:pt x="1956" y="782"/>
                    </a:lnTo>
                    <a:lnTo>
                      <a:pt x="1958" y="781"/>
                    </a:lnTo>
                    <a:lnTo>
                      <a:pt x="1959" y="781"/>
                    </a:lnTo>
                    <a:lnTo>
                      <a:pt x="1961" y="781"/>
                    </a:lnTo>
                    <a:lnTo>
                      <a:pt x="1962" y="781"/>
                    </a:lnTo>
                    <a:lnTo>
                      <a:pt x="1963" y="781"/>
                    </a:lnTo>
                    <a:lnTo>
                      <a:pt x="1965" y="781"/>
                    </a:lnTo>
                    <a:lnTo>
                      <a:pt x="1966" y="781"/>
                    </a:lnTo>
                    <a:lnTo>
                      <a:pt x="1968" y="780"/>
                    </a:lnTo>
                    <a:lnTo>
                      <a:pt x="1969" y="780"/>
                    </a:lnTo>
                    <a:lnTo>
                      <a:pt x="1970" y="780"/>
                    </a:lnTo>
                    <a:lnTo>
                      <a:pt x="1972" y="780"/>
                    </a:lnTo>
                    <a:lnTo>
                      <a:pt x="1973" y="780"/>
                    </a:lnTo>
                    <a:lnTo>
                      <a:pt x="1975" y="780"/>
                    </a:lnTo>
                    <a:lnTo>
                      <a:pt x="1976" y="779"/>
                    </a:lnTo>
                    <a:lnTo>
                      <a:pt x="1977" y="779"/>
                    </a:lnTo>
                    <a:lnTo>
                      <a:pt x="1979" y="779"/>
                    </a:lnTo>
                    <a:lnTo>
                      <a:pt x="1980" y="779"/>
                    </a:lnTo>
                    <a:lnTo>
                      <a:pt x="1982" y="779"/>
                    </a:lnTo>
                    <a:lnTo>
                      <a:pt x="1983" y="779"/>
                    </a:lnTo>
                    <a:lnTo>
                      <a:pt x="1984" y="779"/>
                    </a:lnTo>
                    <a:lnTo>
                      <a:pt x="1986" y="778"/>
                    </a:lnTo>
                    <a:lnTo>
                      <a:pt x="1987" y="778"/>
                    </a:lnTo>
                    <a:lnTo>
                      <a:pt x="1989" y="778"/>
                    </a:lnTo>
                    <a:lnTo>
                      <a:pt x="1990" y="778"/>
                    </a:lnTo>
                    <a:lnTo>
                      <a:pt x="1991" y="778"/>
                    </a:lnTo>
                    <a:lnTo>
                      <a:pt x="1993" y="778"/>
                    </a:lnTo>
                    <a:lnTo>
                      <a:pt x="1994" y="778"/>
                    </a:lnTo>
                    <a:lnTo>
                      <a:pt x="1996" y="778"/>
                    </a:lnTo>
                    <a:lnTo>
                      <a:pt x="1997" y="778"/>
                    </a:lnTo>
                    <a:lnTo>
                      <a:pt x="1999" y="778"/>
                    </a:lnTo>
                    <a:lnTo>
                      <a:pt x="2000" y="778"/>
                    </a:lnTo>
                    <a:lnTo>
                      <a:pt x="2001" y="777"/>
                    </a:lnTo>
                    <a:lnTo>
                      <a:pt x="2003" y="777"/>
                    </a:lnTo>
                    <a:lnTo>
                      <a:pt x="2004" y="777"/>
                    </a:lnTo>
                    <a:lnTo>
                      <a:pt x="2006" y="777"/>
                    </a:lnTo>
                    <a:lnTo>
                      <a:pt x="2007" y="774"/>
                    </a:lnTo>
                    <a:lnTo>
                      <a:pt x="2008" y="774"/>
                    </a:lnTo>
                    <a:lnTo>
                      <a:pt x="2010" y="774"/>
                    </a:lnTo>
                    <a:lnTo>
                      <a:pt x="2011" y="774"/>
                    </a:lnTo>
                    <a:lnTo>
                      <a:pt x="2013" y="774"/>
                    </a:lnTo>
                    <a:lnTo>
                      <a:pt x="2014" y="774"/>
                    </a:lnTo>
                    <a:lnTo>
                      <a:pt x="2015" y="774"/>
                    </a:lnTo>
                    <a:lnTo>
                      <a:pt x="2017" y="774"/>
                    </a:lnTo>
                    <a:lnTo>
                      <a:pt x="2018" y="774"/>
                    </a:lnTo>
                    <a:lnTo>
                      <a:pt x="2020" y="774"/>
                    </a:lnTo>
                    <a:lnTo>
                      <a:pt x="2021" y="774"/>
                    </a:lnTo>
                    <a:lnTo>
                      <a:pt x="2022" y="774"/>
                    </a:lnTo>
                    <a:lnTo>
                      <a:pt x="2024" y="774"/>
                    </a:lnTo>
                    <a:lnTo>
                      <a:pt x="2025" y="774"/>
                    </a:lnTo>
                    <a:lnTo>
                      <a:pt x="2027" y="774"/>
                    </a:lnTo>
                    <a:lnTo>
                      <a:pt x="2028" y="774"/>
                    </a:lnTo>
                    <a:lnTo>
                      <a:pt x="2029" y="776"/>
                    </a:lnTo>
                    <a:lnTo>
                      <a:pt x="2031" y="776"/>
                    </a:lnTo>
                    <a:lnTo>
                      <a:pt x="2032" y="775"/>
                    </a:lnTo>
                    <a:lnTo>
                      <a:pt x="2034" y="775"/>
                    </a:lnTo>
                    <a:lnTo>
                      <a:pt x="2035" y="775"/>
                    </a:lnTo>
                    <a:lnTo>
                      <a:pt x="2036" y="775"/>
                    </a:lnTo>
                    <a:lnTo>
                      <a:pt x="2038" y="774"/>
                    </a:lnTo>
                    <a:lnTo>
                      <a:pt x="2039" y="774"/>
                    </a:lnTo>
                    <a:lnTo>
                      <a:pt x="2041" y="774"/>
                    </a:lnTo>
                    <a:lnTo>
                      <a:pt x="2042" y="773"/>
                    </a:lnTo>
                    <a:lnTo>
                      <a:pt x="2043" y="773"/>
                    </a:lnTo>
                    <a:lnTo>
                      <a:pt x="2045" y="772"/>
                    </a:lnTo>
                    <a:lnTo>
                      <a:pt x="2046" y="772"/>
                    </a:lnTo>
                    <a:lnTo>
                      <a:pt x="2048" y="771"/>
                    </a:lnTo>
                    <a:lnTo>
                      <a:pt x="2049" y="771"/>
                    </a:lnTo>
                    <a:lnTo>
                      <a:pt x="2050" y="771"/>
                    </a:lnTo>
                    <a:lnTo>
                      <a:pt x="2052" y="771"/>
                    </a:lnTo>
                    <a:lnTo>
                      <a:pt x="2053" y="770"/>
                    </a:lnTo>
                    <a:lnTo>
                      <a:pt x="2055" y="770"/>
                    </a:lnTo>
                    <a:lnTo>
                      <a:pt x="2056" y="769"/>
                    </a:lnTo>
                    <a:lnTo>
                      <a:pt x="2057" y="769"/>
                    </a:lnTo>
                    <a:lnTo>
                      <a:pt x="2059" y="769"/>
                    </a:lnTo>
                    <a:lnTo>
                      <a:pt x="2060" y="768"/>
                    </a:lnTo>
                    <a:lnTo>
                      <a:pt x="2062" y="768"/>
                    </a:lnTo>
                    <a:lnTo>
                      <a:pt x="2063" y="768"/>
                    </a:lnTo>
                    <a:lnTo>
                      <a:pt x="2065" y="767"/>
                    </a:lnTo>
                    <a:lnTo>
                      <a:pt x="2066" y="767"/>
                    </a:lnTo>
                    <a:lnTo>
                      <a:pt x="2067" y="767"/>
                    </a:lnTo>
                    <a:lnTo>
                      <a:pt x="2069" y="767"/>
                    </a:lnTo>
                    <a:lnTo>
                      <a:pt x="2070" y="767"/>
                    </a:lnTo>
                    <a:lnTo>
                      <a:pt x="2072" y="767"/>
                    </a:lnTo>
                    <a:lnTo>
                      <a:pt x="2073" y="767"/>
                    </a:lnTo>
                    <a:lnTo>
                      <a:pt x="2074" y="766"/>
                    </a:lnTo>
                    <a:lnTo>
                      <a:pt x="2076" y="766"/>
                    </a:lnTo>
                    <a:lnTo>
                      <a:pt x="2077" y="766"/>
                    </a:lnTo>
                    <a:lnTo>
                      <a:pt x="2079" y="766"/>
                    </a:lnTo>
                    <a:lnTo>
                      <a:pt x="2080" y="766"/>
                    </a:lnTo>
                    <a:lnTo>
                      <a:pt x="2081" y="765"/>
                    </a:lnTo>
                    <a:lnTo>
                      <a:pt x="2083" y="765"/>
                    </a:lnTo>
                    <a:lnTo>
                      <a:pt x="2084" y="765"/>
                    </a:lnTo>
                    <a:lnTo>
                      <a:pt x="2086" y="765"/>
                    </a:lnTo>
                    <a:lnTo>
                      <a:pt x="2087" y="765"/>
                    </a:lnTo>
                    <a:lnTo>
                      <a:pt x="2088" y="765"/>
                    </a:lnTo>
                    <a:lnTo>
                      <a:pt x="2090" y="765"/>
                    </a:lnTo>
                    <a:lnTo>
                      <a:pt x="2091" y="764"/>
                    </a:lnTo>
                    <a:lnTo>
                      <a:pt x="2093" y="764"/>
                    </a:lnTo>
                    <a:lnTo>
                      <a:pt x="2094" y="764"/>
                    </a:lnTo>
                    <a:lnTo>
                      <a:pt x="2095" y="764"/>
                    </a:lnTo>
                    <a:lnTo>
                      <a:pt x="2097" y="764"/>
                    </a:lnTo>
                    <a:lnTo>
                      <a:pt x="2098" y="764"/>
                    </a:lnTo>
                    <a:lnTo>
                      <a:pt x="2100" y="764"/>
                    </a:lnTo>
                    <a:lnTo>
                      <a:pt x="2101" y="763"/>
                    </a:lnTo>
                    <a:lnTo>
                      <a:pt x="2102" y="763"/>
                    </a:lnTo>
                    <a:lnTo>
                      <a:pt x="2104" y="763"/>
                    </a:lnTo>
                    <a:lnTo>
                      <a:pt x="2105" y="763"/>
                    </a:lnTo>
                    <a:lnTo>
                      <a:pt x="2107" y="763"/>
                    </a:lnTo>
                    <a:lnTo>
                      <a:pt x="2108" y="763"/>
                    </a:lnTo>
                    <a:lnTo>
                      <a:pt x="2109" y="763"/>
                    </a:lnTo>
                    <a:lnTo>
                      <a:pt x="2111" y="762"/>
                    </a:lnTo>
                    <a:lnTo>
                      <a:pt x="2112" y="762"/>
                    </a:lnTo>
                    <a:lnTo>
                      <a:pt x="2114" y="762"/>
                    </a:lnTo>
                    <a:lnTo>
                      <a:pt x="2115" y="762"/>
                    </a:lnTo>
                    <a:lnTo>
                      <a:pt x="2116" y="762"/>
                    </a:lnTo>
                    <a:lnTo>
                      <a:pt x="2118" y="762"/>
                    </a:lnTo>
                    <a:lnTo>
                      <a:pt x="2119" y="762"/>
                    </a:lnTo>
                    <a:lnTo>
                      <a:pt x="2121" y="761"/>
                    </a:lnTo>
                    <a:lnTo>
                      <a:pt x="2122" y="761"/>
                    </a:lnTo>
                    <a:lnTo>
                      <a:pt x="2124" y="761"/>
                    </a:lnTo>
                    <a:lnTo>
                      <a:pt x="2125" y="761"/>
                    </a:lnTo>
                    <a:lnTo>
                      <a:pt x="2126" y="761"/>
                    </a:lnTo>
                    <a:lnTo>
                      <a:pt x="2128" y="761"/>
                    </a:lnTo>
                    <a:lnTo>
                      <a:pt x="2129" y="761"/>
                    </a:lnTo>
                    <a:lnTo>
                      <a:pt x="2131" y="760"/>
                    </a:lnTo>
                    <a:lnTo>
                      <a:pt x="2132" y="760"/>
                    </a:lnTo>
                    <a:lnTo>
                      <a:pt x="2133" y="760"/>
                    </a:lnTo>
                    <a:lnTo>
                      <a:pt x="2135" y="760"/>
                    </a:lnTo>
                    <a:lnTo>
                      <a:pt x="2136" y="760"/>
                    </a:lnTo>
                    <a:lnTo>
                      <a:pt x="2138" y="760"/>
                    </a:lnTo>
                    <a:lnTo>
                      <a:pt x="2139" y="760"/>
                    </a:lnTo>
                    <a:lnTo>
                      <a:pt x="2140" y="759"/>
                    </a:lnTo>
                    <a:lnTo>
                      <a:pt x="2142" y="759"/>
                    </a:lnTo>
                    <a:lnTo>
                      <a:pt x="2143" y="759"/>
                    </a:lnTo>
                    <a:lnTo>
                      <a:pt x="2145" y="759"/>
                    </a:lnTo>
                    <a:lnTo>
                      <a:pt x="2146" y="759"/>
                    </a:lnTo>
                    <a:lnTo>
                      <a:pt x="2147" y="759"/>
                    </a:lnTo>
                    <a:lnTo>
                      <a:pt x="2149" y="759"/>
                    </a:lnTo>
                    <a:lnTo>
                      <a:pt x="2150" y="759"/>
                    </a:lnTo>
                    <a:lnTo>
                      <a:pt x="2152" y="758"/>
                    </a:lnTo>
                    <a:lnTo>
                      <a:pt x="2153" y="758"/>
                    </a:lnTo>
                    <a:lnTo>
                      <a:pt x="2154" y="758"/>
                    </a:lnTo>
                    <a:lnTo>
                      <a:pt x="2156" y="758"/>
                    </a:lnTo>
                    <a:lnTo>
                      <a:pt x="2157" y="758"/>
                    </a:lnTo>
                    <a:lnTo>
                      <a:pt x="2159" y="758"/>
                    </a:lnTo>
                    <a:lnTo>
                      <a:pt x="2160" y="758"/>
                    </a:lnTo>
                    <a:lnTo>
                      <a:pt x="2161" y="758"/>
                    </a:lnTo>
                  </a:path>
                </a:pathLst>
              </a:custGeom>
              <a:noFill/>
              <a:ln cap="flat" cmpd="sng" w="25400">
                <a:solidFill>
                  <a:srgbClr val="228B2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735" name="Google Shape;735;p18"/>
              <p:cNvSpPr/>
              <p:nvPr/>
            </p:nvSpPr>
            <p:spPr>
              <a:xfrm flipH="1" rot="10800000">
                <a:off x="4802188" y="3941763"/>
                <a:ext cx="355600" cy="12700"/>
              </a:xfrm>
              <a:custGeom>
                <a:rect b="b" l="l" r="r" t="t"/>
                <a:pathLst>
                  <a:path extrusionOk="0" h="9" w="241">
                    <a:moveTo>
                      <a:pt x="0" y="9"/>
                    </a:moveTo>
                    <a:lnTo>
                      <a:pt x="1" y="8"/>
                    </a:lnTo>
                    <a:lnTo>
                      <a:pt x="2" y="8"/>
                    </a:lnTo>
                    <a:lnTo>
                      <a:pt x="4" y="8"/>
                    </a:lnTo>
                    <a:lnTo>
                      <a:pt x="5" y="8"/>
                    </a:lnTo>
                    <a:lnTo>
                      <a:pt x="7" y="8"/>
                    </a:lnTo>
                    <a:lnTo>
                      <a:pt x="8" y="7"/>
                    </a:lnTo>
                    <a:lnTo>
                      <a:pt x="9" y="5"/>
                    </a:lnTo>
                    <a:lnTo>
                      <a:pt x="11" y="2"/>
                    </a:lnTo>
                    <a:lnTo>
                      <a:pt x="12" y="1"/>
                    </a:lnTo>
                    <a:lnTo>
                      <a:pt x="14" y="1"/>
                    </a:lnTo>
                    <a:lnTo>
                      <a:pt x="15" y="1"/>
                    </a:lnTo>
                    <a:lnTo>
                      <a:pt x="16" y="0"/>
                    </a:lnTo>
                    <a:lnTo>
                      <a:pt x="18" y="1"/>
                    </a:lnTo>
                    <a:lnTo>
                      <a:pt x="19" y="0"/>
                    </a:lnTo>
                    <a:lnTo>
                      <a:pt x="21" y="0"/>
                    </a:lnTo>
                    <a:lnTo>
                      <a:pt x="22" y="0"/>
                    </a:lnTo>
                    <a:lnTo>
                      <a:pt x="23" y="0"/>
                    </a:lnTo>
                    <a:lnTo>
                      <a:pt x="25" y="0"/>
                    </a:lnTo>
                    <a:lnTo>
                      <a:pt x="26" y="0"/>
                    </a:lnTo>
                    <a:lnTo>
                      <a:pt x="28" y="0"/>
                    </a:lnTo>
                    <a:lnTo>
                      <a:pt x="29" y="0"/>
                    </a:lnTo>
                    <a:lnTo>
                      <a:pt x="31" y="0"/>
                    </a:lnTo>
                    <a:lnTo>
                      <a:pt x="32" y="1"/>
                    </a:lnTo>
                    <a:lnTo>
                      <a:pt x="33" y="5"/>
                    </a:lnTo>
                    <a:lnTo>
                      <a:pt x="35" y="5"/>
                    </a:lnTo>
                    <a:lnTo>
                      <a:pt x="36" y="5"/>
                    </a:lnTo>
                    <a:lnTo>
                      <a:pt x="38" y="5"/>
                    </a:lnTo>
                    <a:lnTo>
                      <a:pt x="39" y="5"/>
                    </a:lnTo>
                    <a:lnTo>
                      <a:pt x="40" y="5"/>
                    </a:lnTo>
                    <a:lnTo>
                      <a:pt x="42" y="5"/>
                    </a:lnTo>
                    <a:lnTo>
                      <a:pt x="43" y="4"/>
                    </a:lnTo>
                    <a:lnTo>
                      <a:pt x="45" y="4"/>
                    </a:lnTo>
                    <a:lnTo>
                      <a:pt x="46" y="4"/>
                    </a:lnTo>
                    <a:lnTo>
                      <a:pt x="47" y="3"/>
                    </a:lnTo>
                    <a:lnTo>
                      <a:pt x="49" y="3"/>
                    </a:lnTo>
                    <a:lnTo>
                      <a:pt x="50" y="3"/>
                    </a:lnTo>
                    <a:lnTo>
                      <a:pt x="52" y="3"/>
                    </a:lnTo>
                    <a:lnTo>
                      <a:pt x="53" y="2"/>
                    </a:lnTo>
                    <a:lnTo>
                      <a:pt x="54" y="2"/>
                    </a:lnTo>
                    <a:lnTo>
                      <a:pt x="56" y="3"/>
                    </a:lnTo>
                    <a:lnTo>
                      <a:pt x="57" y="2"/>
                    </a:lnTo>
                    <a:lnTo>
                      <a:pt x="59" y="2"/>
                    </a:lnTo>
                    <a:lnTo>
                      <a:pt x="60" y="2"/>
                    </a:lnTo>
                    <a:lnTo>
                      <a:pt x="61" y="1"/>
                    </a:lnTo>
                    <a:lnTo>
                      <a:pt x="63" y="1"/>
                    </a:lnTo>
                    <a:lnTo>
                      <a:pt x="64" y="1"/>
                    </a:lnTo>
                    <a:lnTo>
                      <a:pt x="66" y="0"/>
                    </a:lnTo>
                    <a:lnTo>
                      <a:pt x="67" y="0"/>
                    </a:lnTo>
                    <a:lnTo>
                      <a:pt x="68" y="0"/>
                    </a:lnTo>
                    <a:lnTo>
                      <a:pt x="70" y="0"/>
                    </a:lnTo>
                    <a:lnTo>
                      <a:pt x="71" y="0"/>
                    </a:lnTo>
                    <a:lnTo>
                      <a:pt x="73" y="1"/>
                    </a:lnTo>
                    <a:lnTo>
                      <a:pt x="74" y="1"/>
                    </a:lnTo>
                    <a:lnTo>
                      <a:pt x="75" y="1"/>
                    </a:lnTo>
                    <a:lnTo>
                      <a:pt x="77" y="1"/>
                    </a:lnTo>
                    <a:lnTo>
                      <a:pt x="78" y="1"/>
                    </a:lnTo>
                    <a:lnTo>
                      <a:pt x="80" y="1"/>
                    </a:lnTo>
                    <a:lnTo>
                      <a:pt x="81" y="0"/>
                    </a:lnTo>
                    <a:lnTo>
                      <a:pt x="82" y="0"/>
                    </a:lnTo>
                    <a:lnTo>
                      <a:pt x="84" y="0"/>
                    </a:lnTo>
                    <a:lnTo>
                      <a:pt x="85" y="0"/>
                    </a:lnTo>
                    <a:lnTo>
                      <a:pt x="87" y="0"/>
                    </a:lnTo>
                    <a:lnTo>
                      <a:pt x="88" y="0"/>
                    </a:lnTo>
                    <a:lnTo>
                      <a:pt x="90" y="0"/>
                    </a:lnTo>
                    <a:lnTo>
                      <a:pt x="91" y="0"/>
                    </a:lnTo>
                    <a:lnTo>
                      <a:pt x="92" y="0"/>
                    </a:lnTo>
                    <a:lnTo>
                      <a:pt x="94" y="0"/>
                    </a:lnTo>
                    <a:lnTo>
                      <a:pt x="95" y="0"/>
                    </a:lnTo>
                    <a:lnTo>
                      <a:pt x="97" y="0"/>
                    </a:lnTo>
                    <a:lnTo>
                      <a:pt x="98" y="0"/>
                    </a:lnTo>
                    <a:lnTo>
                      <a:pt x="99" y="0"/>
                    </a:lnTo>
                    <a:lnTo>
                      <a:pt x="101" y="0"/>
                    </a:lnTo>
                    <a:lnTo>
                      <a:pt x="102" y="0"/>
                    </a:lnTo>
                    <a:lnTo>
                      <a:pt x="104" y="0"/>
                    </a:lnTo>
                    <a:lnTo>
                      <a:pt x="105" y="0"/>
                    </a:lnTo>
                    <a:lnTo>
                      <a:pt x="106" y="0"/>
                    </a:lnTo>
                    <a:lnTo>
                      <a:pt x="108" y="0"/>
                    </a:lnTo>
                    <a:lnTo>
                      <a:pt x="109" y="0"/>
                    </a:lnTo>
                    <a:lnTo>
                      <a:pt x="111" y="0"/>
                    </a:lnTo>
                    <a:lnTo>
                      <a:pt x="112" y="0"/>
                    </a:lnTo>
                    <a:lnTo>
                      <a:pt x="113" y="0"/>
                    </a:lnTo>
                    <a:lnTo>
                      <a:pt x="115" y="0"/>
                    </a:lnTo>
                    <a:lnTo>
                      <a:pt x="116" y="0"/>
                    </a:lnTo>
                    <a:lnTo>
                      <a:pt x="118" y="0"/>
                    </a:lnTo>
                    <a:lnTo>
                      <a:pt x="119" y="0"/>
                    </a:lnTo>
                    <a:lnTo>
                      <a:pt x="120" y="0"/>
                    </a:lnTo>
                    <a:lnTo>
                      <a:pt x="122" y="0"/>
                    </a:lnTo>
                    <a:lnTo>
                      <a:pt x="123" y="0"/>
                    </a:lnTo>
                    <a:lnTo>
                      <a:pt x="125" y="0"/>
                    </a:lnTo>
                    <a:lnTo>
                      <a:pt x="126" y="0"/>
                    </a:lnTo>
                    <a:lnTo>
                      <a:pt x="127" y="0"/>
                    </a:lnTo>
                    <a:lnTo>
                      <a:pt x="129" y="0"/>
                    </a:lnTo>
                    <a:lnTo>
                      <a:pt x="130" y="0"/>
                    </a:lnTo>
                    <a:lnTo>
                      <a:pt x="132" y="0"/>
                    </a:lnTo>
                    <a:lnTo>
                      <a:pt x="133" y="0"/>
                    </a:lnTo>
                    <a:lnTo>
                      <a:pt x="134" y="0"/>
                    </a:lnTo>
                    <a:lnTo>
                      <a:pt x="136" y="0"/>
                    </a:lnTo>
                    <a:lnTo>
                      <a:pt x="137" y="0"/>
                    </a:lnTo>
                    <a:lnTo>
                      <a:pt x="139" y="0"/>
                    </a:lnTo>
                    <a:lnTo>
                      <a:pt x="140" y="0"/>
                    </a:lnTo>
                    <a:lnTo>
                      <a:pt x="141" y="0"/>
                    </a:lnTo>
                    <a:lnTo>
                      <a:pt x="143" y="0"/>
                    </a:lnTo>
                    <a:lnTo>
                      <a:pt x="144" y="0"/>
                    </a:lnTo>
                    <a:lnTo>
                      <a:pt x="146" y="0"/>
                    </a:lnTo>
                    <a:lnTo>
                      <a:pt x="147" y="0"/>
                    </a:lnTo>
                    <a:lnTo>
                      <a:pt x="148" y="0"/>
                    </a:lnTo>
                    <a:lnTo>
                      <a:pt x="150" y="0"/>
                    </a:lnTo>
                    <a:lnTo>
                      <a:pt x="151" y="0"/>
                    </a:lnTo>
                    <a:lnTo>
                      <a:pt x="153" y="0"/>
                    </a:lnTo>
                    <a:lnTo>
                      <a:pt x="154" y="0"/>
                    </a:lnTo>
                    <a:lnTo>
                      <a:pt x="156" y="0"/>
                    </a:lnTo>
                    <a:lnTo>
                      <a:pt x="157" y="0"/>
                    </a:lnTo>
                    <a:lnTo>
                      <a:pt x="158" y="0"/>
                    </a:lnTo>
                    <a:lnTo>
                      <a:pt x="160" y="0"/>
                    </a:lnTo>
                    <a:lnTo>
                      <a:pt x="161" y="0"/>
                    </a:lnTo>
                    <a:lnTo>
                      <a:pt x="163" y="0"/>
                    </a:lnTo>
                    <a:lnTo>
                      <a:pt x="164" y="0"/>
                    </a:lnTo>
                    <a:lnTo>
                      <a:pt x="165" y="0"/>
                    </a:lnTo>
                    <a:lnTo>
                      <a:pt x="167" y="0"/>
                    </a:lnTo>
                    <a:lnTo>
                      <a:pt x="168" y="0"/>
                    </a:lnTo>
                    <a:lnTo>
                      <a:pt x="170" y="0"/>
                    </a:lnTo>
                    <a:lnTo>
                      <a:pt x="171" y="0"/>
                    </a:lnTo>
                    <a:lnTo>
                      <a:pt x="172" y="0"/>
                    </a:lnTo>
                    <a:lnTo>
                      <a:pt x="174" y="0"/>
                    </a:lnTo>
                    <a:lnTo>
                      <a:pt x="175" y="0"/>
                    </a:lnTo>
                    <a:lnTo>
                      <a:pt x="177" y="0"/>
                    </a:lnTo>
                    <a:lnTo>
                      <a:pt x="178" y="0"/>
                    </a:lnTo>
                    <a:lnTo>
                      <a:pt x="179" y="0"/>
                    </a:lnTo>
                    <a:lnTo>
                      <a:pt x="181" y="0"/>
                    </a:lnTo>
                    <a:lnTo>
                      <a:pt x="182" y="0"/>
                    </a:lnTo>
                    <a:lnTo>
                      <a:pt x="184" y="1"/>
                    </a:lnTo>
                    <a:lnTo>
                      <a:pt x="185" y="1"/>
                    </a:lnTo>
                    <a:lnTo>
                      <a:pt x="186" y="1"/>
                    </a:lnTo>
                    <a:lnTo>
                      <a:pt x="188" y="1"/>
                    </a:lnTo>
                    <a:lnTo>
                      <a:pt x="189" y="1"/>
                    </a:lnTo>
                    <a:lnTo>
                      <a:pt x="191" y="1"/>
                    </a:lnTo>
                    <a:lnTo>
                      <a:pt x="192" y="1"/>
                    </a:lnTo>
                    <a:lnTo>
                      <a:pt x="193" y="1"/>
                    </a:lnTo>
                    <a:lnTo>
                      <a:pt x="195" y="1"/>
                    </a:lnTo>
                    <a:lnTo>
                      <a:pt x="196" y="1"/>
                    </a:lnTo>
                    <a:lnTo>
                      <a:pt x="198" y="1"/>
                    </a:lnTo>
                    <a:lnTo>
                      <a:pt x="199" y="1"/>
                    </a:lnTo>
                    <a:lnTo>
                      <a:pt x="200" y="1"/>
                    </a:lnTo>
                    <a:lnTo>
                      <a:pt x="202" y="1"/>
                    </a:lnTo>
                    <a:lnTo>
                      <a:pt x="203" y="1"/>
                    </a:lnTo>
                    <a:lnTo>
                      <a:pt x="205" y="1"/>
                    </a:lnTo>
                    <a:lnTo>
                      <a:pt x="206" y="1"/>
                    </a:lnTo>
                    <a:lnTo>
                      <a:pt x="207" y="1"/>
                    </a:lnTo>
                    <a:lnTo>
                      <a:pt x="209" y="1"/>
                    </a:lnTo>
                    <a:lnTo>
                      <a:pt x="210" y="1"/>
                    </a:lnTo>
                    <a:lnTo>
                      <a:pt x="212" y="1"/>
                    </a:lnTo>
                    <a:lnTo>
                      <a:pt x="213" y="1"/>
                    </a:lnTo>
                    <a:lnTo>
                      <a:pt x="214" y="1"/>
                    </a:lnTo>
                    <a:lnTo>
                      <a:pt x="216" y="1"/>
                    </a:lnTo>
                    <a:lnTo>
                      <a:pt x="217" y="1"/>
                    </a:lnTo>
                    <a:lnTo>
                      <a:pt x="219" y="1"/>
                    </a:lnTo>
                    <a:lnTo>
                      <a:pt x="220" y="0"/>
                    </a:lnTo>
                    <a:lnTo>
                      <a:pt x="222" y="0"/>
                    </a:lnTo>
                    <a:lnTo>
                      <a:pt x="223" y="0"/>
                    </a:lnTo>
                    <a:lnTo>
                      <a:pt x="224" y="0"/>
                    </a:lnTo>
                    <a:lnTo>
                      <a:pt x="226" y="0"/>
                    </a:lnTo>
                    <a:lnTo>
                      <a:pt x="227" y="0"/>
                    </a:lnTo>
                    <a:lnTo>
                      <a:pt x="229" y="0"/>
                    </a:lnTo>
                    <a:lnTo>
                      <a:pt x="230" y="0"/>
                    </a:lnTo>
                    <a:lnTo>
                      <a:pt x="231" y="0"/>
                    </a:lnTo>
                    <a:lnTo>
                      <a:pt x="233" y="0"/>
                    </a:lnTo>
                    <a:lnTo>
                      <a:pt x="234" y="0"/>
                    </a:lnTo>
                    <a:lnTo>
                      <a:pt x="236" y="0"/>
                    </a:lnTo>
                    <a:lnTo>
                      <a:pt x="237" y="0"/>
                    </a:lnTo>
                    <a:lnTo>
                      <a:pt x="238" y="1"/>
                    </a:lnTo>
                    <a:lnTo>
                      <a:pt x="240" y="1"/>
                    </a:lnTo>
                    <a:lnTo>
                      <a:pt x="241" y="1"/>
                    </a:lnTo>
                  </a:path>
                </a:pathLst>
              </a:custGeom>
              <a:noFill/>
              <a:ln cap="flat" cmpd="sng" w="25400">
                <a:solidFill>
                  <a:srgbClr val="228B2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736" name="Google Shape;736;p18"/>
              <p:cNvSpPr/>
              <p:nvPr/>
            </p:nvSpPr>
            <p:spPr>
              <a:xfrm flipH="1" rot="10800000">
                <a:off x="1330325" y="3290888"/>
                <a:ext cx="3192462" cy="769938"/>
              </a:xfrm>
              <a:custGeom>
                <a:rect b="b" l="l" r="r" t="t"/>
                <a:pathLst>
                  <a:path extrusionOk="0" h="521" w="2161">
                    <a:moveTo>
                      <a:pt x="0" y="3"/>
                    </a:moveTo>
                    <a:lnTo>
                      <a:pt x="1" y="3"/>
                    </a:lnTo>
                    <a:lnTo>
                      <a:pt x="3" y="3"/>
                    </a:lnTo>
                    <a:lnTo>
                      <a:pt x="4" y="3"/>
                    </a:lnTo>
                    <a:lnTo>
                      <a:pt x="6" y="3"/>
                    </a:lnTo>
                    <a:lnTo>
                      <a:pt x="7" y="3"/>
                    </a:lnTo>
                    <a:lnTo>
                      <a:pt x="8" y="3"/>
                    </a:lnTo>
                    <a:lnTo>
                      <a:pt x="10" y="3"/>
                    </a:lnTo>
                    <a:lnTo>
                      <a:pt x="11" y="3"/>
                    </a:lnTo>
                    <a:lnTo>
                      <a:pt x="13" y="3"/>
                    </a:lnTo>
                    <a:lnTo>
                      <a:pt x="14" y="3"/>
                    </a:lnTo>
                    <a:lnTo>
                      <a:pt x="15" y="3"/>
                    </a:lnTo>
                    <a:lnTo>
                      <a:pt x="17" y="3"/>
                    </a:lnTo>
                    <a:lnTo>
                      <a:pt x="18" y="3"/>
                    </a:lnTo>
                    <a:lnTo>
                      <a:pt x="20" y="3"/>
                    </a:lnTo>
                    <a:lnTo>
                      <a:pt x="21" y="3"/>
                    </a:lnTo>
                    <a:lnTo>
                      <a:pt x="22" y="3"/>
                    </a:lnTo>
                    <a:lnTo>
                      <a:pt x="24" y="3"/>
                    </a:lnTo>
                    <a:lnTo>
                      <a:pt x="25" y="3"/>
                    </a:lnTo>
                    <a:lnTo>
                      <a:pt x="27" y="3"/>
                    </a:lnTo>
                    <a:lnTo>
                      <a:pt x="28" y="3"/>
                    </a:lnTo>
                    <a:lnTo>
                      <a:pt x="30" y="3"/>
                    </a:lnTo>
                    <a:lnTo>
                      <a:pt x="31" y="3"/>
                    </a:lnTo>
                    <a:lnTo>
                      <a:pt x="32" y="3"/>
                    </a:lnTo>
                    <a:lnTo>
                      <a:pt x="34" y="3"/>
                    </a:lnTo>
                    <a:lnTo>
                      <a:pt x="35" y="3"/>
                    </a:lnTo>
                    <a:lnTo>
                      <a:pt x="37" y="3"/>
                    </a:lnTo>
                    <a:lnTo>
                      <a:pt x="38" y="3"/>
                    </a:lnTo>
                    <a:lnTo>
                      <a:pt x="39" y="3"/>
                    </a:lnTo>
                    <a:lnTo>
                      <a:pt x="41" y="3"/>
                    </a:lnTo>
                    <a:lnTo>
                      <a:pt x="42" y="3"/>
                    </a:lnTo>
                    <a:lnTo>
                      <a:pt x="44" y="3"/>
                    </a:lnTo>
                    <a:lnTo>
                      <a:pt x="45" y="3"/>
                    </a:lnTo>
                    <a:lnTo>
                      <a:pt x="46" y="3"/>
                    </a:lnTo>
                    <a:lnTo>
                      <a:pt x="48" y="3"/>
                    </a:lnTo>
                    <a:lnTo>
                      <a:pt x="49" y="3"/>
                    </a:lnTo>
                    <a:lnTo>
                      <a:pt x="51" y="3"/>
                    </a:lnTo>
                    <a:lnTo>
                      <a:pt x="52" y="3"/>
                    </a:lnTo>
                    <a:lnTo>
                      <a:pt x="53" y="3"/>
                    </a:lnTo>
                    <a:lnTo>
                      <a:pt x="55" y="3"/>
                    </a:lnTo>
                    <a:lnTo>
                      <a:pt x="56" y="3"/>
                    </a:lnTo>
                    <a:lnTo>
                      <a:pt x="58" y="3"/>
                    </a:lnTo>
                    <a:lnTo>
                      <a:pt x="59" y="3"/>
                    </a:lnTo>
                    <a:lnTo>
                      <a:pt x="60" y="3"/>
                    </a:lnTo>
                    <a:lnTo>
                      <a:pt x="62" y="3"/>
                    </a:lnTo>
                    <a:lnTo>
                      <a:pt x="63" y="3"/>
                    </a:lnTo>
                    <a:lnTo>
                      <a:pt x="65" y="3"/>
                    </a:lnTo>
                    <a:lnTo>
                      <a:pt x="66" y="3"/>
                    </a:lnTo>
                    <a:lnTo>
                      <a:pt x="67" y="3"/>
                    </a:lnTo>
                    <a:lnTo>
                      <a:pt x="69" y="3"/>
                    </a:lnTo>
                    <a:lnTo>
                      <a:pt x="70" y="3"/>
                    </a:lnTo>
                    <a:lnTo>
                      <a:pt x="72" y="3"/>
                    </a:lnTo>
                    <a:lnTo>
                      <a:pt x="73" y="3"/>
                    </a:lnTo>
                    <a:lnTo>
                      <a:pt x="74" y="3"/>
                    </a:lnTo>
                    <a:lnTo>
                      <a:pt x="76" y="3"/>
                    </a:lnTo>
                    <a:lnTo>
                      <a:pt x="77" y="3"/>
                    </a:lnTo>
                    <a:lnTo>
                      <a:pt x="79" y="3"/>
                    </a:lnTo>
                    <a:lnTo>
                      <a:pt x="80" y="3"/>
                    </a:lnTo>
                    <a:lnTo>
                      <a:pt x="81" y="3"/>
                    </a:lnTo>
                    <a:lnTo>
                      <a:pt x="83" y="3"/>
                    </a:lnTo>
                    <a:lnTo>
                      <a:pt x="84" y="3"/>
                    </a:lnTo>
                    <a:lnTo>
                      <a:pt x="86" y="3"/>
                    </a:lnTo>
                    <a:lnTo>
                      <a:pt x="87" y="3"/>
                    </a:lnTo>
                    <a:lnTo>
                      <a:pt x="88" y="3"/>
                    </a:lnTo>
                    <a:lnTo>
                      <a:pt x="90" y="3"/>
                    </a:lnTo>
                    <a:lnTo>
                      <a:pt x="91" y="3"/>
                    </a:lnTo>
                    <a:lnTo>
                      <a:pt x="93" y="3"/>
                    </a:lnTo>
                    <a:lnTo>
                      <a:pt x="94" y="3"/>
                    </a:lnTo>
                    <a:lnTo>
                      <a:pt x="96" y="3"/>
                    </a:lnTo>
                    <a:lnTo>
                      <a:pt x="97" y="3"/>
                    </a:lnTo>
                    <a:lnTo>
                      <a:pt x="98" y="3"/>
                    </a:lnTo>
                    <a:lnTo>
                      <a:pt x="100" y="3"/>
                    </a:lnTo>
                    <a:lnTo>
                      <a:pt x="101" y="3"/>
                    </a:lnTo>
                    <a:lnTo>
                      <a:pt x="103" y="3"/>
                    </a:lnTo>
                    <a:lnTo>
                      <a:pt x="104" y="3"/>
                    </a:lnTo>
                    <a:lnTo>
                      <a:pt x="105" y="3"/>
                    </a:lnTo>
                    <a:lnTo>
                      <a:pt x="107" y="3"/>
                    </a:lnTo>
                    <a:lnTo>
                      <a:pt x="108" y="3"/>
                    </a:lnTo>
                    <a:lnTo>
                      <a:pt x="110" y="3"/>
                    </a:lnTo>
                    <a:lnTo>
                      <a:pt x="111" y="3"/>
                    </a:lnTo>
                    <a:lnTo>
                      <a:pt x="112" y="3"/>
                    </a:lnTo>
                    <a:lnTo>
                      <a:pt x="114" y="3"/>
                    </a:lnTo>
                    <a:lnTo>
                      <a:pt x="115" y="3"/>
                    </a:lnTo>
                    <a:lnTo>
                      <a:pt x="117" y="3"/>
                    </a:lnTo>
                    <a:lnTo>
                      <a:pt x="118" y="3"/>
                    </a:lnTo>
                    <a:lnTo>
                      <a:pt x="119" y="3"/>
                    </a:lnTo>
                    <a:lnTo>
                      <a:pt x="121" y="3"/>
                    </a:lnTo>
                    <a:lnTo>
                      <a:pt x="122" y="3"/>
                    </a:lnTo>
                    <a:lnTo>
                      <a:pt x="124" y="3"/>
                    </a:lnTo>
                    <a:lnTo>
                      <a:pt x="125" y="3"/>
                    </a:lnTo>
                    <a:lnTo>
                      <a:pt x="126" y="3"/>
                    </a:lnTo>
                    <a:lnTo>
                      <a:pt x="128" y="3"/>
                    </a:lnTo>
                    <a:lnTo>
                      <a:pt x="129" y="3"/>
                    </a:lnTo>
                    <a:lnTo>
                      <a:pt x="131" y="3"/>
                    </a:lnTo>
                    <a:lnTo>
                      <a:pt x="132" y="3"/>
                    </a:lnTo>
                    <a:lnTo>
                      <a:pt x="133" y="3"/>
                    </a:lnTo>
                    <a:lnTo>
                      <a:pt x="135" y="3"/>
                    </a:lnTo>
                    <a:lnTo>
                      <a:pt x="136" y="3"/>
                    </a:lnTo>
                    <a:lnTo>
                      <a:pt x="138" y="3"/>
                    </a:lnTo>
                    <a:lnTo>
                      <a:pt x="139" y="3"/>
                    </a:lnTo>
                    <a:lnTo>
                      <a:pt x="140" y="3"/>
                    </a:lnTo>
                    <a:lnTo>
                      <a:pt x="142" y="3"/>
                    </a:lnTo>
                    <a:lnTo>
                      <a:pt x="143" y="3"/>
                    </a:lnTo>
                    <a:lnTo>
                      <a:pt x="145" y="3"/>
                    </a:lnTo>
                    <a:lnTo>
                      <a:pt x="146" y="3"/>
                    </a:lnTo>
                    <a:lnTo>
                      <a:pt x="147" y="3"/>
                    </a:lnTo>
                    <a:lnTo>
                      <a:pt x="149" y="3"/>
                    </a:lnTo>
                    <a:lnTo>
                      <a:pt x="150" y="3"/>
                    </a:lnTo>
                    <a:lnTo>
                      <a:pt x="152" y="3"/>
                    </a:lnTo>
                    <a:lnTo>
                      <a:pt x="153" y="3"/>
                    </a:lnTo>
                    <a:lnTo>
                      <a:pt x="154" y="3"/>
                    </a:lnTo>
                    <a:lnTo>
                      <a:pt x="156" y="3"/>
                    </a:lnTo>
                    <a:lnTo>
                      <a:pt x="157" y="3"/>
                    </a:lnTo>
                    <a:lnTo>
                      <a:pt x="159" y="3"/>
                    </a:lnTo>
                    <a:lnTo>
                      <a:pt x="160" y="2"/>
                    </a:lnTo>
                    <a:lnTo>
                      <a:pt x="162" y="3"/>
                    </a:lnTo>
                    <a:lnTo>
                      <a:pt x="163" y="3"/>
                    </a:lnTo>
                    <a:lnTo>
                      <a:pt x="164" y="23"/>
                    </a:lnTo>
                    <a:lnTo>
                      <a:pt x="166" y="2"/>
                    </a:lnTo>
                    <a:lnTo>
                      <a:pt x="167" y="4"/>
                    </a:lnTo>
                    <a:lnTo>
                      <a:pt x="169" y="4"/>
                    </a:lnTo>
                    <a:lnTo>
                      <a:pt x="170" y="4"/>
                    </a:lnTo>
                    <a:lnTo>
                      <a:pt x="171" y="3"/>
                    </a:lnTo>
                    <a:lnTo>
                      <a:pt x="173" y="3"/>
                    </a:lnTo>
                    <a:lnTo>
                      <a:pt x="174" y="2"/>
                    </a:lnTo>
                    <a:lnTo>
                      <a:pt x="176" y="2"/>
                    </a:lnTo>
                    <a:lnTo>
                      <a:pt x="177" y="1"/>
                    </a:lnTo>
                    <a:lnTo>
                      <a:pt x="178" y="1"/>
                    </a:lnTo>
                    <a:lnTo>
                      <a:pt x="180" y="1"/>
                    </a:lnTo>
                    <a:lnTo>
                      <a:pt x="181" y="1"/>
                    </a:lnTo>
                    <a:lnTo>
                      <a:pt x="183" y="0"/>
                    </a:lnTo>
                    <a:lnTo>
                      <a:pt x="184" y="0"/>
                    </a:lnTo>
                    <a:lnTo>
                      <a:pt x="185" y="0"/>
                    </a:lnTo>
                    <a:lnTo>
                      <a:pt x="187" y="0"/>
                    </a:lnTo>
                    <a:lnTo>
                      <a:pt x="188" y="1"/>
                    </a:lnTo>
                    <a:lnTo>
                      <a:pt x="190" y="1"/>
                    </a:lnTo>
                    <a:lnTo>
                      <a:pt x="191" y="1"/>
                    </a:lnTo>
                    <a:lnTo>
                      <a:pt x="192" y="1"/>
                    </a:lnTo>
                    <a:lnTo>
                      <a:pt x="194" y="2"/>
                    </a:lnTo>
                    <a:lnTo>
                      <a:pt x="195" y="2"/>
                    </a:lnTo>
                    <a:lnTo>
                      <a:pt x="197" y="3"/>
                    </a:lnTo>
                    <a:lnTo>
                      <a:pt x="198" y="4"/>
                    </a:lnTo>
                    <a:lnTo>
                      <a:pt x="199" y="4"/>
                    </a:lnTo>
                    <a:lnTo>
                      <a:pt x="201" y="5"/>
                    </a:lnTo>
                    <a:lnTo>
                      <a:pt x="202" y="6"/>
                    </a:lnTo>
                    <a:lnTo>
                      <a:pt x="204" y="7"/>
                    </a:lnTo>
                    <a:lnTo>
                      <a:pt x="205" y="8"/>
                    </a:lnTo>
                    <a:lnTo>
                      <a:pt x="206" y="9"/>
                    </a:lnTo>
                    <a:lnTo>
                      <a:pt x="208" y="10"/>
                    </a:lnTo>
                    <a:lnTo>
                      <a:pt x="209" y="11"/>
                    </a:lnTo>
                    <a:lnTo>
                      <a:pt x="211" y="13"/>
                    </a:lnTo>
                    <a:lnTo>
                      <a:pt x="212" y="15"/>
                    </a:lnTo>
                    <a:lnTo>
                      <a:pt x="213" y="16"/>
                    </a:lnTo>
                    <a:lnTo>
                      <a:pt x="215" y="18"/>
                    </a:lnTo>
                    <a:lnTo>
                      <a:pt x="216" y="20"/>
                    </a:lnTo>
                    <a:lnTo>
                      <a:pt x="218" y="23"/>
                    </a:lnTo>
                    <a:lnTo>
                      <a:pt x="219" y="25"/>
                    </a:lnTo>
                    <a:lnTo>
                      <a:pt x="221" y="27"/>
                    </a:lnTo>
                    <a:lnTo>
                      <a:pt x="222" y="30"/>
                    </a:lnTo>
                    <a:lnTo>
                      <a:pt x="223" y="33"/>
                    </a:lnTo>
                    <a:lnTo>
                      <a:pt x="225" y="35"/>
                    </a:lnTo>
                    <a:lnTo>
                      <a:pt x="226" y="38"/>
                    </a:lnTo>
                    <a:lnTo>
                      <a:pt x="228" y="41"/>
                    </a:lnTo>
                    <a:lnTo>
                      <a:pt x="229" y="44"/>
                    </a:lnTo>
                    <a:lnTo>
                      <a:pt x="230" y="47"/>
                    </a:lnTo>
                    <a:lnTo>
                      <a:pt x="232" y="51"/>
                    </a:lnTo>
                    <a:lnTo>
                      <a:pt x="233" y="54"/>
                    </a:lnTo>
                    <a:lnTo>
                      <a:pt x="235" y="57"/>
                    </a:lnTo>
                    <a:lnTo>
                      <a:pt x="236" y="60"/>
                    </a:lnTo>
                    <a:lnTo>
                      <a:pt x="237" y="64"/>
                    </a:lnTo>
                    <a:lnTo>
                      <a:pt x="239" y="67"/>
                    </a:lnTo>
                    <a:lnTo>
                      <a:pt x="240" y="70"/>
                    </a:lnTo>
                    <a:lnTo>
                      <a:pt x="242" y="74"/>
                    </a:lnTo>
                    <a:lnTo>
                      <a:pt x="243" y="77"/>
                    </a:lnTo>
                    <a:lnTo>
                      <a:pt x="244" y="81"/>
                    </a:lnTo>
                    <a:lnTo>
                      <a:pt x="246" y="85"/>
                    </a:lnTo>
                    <a:lnTo>
                      <a:pt x="247" y="88"/>
                    </a:lnTo>
                    <a:lnTo>
                      <a:pt x="249" y="92"/>
                    </a:lnTo>
                    <a:lnTo>
                      <a:pt x="250" y="95"/>
                    </a:lnTo>
                    <a:lnTo>
                      <a:pt x="251" y="99"/>
                    </a:lnTo>
                    <a:lnTo>
                      <a:pt x="253" y="103"/>
                    </a:lnTo>
                    <a:lnTo>
                      <a:pt x="254" y="106"/>
                    </a:lnTo>
                    <a:lnTo>
                      <a:pt x="256" y="110"/>
                    </a:lnTo>
                    <a:lnTo>
                      <a:pt x="257" y="114"/>
                    </a:lnTo>
                    <a:lnTo>
                      <a:pt x="258" y="118"/>
                    </a:lnTo>
                    <a:lnTo>
                      <a:pt x="260" y="121"/>
                    </a:lnTo>
                    <a:lnTo>
                      <a:pt x="261" y="125"/>
                    </a:lnTo>
                    <a:lnTo>
                      <a:pt x="263" y="129"/>
                    </a:lnTo>
                    <a:lnTo>
                      <a:pt x="264" y="133"/>
                    </a:lnTo>
                    <a:lnTo>
                      <a:pt x="265" y="136"/>
                    </a:lnTo>
                    <a:lnTo>
                      <a:pt x="267" y="140"/>
                    </a:lnTo>
                    <a:lnTo>
                      <a:pt x="268" y="144"/>
                    </a:lnTo>
                    <a:lnTo>
                      <a:pt x="270" y="148"/>
                    </a:lnTo>
                    <a:lnTo>
                      <a:pt x="271" y="152"/>
                    </a:lnTo>
                    <a:lnTo>
                      <a:pt x="272" y="155"/>
                    </a:lnTo>
                    <a:lnTo>
                      <a:pt x="274" y="159"/>
                    </a:lnTo>
                    <a:lnTo>
                      <a:pt x="275" y="163"/>
                    </a:lnTo>
                    <a:lnTo>
                      <a:pt x="277" y="167"/>
                    </a:lnTo>
                    <a:lnTo>
                      <a:pt x="278" y="171"/>
                    </a:lnTo>
                    <a:lnTo>
                      <a:pt x="279" y="174"/>
                    </a:lnTo>
                    <a:lnTo>
                      <a:pt x="281" y="178"/>
                    </a:lnTo>
                    <a:lnTo>
                      <a:pt x="282" y="182"/>
                    </a:lnTo>
                    <a:lnTo>
                      <a:pt x="284" y="186"/>
                    </a:lnTo>
                    <a:lnTo>
                      <a:pt x="285" y="190"/>
                    </a:lnTo>
                    <a:lnTo>
                      <a:pt x="287" y="193"/>
                    </a:lnTo>
                    <a:lnTo>
                      <a:pt x="288" y="197"/>
                    </a:lnTo>
                    <a:lnTo>
                      <a:pt x="289" y="201"/>
                    </a:lnTo>
                    <a:lnTo>
                      <a:pt x="291" y="205"/>
                    </a:lnTo>
                    <a:lnTo>
                      <a:pt x="292" y="208"/>
                    </a:lnTo>
                    <a:lnTo>
                      <a:pt x="294" y="212"/>
                    </a:lnTo>
                    <a:lnTo>
                      <a:pt x="295" y="216"/>
                    </a:lnTo>
                    <a:lnTo>
                      <a:pt x="296" y="220"/>
                    </a:lnTo>
                    <a:lnTo>
                      <a:pt x="298" y="223"/>
                    </a:lnTo>
                    <a:lnTo>
                      <a:pt x="299" y="227"/>
                    </a:lnTo>
                    <a:lnTo>
                      <a:pt x="301" y="231"/>
                    </a:lnTo>
                    <a:lnTo>
                      <a:pt x="302" y="234"/>
                    </a:lnTo>
                    <a:lnTo>
                      <a:pt x="303" y="238"/>
                    </a:lnTo>
                    <a:lnTo>
                      <a:pt x="305" y="241"/>
                    </a:lnTo>
                    <a:lnTo>
                      <a:pt x="306" y="245"/>
                    </a:lnTo>
                    <a:lnTo>
                      <a:pt x="308" y="248"/>
                    </a:lnTo>
                    <a:lnTo>
                      <a:pt x="309" y="252"/>
                    </a:lnTo>
                    <a:lnTo>
                      <a:pt x="310" y="255"/>
                    </a:lnTo>
                    <a:lnTo>
                      <a:pt x="312" y="258"/>
                    </a:lnTo>
                    <a:lnTo>
                      <a:pt x="313" y="262"/>
                    </a:lnTo>
                    <a:lnTo>
                      <a:pt x="315" y="265"/>
                    </a:lnTo>
                    <a:lnTo>
                      <a:pt x="316" y="268"/>
                    </a:lnTo>
                    <a:lnTo>
                      <a:pt x="317" y="271"/>
                    </a:lnTo>
                    <a:lnTo>
                      <a:pt x="319" y="275"/>
                    </a:lnTo>
                    <a:lnTo>
                      <a:pt x="320" y="278"/>
                    </a:lnTo>
                    <a:lnTo>
                      <a:pt x="322" y="281"/>
                    </a:lnTo>
                    <a:lnTo>
                      <a:pt x="323" y="284"/>
                    </a:lnTo>
                    <a:lnTo>
                      <a:pt x="324" y="287"/>
                    </a:lnTo>
                    <a:lnTo>
                      <a:pt x="326" y="290"/>
                    </a:lnTo>
                    <a:lnTo>
                      <a:pt x="327" y="293"/>
                    </a:lnTo>
                    <a:lnTo>
                      <a:pt x="329" y="297"/>
                    </a:lnTo>
                    <a:lnTo>
                      <a:pt x="330" y="300"/>
                    </a:lnTo>
                    <a:lnTo>
                      <a:pt x="331" y="302"/>
                    </a:lnTo>
                    <a:lnTo>
                      <a:pt x="333" y="305"/>
                    </a:lnTo>
                    <a:lnTo>
                      <a:pt x="334" y="308"/>
                    </a:lnTo>
                    <a:lnTo>
                      <a:pt x="336" y="311"/>
                    </a:lnTo>
                    <a:lnTo>
                      <a:pt x="337" y="314"/>
                    </a:lnTo>
                    <a:lnTo>
                      <a:pt x="338" y="317"/>
                    </a:lnTo>
                    <a:lnTo>
                      <a:pt x="340" y="320"/>
                    </a:lnTo>
                    <a:lnTo>
                      <a:pt x="341" y="323"/>
                    </a:lnTo>
                    <a:lnTo>
                      <a:pt x="343" y="325"/>
                    </a:lnTo>
                    <a:lnTo>
                      <a:pt x="344" y="328"/>
                    </a:lnTo>
                    <a:lnTo>
                      <a:pt x="345" y="331"/>
                    </a:lnTo>
                    <a:lnTo>
                      <a:pt x="347" y="334"/>
                    </a:lnTo>
                    <a:lnTo>
                      <a:pt x="348" y="336"/>
                    </a:lnTo>
                    <a:lnTo>
                      <a:pt x="350" y="339"/>
                    </a:lnTo>
                    <a:lnTo>
                      <a:pt x="351" y="342"/>
                    </a:lnTo>
                    <a:lnTo>
                      <a:pt x="353" y="344"/>
                    </a:lnTo>
                    <a:lnTo>
                      <a:pt x="354" y="347"/>
                    </a:lnTo>
                    <a:lnTo>
                      <a:pt x="355" y="350"/>
                    </a:lnTo>
                    <a:lnTo>
                      <a:pt x="357" y="352"/>
                    </a:lnTo>
                    <a:lnTo>
                      <a:pt x="358" y="355"/>
                    </a:lnTo>
                    <a:lnTo>
                      <a:pt x="360" y="357"/>
                    </a:lnTo>
                    <a:lnTo>
                      <a:pt x="361" y="360"/>
                    </a:lnTo>
                    <a:lnTo>
                      <a:pt x="362" y="362"/>
                    </a:lnTo>
                    <a:lnTo>
                      <a:pt x="364" y="365"/>
                    </a:lnTo>
                    <a:lnTo>
                      <a:pt x="365" y="367"/>
                    </a:lnTo>
                    <a:lnTo>
                      <a:pt x="367" y="370"/>
                    </a:lnTo>
                    <a:lnTo>
                      <a:pt x="368" y="372"/>
                    </a:lnTo>
                    <a:lnTo>
                      <a:pt x="369" y="375"/>
                    </a:lnTo>
                    <a:lnTo>
                      <a:pt x="371" y="377"/>
                    </a:lnTo>
                    <a:lnTo>
                      <a:pt x="372" y="379"/>
                    </a:lnTo>
                    <a:lnTo>
                      <a:pt x="374" y="382"/>
                    </a:lnTo>
                    <a:lnTo>
                      <a:pt x="375" y="384"/>
                    </a:lnTo>
                    <a:lnTo>
                      <a:pt x="376" y="386"/>
                    </a:lnTo>
                    <a:lnTo>
                      <a:pt x="378" y="389"/>
                    </a:lnTo>
                    <a:lnTo>
                      <a:pt x="379" y="391"/>
                    </a:lnTo>
                    <a:lnTo>
                      <a:pt x="381" y="393"/>
                    </a:lnTo>
                    <a:lnTo>
                      <a:pt x="382" y="395"/>
                    </a:lnTo>
                    <a:lnTo>
                      <a:pt x="383" y="397"/>
                    </a:lnTo>
                    <a:lnTo>
                      <a:pt x="385" y="399"/>
                    </a:lnTo>
                    <a:lnTo>
                      <a:pt x="386" y="401"/>
                    </a:lnTo>
                    <a:lnTo>
                      <a:pt x="388" y="404"/>
                    </a:lnTo>
                    <a:lnTo>
                      <a:pt x="389" y="406"/>
                    </a:lnTo>
                    <a:lnTo>
                      <a:pt x="390" y="407"/>
                    </a:lnTo>
                    <a:lnTo>
                      <a:pt x="392" y="409"/>
                    </a:lnTo>
                    <a:lnTo>
                      <a:pt x="393" y="411"/>
                    </a:lnTo>
                    <a:lnTo>
                      <a:pt x="395" y="413"/>
                    </a:lnTo>
                    <a:lnTo>
                      <a:pt x="396" y="415"/>
                    </a:lnTo>
                    <a:lnTo>
                      <a:pt x="397" y="417"/>
                    </a:lnTo>
                    <a:lnTo>
                      <a:pt x="399" y="419"/>
                    </a:lnTo>
                    <a:lnTo>
                      <a:pt x="400" y="420"/>
                    </a:lnTo>
                    <a:lnTo>
                      <a:pt x="402" y="422"/>
                    </a:lnTo>
                    <a:lnTo>
                      <a:pt x="403" y="424"/>
                    </a:lnTo>
                    <a:lnTo>
                      <a:pt x="404" y="426"/>
                    </a:lnTo>
                    <a:lnTo>
                      <a:pt x="406" y="427"/>
                    </a:lnTo>
                    <a:lnTo>
                      <a:pt x="407" y="429"/>
                    </a:lnTo>
                    <a:lnTo>
                      <a:pt x="409" y="431"/>
                    </a:lnTo>
                    <a:lnTo>
                      <a:pt x="410" y="432"/>
                    </a:lnTo>
                    <a:lnTo>
                      <a:pt x="412" y="434"/>
                    </a:lnTo>
                    <a:lnTo>
                      <a:pt x="413" y="435"/>
                    </a:lnTo>
                    <a:lnTo>
                      <a:pt x="414" y="437"/>
                    </a:lnTo>
                    <a:lnTo>
                      <a:pt x="416" y="439"/>
                    </a:lnTo>
                    <a:lnTo>
                      <a:pt x="417" y="440"/>
                    </a:lnTo>
                    <a:lnTo>
                      <a:pt x="419" y="442"/>
                    </a:lnTo>
                    <a:lnTo>
                      <a:pt x="420" y="443"/>
                    </a:lnTo>
                    <a:lnTo>
                      <a:pt x="421" y="444"/>
                    </a:lnTo>
                    <a:lnTo>
                      <a:pt x="423" y="446"/>
                    </a:lnTo>
                    <a:lnTo>
                      <a:pt x="424" y="447"/>
                    </a:lnTo>
                    <a:lnTo>
                      <a:pt x="426" y="449"/>
                    </a:lnTo>
                    <a:lnTo>
                      <a:pt x="427" y="450"/>
                    </a:lnTo>
                    <a:lnTo>
                      <a:pt x="428" y="451"/>
                    </a:lnTo>
                    <a:lnTo>
                      <a:pt x="430" y="453"/>
                    </a:lnTo>
                    <a:lnTo>
                      <a:pt x="431" y="454"/>
                    </a:lnTo>
                    <a:lnTo>
                      <a:pt x="433" y="455"/>
                    </a:lnTo>
                    <a:lnTo>
                      <a:pt x="434" y="456"/>
                    </a:lnTo>
                    <a:lnTo>
                      <a:pt x="435" y="458"/>
                    </a:lnTo>
                    <a:lnTo>
                      <a:pt x="437" y="459"/>
                    </a:lnTo>
                    <a:lnTo>
                      <a:pt x="438" y="460"/>
                    </a:lnTo>
                    <a:lnTo>
                      <a:pt x="440" y="461"/>
                    </a:lnTo>
                    <a:lnTo>
                      <a:pt x="441" y="462"/>
                    </a:lnTo>
                    <a:lnTo>
                      <a:pt x="442" y="464"/>
                    </a:lnTo>
                    <a:lnTo>
                      <a:pt x="444" y="465"/>
                    </a:lnTo>
                    <a:lnTo>
                      <a:pt x="445" y="466"/>
                    </a:lnTo>
                    <a:lnTo>
                      <a:pt x="447" y="467"/>
                    </a:lnTo>
                    <a:lnTo>
                      <a:pt x="448" y="468"/>
                    </a:lnTo>
                    <a:lnTo>
                      <a:pt x="449" y="469"/>
                    </a:lnTo>
                    <a:lnTo>
                      <a:pt x="451" y="470"/>
                    </a:lnTo>
                    <a:lnTo>
                      <a:pt x="452" y="471"/>
                    </a:lnTo>
                    <a:lnTo>
                      <a:pt x="454" y="472"/>
                    </a:lnTo>
                    <a:lnTo>
                      <a:pt x="455" y="473"/>
                    </a:lnTo>
                    <a:lnTo>
                      <a:pt x="456" y="474"/>
                    </a:lnTo>
                    <a:lnTo>
                      <a:pt x="458" y="475"/>
                    </a:lnTo>
                    <a:lnTo>
                      <a:pt x="459" y="476"/>
                    </a:lnTo>
                    <a:lnTo>
                      <a:pt x="461" y="477"/>
                    </a:lnTo>
                    <a:lnTo>
                      <a:pt x="462" y="478"/>
                    </a:lnTo>
                    <a:lnTo>
                      <a:pt x="463" y="479"/>
                    </a:lnTo>
                    <a:lnTo>
                      <a:pt x="465" y="480"/>
                    </a:lnTo>
                    <a:lnTo>
                      <a:pt x="466" y="481"/>
                    </a:lnTo>
                    <a:lnTo>
                      <a:pt x="468" y="482"/>
                    </a:lnTo>
                    <a:lnTo>
                      <a:pt x="469" y="482"/>
                    </a:lnTo>
                    <a:lnTo>
                      <a:pt x="470" y="483"/>
                    </a:lnTo>
                    <a:lnTo>
                      <a:pt x="472" y="484"/>
                    </a:lnTo>
                    <a:lnTo>
                      <a:pt x="473" y="485"/>
                    </a:lnTo>
                    <a:lnTo>
                      <a:pt x="475" y="486"/>
                    </a:lnTo>
                    <a:lnTo>
                      <a:pt x="476" y="486"/>
                    </a:lnTo>
                    <a:lnTo>
                      <a:pt x="478" y="487"/>
                    </a:lnTo>
                    <a:lnTo>
                      <a:pt x="479" y="488"/>
                    </a:lnTo>
                    <a:lnTo>
                      <a:pt x="480" y="489"/>
                    </a:lnTo>
                    <a:lnTo>
                      <a:pt x="482" y="489"/>
                    </a:lnTo>
                    <a:lnTo>
                      <a:pt x="483" y="490"/>
                    </a:lnTo>
                    <a:lnTo>
                      <a:pt x="485" y="491"/>
                    </a:lnTo>
                    <a:lnTo>
                      <a:pt x="486" y="491"/>
                    </a:lnTo>
                    <a:lnTo>
                      <a:pt x="487" y="492"/>
                    </a:lnTo>
                    <a:lnTo>
                      <a:pt x="489" y="493"/>
                    </a:lnTo>
                    <a:lnTo>
                      <a:pt x="490" y="493"/>
                    </a:lnTo>
                    <a:lnTo>
                      <a:pt x="492" y="494"/>
                    </a:lnTo>
                    <a:lnTo>
                      <a:pt x="493" y="495"/>
                    </a:lnTo>
                    <a:lnTo>
                      <a:pt x="494" y="495"/>
                    </a:lnTo>
                    <a:lnTo>
                      <a:pt x="496" y="496"/>
                    </a:lnTo>
                    <a:lnTo>
                      <a:pt x="497" y="496"/>
                    </a:lnTo>
                    <a:lnTo>
                      <a:pt x="499" y="497"/>
                    </a:lnTo>
                    <a:lnTo>
                      <a:pt x="500" y="498"/>
                    </a:lnTo>
                    <a:lnTo>
                      <a:pt x="501" y="498"/>
                    </a:lnTo>
                    <a:lnTo>
                      <a:pt x="503" y="499"/>
                    </a:lnTo>
                    <a:lnTo>
                      <a:pt x="504" y="499"/>
                    </a:lnTo>
                    <a:lnTo>
                      <a:pt x="506" y="500"/>
                    </a:lnTo>
                    <a:lnTo>
                      <a:pt x="507" y="500"/>
                    </a:lnTo>
                    <a:lnTo>
                      <a:pt x="508" y="501"/>
                    </a:lnTo>
                    <a:lnTo>
                      <a:pt x="510" y="501"/>
                    </a:lnTo>
                    <a:lnTo>
                      <a:pt x="511" y="501"/>
                    </a:lnTo>
                    <a:lnTo>
                      <a:pt x="513" y="502"/>
                    </a:lnTo>
                    <a:lnTo>
                      <a:pt x="514" y="502"/>
                    </a:lnTo>
                    <a:lnTo>
                      <a:pt x="515" y="503"/>
                    </a:lnTo>
                    <a:lnTo>
                      <a:pt x="517" y="503"/>
                    </a:lnTo>
                    <a:lnTo>
                      <a:pt x="518" y="504"/>
                    </a:lnTo>
                    <a:lnTo>
                      <a:pt x="520" y="504"/>
                    </a:lnTo>
                    <a:lnTo>
                      <a:pt x="521" y="504"/>
                    </a:lnTo>
                    <a:lnTo>
                      <a:pt x="522" y="505"/>
                    </a:lnTo>
                    <a:lnTo>
                      <a:pt x="524" y="505"/>
                    </a:lnTo>
                    <a:lnTo>
                      <a:pt x="525" y="505"/>
                    </a:lnTo>
                    <a:lnTo>
                      <a:pt x="527" y="506"/>
                    </a:lnTo>
                    <a:lnTo>
                      <a:pt x="528" y="506"/>
                    </a:lnTo>
                    <a:lnTo>
                      <a:pt x="529" y="506"/>
                    </a:lnTo>
                    <a:lnTo>
                      <a:pt x="531" y="507"/>
                    </a:lnTo>
                    <a:lnTo>
                      <a:pt x="532" y="507"/>
                    </a:lnTo>
                    <a:lnTo>
                      <a:pt x="534" y="507"/>
                    </a:lnTo>
                    <a:lnTo>
                      <a:pt x="535" y="508"/>
                    </a:lnTo>
                    <a:lnTo>
                      <a:pt x="537" y="508"/>
                    </a:lnTo>
                    <a:lnTo>
                      <a:pt x="538" y="508"/>
                    </a:lnTo>
                    <a:lnTo>
                      <a:pt x="539" y="509"/>
                    </a:lnTo>
                    <a:lnTo>
                      <a:pt x="541" y="509"/>
                    </a:lnTo>
                    <a:lnTo>
                      <a:pt x="542" y="509"/>
                    </a:lnTo>
                    <a:lnTo>
                      <a:pt x="544" y="510"/>
                    </a:lnTo>
                    <a:lnTo>
                      <a:pt x="545" y="510"/>
                    </a:lnTo>
                    <a:lnTo>
                      <a:pt x="546" y="510"/>
                    </a:lnTo>
                    <a:lnTo>
                      <a:pt x="548" y="510"/>
                    </a:lnTo>
                    <a:lnTo>
                      <a:pt x="549" y="511"/>
                    </a:lnTo>
                    <a:lnTo>
                      <a:pt x="551" y="511"/>
                    </a:lnTo>
                    <a:lnTo>
                      <a:pt x="552" y="511"/>
                    </a:lnTo>
                    <a:lnTo>
                      <a:pt x="553" y="511"/>
                    </a:lnTo>
                    <a:lnTo>
                      <a:pt x="555" y="511"/>
                    </a:lnTo>
                    <a:lnTo>
                      <a:pt x="556" y="512"/>
                    </a:lnTo>
                    <a:lnTo>
                      <a:pt x="558" y="512"/>
                    </a:lnTo>
                    <a:lnTo>
                      <a:pt x="559" y="512"/>
                    </a:lnTo>
                    <a:lnTo>
                      <a:pt x="560" y="512"/>
                    </a:lnTo>
                    <a:lnTo>
                      <a:pt x="562" y="513"/>
                    </a:lnTo>
                    <a:lnTo>
                      <a:pt x="563" y="513"/>
                    </a:lnTo>
                    <a:lnTo>
                      <a:pt x="565" y="513"/>
                    </a:lnTo>
                    <a:lnTo>
                      <a:pt x="566" y="513"/>
                    </a:lnTo>
                    <a:lnTo>
                      <a:pt x="567" y="513"/>
                    </a:lnTo>
                    <a:lnTo>
                      <a:pt x="569" y="514"/>
                    </a:lnTo>
                    <a:lnTo>
                      <a:pt x="570" y="514"/>
                    </a:lnTo>
                    <a:lnTo>
                      <a:pt x="572" y="514"/>
                    </a:lnTo>
                    <a:lnTo>
                      <a:pt x="573" y="514"/>
                    </a:lnTo>
                    <a:lnTo>
                      <a:pt x="574" y="514"/>
                    </a:lnTo>
                    <a:lnTo>
                      <a:pt x="576" y="515"/>
                    </a:lnTo>
                    <a:lnTo>
                      <a:pt x="577" y="515"/>
                    </a:lnTo>
                    <a:lnTo>
                      <a:pt x="579" y="515"/>
                    </a:lnTo>
                    <a:lnTo>
                      <a:pt x="580" y="515"/>
                    </a:lnTo>
                    <a:lnTo>
                      <a:pt x="581" y="515"/>
                    </a:lnTo>
                    <a:lnTo>
                      <a:pt x="583" y="516"/>
                    </a:lnTo>
                    <a:lnTo>
                      <a:pt x="584" y="489"/>
                    </a:lnTo>
                    <a:lnTo>
                      <a:pt x="586" y="518"/>
                    </a:lnTo>
                    <a:lnTo>
                      <a:pt x="587" y="516"/>
                    </a:lnTo>
                    <a:lnTo>
                      <a:pt x="588" y="516"/>
                    </a:lnTo>
                    <a:lnTo>
                      <a:pt x="590" y="516"/>
                    </a:lnTo>
                    <a:lnTo>
                      <a:pt x="591" y="516"/>
                    </a:lnTo>
                    <a:lnTo>
                      <a:pt x="593" y="516"/>
                    </a:lnTo>
                    <a:lnTo>
                      <a:pt x="594" y="516"/>
                    </a:lnTo>
                    <a:lnTo>
                      <a:pt x="595" y="516"/>
                    </a:lnTo>
                    <a:lnTo>
                      <a:pt x="597" y="516"/>
                    </a:lnTo>
                    <a:lnTo>
                      <a:pt x="598" y="516"/>
                    </a:lnTo>
                    <a:lnTo>
                      <a:pt x="600" y="516"/>
                    </a:lnTo>
                    <a:lnTo>
                      <a:pt x="601" y="517"/>
                    </a:lnTo>
                    <a:lnTo>
                      <a:pt x="603" y="517"/>
                    </a:lnTo>
                    <a:lnTo>
                      <a:pt x="604" y="517"/>
                    </a:lnTo>
                    <a:lnTo>
                      <a:pt x="605" y="517"/>
                    </a:lnTo>
                    <a:lnTo>
                      <a:pt x="607" y="517"/>
                    </a:lnTo>
                    <a:lnTo>
                      <a:pt x="608" y="517"/>
                    </a:lnTo>
                    <a:lnTo>
                      <a:pt x="610" y="518"/>
                    </a:lnTo>
                    <a:lnTo>
                      <a:pt x="611" y="518"/>
                    </a:lnTo>
                    <a:lnTo>
                      <a:pt x="612" y="518"/>
                    </a:lnTo>
                    <a:lnTo>
                      <a:pt x="614" y="518"/>
                    </a:lnTo>
                    <a:lnTo>
                      <a:pt x="615" y="518"/>
                    </a:lnTo>
                    <a:lnTo>
                      <a:pt x="617" y="518"/>
                    </a:lnTo>
                    <a:lnTo>
                      <a:pt x="618" y="518"/>
                    </a:lnTo>
                    <a:lnTo>
                      <a:pt x="619" y="518"/>
                    </a:lnTo>
                    <a:lnTo>
                      <a:pt x="621" y="518"/>
                    </a:lnTo>
                    <a:lnTo>
                      <a:pt x="622" y="519"/>
                    </a:lnTo>
                    <a:lnTo>
                      <a:pt x="624" y="519"/>
                    </a:lnTo>
                    <a:lnTo>
                      <a:pt x="625" y="519"/>
                    </a:lnTo>
                    <a:lnTo>
                      <a:pt x="626" y="519"/>
                    </a:lnTo>
                    <a:lnTo>
                      <a:pt x="628" y="519"/>
                    </a:lnTo>
                    <a:lnTo>
                      <a:pt x="629" y="519"/>
                    </a:lnTo>
                    <a:lnTo>
                      <a:pt x="631" y="519"/>
                    </a:lnTo>
                    <a:lnTo>
                      <a:pt x="632" y="519"/>
                    </a:lnTo>
                    <a:lnTo>
                      <a:pt x="633" y="519"/>
                    </a:lnTo>
                    <a:lnTo>
                      <a:pt x="635" y="519"/>
                    </a:lnTo>
                    <a:lnTo>
                      <a:pt x="636" y="520"/>
                    </a:lnTo>
                    <a:lnTo>
                      <a:pt x="638" y="520"/>
                    </a:lnTo>
                    <a:lnTo>
                      <a:pt x="639" y="520"/>
                    </a:lnTo>
                    <a:lnTo>
                      <a:pt x="640" y="520"/>
                    </a:lnTo>
                    <a:lnTo>
                      <a:pt x="642" y="520"/>
                    </a:lnTo>
                    <a:lnTo>
                      <a:pt x="643" y="520"/>
                    </a:lnTo>
                    <a:lnTo>
                      <a:pt x="645" y="520"/>
                    </a:lnTo>
                    <a:lnTo>
                      <a:pt x="646" y="520"/>
                    </a:lnTo>
                    <a:lnTo>
                      <a:pt x="647" y="520"/>
                    </a:lnTo>
                    <a:lnTo>
                      <a:pt x="649" y="520"/>
                    </a:lnTo>
                    <a:lnTo>
                      <a:pt x="650" y="520"/>
                    </a:lnTo>
                    <a:lnTo>
                      <a:pt x="652" y="520"/>
                    </a:lnTo>
                    <a:lnTo>
                      <a:pt x="653" y="520"/>
                    </a:lnTo>
                    <a:lnTo>
                      <a:pt x="654" y="520"/>
                    </a:lnTo>
                    <a:lnTo>
                      <a:pt x="656" y="520"/>
                    </a:lnTo>
                    <a:lnTo>
                      <a:pt x="657" y="520"/>
                    </a:lnTo>
                    <a:lnTo>
                      <a:pt x="659" y="521"/>
                    </a:lnTo>
                    <a:lnTo>
                      <a:pt x="660" y="521"/>
                    </a:lnTo>
                    <a:lnTo>
                      <a:pt x="661" y="521"/>
                    </a:lnTo>
                    <a:lnTo>
                      <a:pt x="663" y="521"/>
                    </a:lnTo>
                    <a:lnTo>
                      <a:pt x="664" y="521"/>
                    </a:lnTo>
                    <a:lnTo>
                      <a:pt x="666" y="521"/>
                    </a:lnTo>
                    <a:lnTo>
                      <a:pt x="667" y="521"/>
                    </a:lnTo>
                    <a:lnTo>
                      <a:pt x="669" y="521"/>
                    </a:lnTo>
                    <a:lnTo>
                      <a:pt x="670" y="521"/>
                    </a:lnTo>
                    <a:lnTo>
                      <a:pt x="671" y="521"/>
                    </a:lnTo>
                    <a:lnTo>
                      <a:pt x="673" y="521"/>
                    </a:lnTo>
                    <a:lnTo>
                      <a:pt x="674" y="521"/>
                    </a:lnTo>
                    <a:lnTo>
                      <a:pt x="676" y="521"/>
                    </a:lnTo>
                    <a:lnTo>
                      <a:pt x="677" y="521"/>
                    </a:lnTo>
                    <a:lnTo>
                      <a:pt x="678" y="521"/>
                    </a:lnTo>
                    <a:lnTo>
                      <a:pt x="680" y="521"/>
                    </a:lnTo>
                    <a:lnTo>
                      <a:pt x="681" y="521"/>
                    </a:lnTo>
                    <a:lnTo>
                      <a:pt x="683" y="521"/>
                    </a:lnTo>
                    <a:lnTo>
                      <a:pt x="684" y="521"/>
                    </a:lnTo>
                    <a:lnTo>
                      <a:pt x="685" y="521"/>
                    </a:lnTo>
                    <a:lnTo>
                      <a:pt x="687" y="521"/>
                    </a:lnTo>
                    <a:lnTo>
                      <a:pt x="688" y="521"/>
                    </a:lnTo>
                    <a:lnTo>
                      <a:pt x="690" y="521"/>
                    </a:lnTo>
                    <a:lnTo>
                      <a:pt x="691" y="521"/>
                    </a:lnTo>
                    <a:lnTo>
                      <a:pt x="692" y="521"/>
                    </a:lnTo>
                    <a:lnTo>
                      <a:pt x="694" y="521"/>
                    </a:lnTo>
                    <a:lnTo>
                      <a:pt x="695" y="521"/>
                    </a:lnTo>
                    <a:lnTo>
                      <a:pt x="697" y="521"/>
                    </a:lnTo>
                    <a:lnTo>
                      <a:pt x="698" y="521"/>
                    </a:lnTo>
                    <a:lnTo>
                      <a:pt x="699" y="521"/>
                    </a:lnTo>
                    <a:lnTo>
                      <a:pt x="701" y="521"/>
                    </a:lnTo>
                    <a:lnTo>
                      <a:pt x="702" y="521"/>
                    </a:lnTo>
                    <a:lnTo>
                      <a:pt x="704" y="521"/>
                    </a:lnTo>
                    <a:lnTo>
                      <a:pt x="705" y="521"/>
                    </a:lnTo>
                    <a:lnTo>
                      <a:pt x="706" y="521"/>
                    </a:lnTo>
                    <a:lnTo>
                      <a:pt x="708" y="521"/>
                    </a:lnTo>
                    <a:lnTo>
                      <a:pt x="709" y="521"/>
                    </a:lnTo>
                    <a:lnTo>
                      <a:pt x="711" y="521"/>
                    </a:lnTo>
                    <a:lnTo>
                      <a:pt x="712" y="521"/>
                    </a:lnTo>
                    <a:lnTo>
                      <a:pt x="713" y="521"/>
                    </a:lnTo>
                    <a:lnTo>
                      <a:pt x="715" y="521"/>
                    </a:lnTo>
                    <a:lnTo>
                      <a:pt x="716" y="521"/>
                    </a:lnTo>
                    <a:lnTo>
                      <a:pt x="718" y="521"/>
                    </a:lnTo>
                    <a:lnTo>
                      <a:pt x="719" y="521"/>
                    </a:lnTo>
                    <a:lnTo>
                      <a:pt x="720" y="521"/>
                    </a:lnTo>
                    <a:lnTo>
                      <a:pt x="722" y="521"/>
                    </a:lnTo>
                    <a:lnTo>
                      <a:pt x="723" y="521"/>
                    </a:lnTo>
                    <a:lnTo>
                      <a:pt x="725" y="521"/>
                    </a:lnTo>
                    <a:lnTo>
                      <a:pt x="726" y="521"/>
                    </a:lnTo>
                    <a:lnTo>
                      <a:pt x="728" y="521"/>
                    </a:lnTo>
                    <a:lnTo>
                      <a:pt x="729" y="521"/>
                    </a:lnTo>
                    <a:lnTo>
                      <a:pt x="730" y="521"/>
                    </a:lnTo>
                    <a:lnTo>
                      <a:pt x="732" y="521"/>
                    </a:lnTo>
                    <a:lnTo>
                      <a:pt x="733" y="521"/>
                    </a:lnTo>
                    <a:lnTo>
                      <a:pt x="735" y="521"/>
                    </a:lnTo>
                    <a:lnTo>
                      <a:pt x="736" y="521"/>
                    </a:lnTo>
                    <a:lnTo>
                      <a:pt x="737" y="521"/>
                    </a:lnTo>
                    <a:lnTo>
                      <a:pt x="739" y="521"/>
                    </a:lnTo>
                    <a:lnTo>
                      <a:pt x="740" y="521"/>
                    </a:lnTo>
                    <a:lnTo>
                      <a:pt x="742" y="521"/>
                    </a:lnTo>
                    <a:lnTo>
                      <a:pt x="743" y="521"/>
                    </a:lnTo>
                    <a:lnTo>
                      <a:pt x="744" y="521"/>
                    </a:lnTo>
                    <a:lnTo>
                      <a:pt x="746" y="521"/>
                    </a:lnTo>
                    <a:lnTo>
                      <a:pt x="747" y="521"/>
                    </a:lnTo>
                    <a:lnTo>
                      <a:pt x="749" y="521"/>
                    </a:lnTo>
                    <a:lnTo>
                      <a:pt x="750" y="521"/>
                    </a:lnTo>
                    <a:lnTo>
                      <a:pt x="751" y="521"/>
                    </a:lnTo>
                    <a:lnTo>
                      <a:pt x="753" y="521"/>
                    </a:lnTo>
                    <a:lnTo>
                      <a:pt x="754" y="521"/>
                    </a:lnTo>
                    <a:lnTo>
                      <a:pt x="756" y="521"/>
                    </a:lnTo>
                    <a:lnTo>
                      <a:pt x="757" y="521"/>
                    </a:lnTo>
                    <a:lnTo>
                      <a:pt x="758" y="521"/>
                    </a:lnTo>
                    <a:lnTo>
                      <a:pt x="760" y="521"/>
                    </a:lnTo>
                    <a:lnTo>
                      <a:pt x="761" y="521"/>
                    </a:lnTo>
                    <a:lnTo>
                      <a:pt x="763" y="521"/>
                    </a:lnTo>
                    <a:lnTo>
                      <a:pt x="764" y="521"/>
                    </a:lnTo>
                    <a:lnTo>
                      <a:pt x="765" y="521"/>
                    </a:lnTo>
                    <a:lnTo>
                      <a:pt x="767" y="521"/>
                    </a:lnTo>
                    <a:lnTo>
                      <a:pt x="768" y="521"/>
                    </a:lnTo>
                    <a:lnTo>
                      <a:pt x="770" y="521"/>
                    </a:lnTo>
                    <a:lnTo>
                      <a:pt x="771" y="521"/>
                    </a:lnTo>
                    <a:lnTo>
                      <a:pt x="772" y="521"/>
                    </a:lnTo>
                    <a:lnTo>
                      <a:pt x="774" y="521"/>
                    </a:lnTo>
                    <a:lnTo>
                      <a:pt x="775" y="521"/>
                    </a:lnTo>
                    <a:lnTo>
                      <a:pt x="777" y="521"/>
                    </a:lnTo>
                    <a:lnTo>
                      <a:pt x="778" y="521"/>
                    </a:lnTo>
                    <a:lnTo>
                      <a:pt x="779" y="521"/>
                    </a:lnTo>
                    <a:lnTo>
                      <a:pt x="781" y="521"/>
                    </a:lnTo>
                    <a:lnTo>
                      <a:pt x="782" y="521"/>
                    </a:lnTo>
                    <a:lnTo>
                      <a:pt x="784" y="521"/>
                    </a:lnTo>
                    <a:lnTo>
                      <a:pt x="785" y="521"/>
                    </a:lnTo>
                    <a:lnTo>
                      <a:pt x="786" y="521"/>
                    </a:lnTo>
                    <a:lnTo>
                      <a:pt x="788" y="521"/>
                    </a:lnTo>
                    <a:lnTo>
                      <a:pt x="789" y="521"/>
                    </a:lnTo>
                    <a:lnTo>
                      <a:pt x="791" y="521"/>
                    </a:lnTo>
                    <a:lnTo>
                      <a:pt x="792" y="520"/>
                    </a:lnTo>
                    <a:lnTo>
                      <a:pt x="794" y="520"/>
                    </a:lnTo>
                    <a:lnTo>
                      <a:pt x="795" y="520"/>
                    </a:lnTo>
                    <a:lnTo>
                      <a:pt x="796" y="520"/>
                    </a:lnTo>
                    <a:lnTo>
                      <a:pt x="798" y="520"/>
                    </a:lnTo>
                    <a:lnTo>
                      <a:pt x="799" y="520"/>
                    </a:lnTo>
                    <a:lnTo>
                      <a:pt x="801" y="520"/>
                    </a:lnTo>
                    <a:lnTo>
                      <a:pt x="802" y="520"/>
                    </a:lnTo>
                    <a:lnTo>
                      <a:pt x="803" y="520"/>
                    </a:lnTo>
                    <a:lnTo>
                      <a:pt x="805" y="520"/>
                    </a:lnTo>
                    <a:lnTo>
                      <a:pt x="806" y="520"/>
                    </a:lnTo>
                    <a:lnTo>
                      <a:pt x="808" y="520"/>
                    </a:lnTo>
                    <a:lnTo>
                      <a:pt x="809" y="520"/>
                    </a:lnTo>
                    <a:lnTo>
                      <a:pt x="810" y="520"/>
                    </a:lnTo>
                    <a:lnTo>
                      <a:pt x="812" y="520"/>
                    </a:lnTo>
                    <a:lnTo>
                      <a:pt x="813" y="520"/>
                    </a:lnTo>
                    <a:lnTo>
                      <a:pt x="815" y="520"/>
                    </a:lnTo>
                    <a:lnTo>
                      <a:pt x="816" y="520"/>
                    </a:lnTo>
                    <a:lnTo>
                      <a:pt x="817" y="520"/>
                    </a:lnTo>
                    <a:lnTo>
                      <a:pt x="819" y="520"/>
                    </a:lnTo>
                    <a:lnTo>
                      <a:pt x="820" y="520"/>
                    </a:lnTo>
                    <a:lnTo>
                      <a:pt x="822" y="520"/>
                    </a:lnTo>
                    <a:lnTo>
                      <a:pt x="823" y="520"/>
                    </a:lnTo>
                    <a:lnTo>
                      <a:pt x="824" y="520"/>
                    </a:lnTo>
                    <a:lnTo>
                      <a:pt x="826" y="520"/>
                    </a:lnTo>
                    <a:lnTo>
                      <a:pt x="827" y="520"/>
                    </a:lnTo>
                    <a:lnTo>
                      <a:pt x="829" y="520"/>
                    </a:lnTo>
                    <a:lnTo>
                      <a:pt x="830" y="519"/>
                    </a:lnTo>
                    <a:lnTo>
                      <a:pt x="831" y="519"/>
                    </a:lnTo>
                    <a:lnTo>
                      <a:pt x="833" y="519"/>
                    </a:lnTo>
                    <a:lnTo>
                      <a:pt x="834" y="519"/>
                    </a:lnTo>
                    <a:lnTo>
                      <a:pt x="836" y="519"/>
                    </a:lnTo>
                    <a:lnTo>
                      <a:pt x="837" y="519"/>
                    </a:lnTo>
                    <a:lnTo>
                      <a:pt x="838" y="519"/>
                    </a:lnTo>
                    <a:lnTo>
                      <a:pt x="840" y="519"/>
                    </a:lnTo>
                    <a:lnTo>
                      <a:pt x="841" y="519"/>
                    </a:lnTo>
                    <a:lnTo>
                      <a:pt x="843" y="519"/>
                    </a:lnTo>
                    <a:lnTo>
                      <a:pt x="844" y="519"/>
                    </a:lnTo>
                    <a:lnTo>
                      <a:pt x="845" y="519"/>
                    </a:lnTo>
                    <a:lnTo>
                      <a:pt x="847" y="519"/>
                    </a:lnTo>
                    <a:lnTo>
                      <a:pt x="848" y="519"/>
                    </a:lnTo>
                    <a:lnTo>
                      <a:pt x="850" y="519"/>
                    </a:lnTo>
                    <a:lnTo>
                      <a:pt x="851" y="519"/>
                    </a:lnTo>
                    <a:lnTo>
                      <a:pt x="852" y="519"/>
                    </a:lnTo>
                    <a:lnTo>
                      <a:pt x="854" y="519"/>
                    </a:lnTo>
                    <a:lnTo>
                      <a:pt x="855" y="519"/>
                    </a:lnTo>
                    <a:lnTo>
                      <a:pt x="857" y="519"/>
                    </a:lnTo>
                    <a:lnTo>
                      <a:pt x="858" y="518"/>
                    </a:lnTo>
                    <a:lnTo>
                      <a:pt x="860" y="518"/>
                    </a:lnTo>
                    <a:lnTo>
                      <a:pt x="861" y="518"/>
                    </a:lnTo>
                    <a:lnTo>
                      <a:pt x="862" y="518"/>
                    </a:lnTo>
                    <a:lnTo>
                      <a:pt x="864" y="518"/>
                    </a:lnTo>
                    <a:lnTo>
                      <a:pt x="865" y="518"/>
                    </a:lnTo>
                    <a:lnTo>
                      <a:pt x="867" y="518"/>
                    </a:lnTo>
                    <a:lnTo>
                      <a:pt x="868" y="518"/>
                    </a:lnTo>
                    <a:lnTo>
                      <a:pt x="869" y="518"/>
                    </a:lnTo>
                    <a:lnTo>
                      <a:pt x="871" y="518"/>
                    </a:lnTo>
                    <a:lnTo>
                      <a:pt x="872" y="518"/>
                    </a:lnTo>
                    <a:lnTo>
                      <a:pt x="874" y="518"/>
                    </a:lnTo>
                    <a:lnTo>
                      <a:pt x="875" y="518"/>
                    </a:lnTo>
                    <a:lnTo>
                      <a:pt x="876" y="518"/>
                    </a:lnTo>
                    <a:lnTo>
                      <a:pt x="878" y="518"/>
                    </a:lnTo>
                    <a:lnTo>
                      <a:pt x="879" y="518"/>
                    </a:lnTo>
                    <a:lnTo>
                      <a:pt x="881" y="518"/>
                    </a:lnTo>
                    <a:lnTo>
                      <a:pt x="882" y="518"/>
                    </a:lnTo>
                    <a:lnTo>
                      <a:pt x="883" y="518"/>
                    </a:lnTo>
                    <a:lnTo>
                      <a:pt x="885" y="518"/>
                    </a:lnTo>
                    <a:lnTo>
                      <a:pt x="886" y="518"/>
                    </a:lnTo>
                    <a:lnTo>
                      <a:pt x="888" y="517"/>
                    </a:lnTo>
                    <a:lnTo>
                      <a:pt x="889" y="517"/>
                    </a:lnTo>
                    <a:lnTo>
                      <a:pt x="890" y="517"/>
                    </a:lnTo>
                    <a:lnTo>
                      <a:pt x="892" y="517"/>
                    </a:lnTo>
                    <a:lnTo>
                      <a:pt x="893" y="517"/>
                    </a:lnTo>
                    <a:lnTo>
                      <a:pt x="895" y="517"/>
                    </a:lnTo>
                    <a:lnTo>
                      <a:pt x="896" y="517"/>
                    </a:lnTo>
                    <a:lnTo>
                      <a:pt x="897" y="517"/>
                    </a:lnTo>
                    <a:lnTo>
                      <a:pt x="899" y="517"/>
                    </a:lnTo>
                    <a:lnTo>
                      <a:pt x="900" y="517"/>
                    </a:lnTo>
                    <a:lnTo>
                      <a:pt x="902" y="517"/>
                    </a:lnTo>
                    <a:lnTo>
                      <a:pt x="903" y="517"/>
                    </a:lnTo>
                    <a:lnTo>
                      <a:pt x="904" y="517"/>
                    </a:lnTo>
                    <a:lnTo>
                      <a:pt x="906" y="517"/>
                    </a:lnTo>
                    <a:lnTo>
                      <a:pt x="907" y="517"/>
                    </a:lnTo>
                    <a:lnTo>
                      <a:pt x="909" y="517"/>
                    </a:lnTo>
                    <a:lnTo>
                      <a:pt x="910" y="517"/>
                    </a:lnTo>
                    <a:lnTo>
                      <a:pt x="911" y="516"/>
                    </a:lnTo>
                    <a:lnTo>
                      <a:pt x="913" y="516"/>
                    </a:lnTo>
                    <a:lnTo>
                      <a:pt x="914" y="516"/>
                    </a:lnTo>
                    <a:lnTo>
                      <a:pt x="916" y="516"/>
                    </a:lnTo>
                    <a:lnTo>
                      <a:pt x="917" y="516"/>
                    </a:lnTo>
                    <a:lnTo>
                      <a:pt x="919" y="516"/>
                    </a:lnTo>
                    <a:lnTo>
                      <a:pt x="920" y="516"/>
                    </a:lnTo>
                    <a:lnTo>
                      <a:pt x="921" y="516"/>
                    </a:lnTo>
                    <a:lnTo>
                      <a:pt x="923" y="516"/>
                    </a:lnTo>
                    <a:lnTo>
                      <a:pt x="924" y="516"/>
                    </a:lnTo>
                    <a:lnTo>
                      <a:pt x="926" y="516"/>
                    </a:lnTo>
                    <a:lnTo>
                      <a:pt x="927" y="516"/>
                    </a:lnTo>
                    <a:lnTo>
                      <a:pt x="928" y="516"/>
                    </a:lnTo>
                    <a:lnTo>
                      <a:pt x="930" y="516"/>
                    </a:lnTo>
                    <a:lnTo>
                      <a:pt x="931" y="516"/>
                    </a:lnTo>
                    <a:lnTo>
                      <a:pt x="933" y="516"/>
                    </a:lnTo>
                    <a:lnTo>
                      <a:pt x="934" y="516"/>
                    </a:lnTo>
                    <a:lnTo>
                      <a:pt x="935" y="515"/>
                    </a:lnTo>
                    <a:lnTo>
                      <a:pt x="937" y="515"/>
                    </a:lnTo>
                    <a:lnTo>
                      <a:pt x="938" y="515"/>
                    </a:lnTo>
                    <a:lnTo>
                      <a:pt x="940" y="515"/>
                    </a:lnTo>
                    <a:lnTo>
                      <a:pt x="941" y="515"/>
                    </a:lnTo>
                    <a:lnTo>
                      <a:pt x="942" y="515"/>
                    </a:lnTo>
                    <a:lnTo>
                      <a:pt x="944" y="515"/>
                    </a:lnTo>
                    <a:lnTo>
                      <a:pt x="945" y="515"/>
                    </a:lnTo>
                    <a:lnTo>
                      <a:pt x="947" y="515"/>
                    </a:lnTo>
                    <a:lnTo>
                      <a:pt x="948" y="515"/>
                    </a:lnTo>
                    <a:lnTo>
                      <a:pt x="949" y="515"/>
                    </a:lnTo>
                    <a:lnTo>
                      <a:pt x="951" y="515"/>
                    </a:lnTo>
                    <a:lnTo>
                      <a:pt x="952" y="515"/>
                    </a:lnTo>
                    <a:lnTo>
                      <a:pt x="954" y="515"/>
                    </a:lnTo>
                    <a:lnTo>
                      <a:pt x="955" y="515"/>
                    </a:lnTo>
                    <a:lnTo>
                      <a:pt x="956" y="515"/>
                    </a:lnTo>
                    <a:lnTo>
                      <a:pt x="958" y="514"/>
                    </a:lnTo>
                    <a:lnTo>
                      <a:pt x="959" y="514"/>
                    </a:lnTo>
                    <a:lnTo>
                      <a:pt x="961" y="514"/>
                    </a:lnTo>
                    <a:lnTo>
                      <a:pt x="962" y="514"/>
                    </a:lnTo>
                    <a:lnTo>
                      <a:pt x="963" y="514"/>
                    </a:lnTo>
                    <a:lnTo>
                      <a:pt x="965" y="514"/>
                    </a:lnTo>
                    <a:lnTo>
                      <a:pt x="966" y="514"/>
                    </a:lnTo>
                    <a:lnTo>
                      <a:pt x="968" y="514"/>
                    </a:lnTo>
                    <a:lnTo>
                      <a:pt x="969" y="514"/>
                    </a:lnTo>
                    <a:lnTo>
                      <a:pt x="970" y="514"/>
                    </a:lnTo>
                    <a:lnTo>
                      <a:pt x="972" y="514"/>
                    </a:lnTo>
                    <a:lnTo>
                      <a:pt x="973" y="514"/>
                    </a:lnTo>
                    <a:lnTo>
                      <a:pt x="975" y="514"/>
                    </a:lnTo>
                    <a:lnTo>
                      <a:pt x="976" y="514"/>
                    </a:lnTo>
                    <a:lnTo>
                      <a:pt x="977" y="514"/>
                    </a:lnTo>
                    <a:lnTo>
                      <a:pt x="979" y="514"/>
                    </a:lnTo>
                    <a:lnTo>
                      <a:pt x="980" y="513"/>
                    </a:lnTo>
                    <a:lnTo>
                      <a:pt x="982" y="513"/>
                    </a:lnTo>
                    <a:lnTo>
                      <a:pt x="983" y="513"/>
                    </a:lnTo>
                    <a:lnTo>
                      <a:pt x="985" y="513"/>
                    </a:lnTo>
                    <a:lnTo>
                      <a:pt x="986" y="513"/>
                    </a:lnTo>
                    <a:lnTo>
                      <a:pt x="987" y="513"/>
                    </a:lnTo>
                    <a:lnTo>
                      <a:pt x="989" y="513"/>
                    </a:lnTo>
                    <a:lnTo>
                      <a:pt x="990" y="513"/>
                    </a:lnTo>
                    <a:lnTo>
                      <a:pt x="992" y="513"/>
                    </a:lnTo>
                    <a:lnTo>
                      <a:pt x="993" y="513"/>
                    </a:lnTo>
                    <a:lnTo>
                      <a:pt x="994" y="513"/>
                    </a:lnTo>
                    <a:lnTo>
                      <a:pt x="996" y="513"/>
                    </a:lnTo>
                    <a:lnTo>
                      <a:pt x="997" y="513"/>
                    </a:lnTo>
                    <a:lnTo>
                      <a:pt x="999" y="513"/>
                    </a:lnTo>
                    <a:lnTo>
                      <a:pt x="1000" y="513"/>
                    </a:lnTo>
                    <a:lnTo>
                      <a:pt x="1001" y="512"/>
                    </a:lnTo>
                    <a:lnTo>
                      <a:pt x="1003" y="512"/>
                    </a:lnTo>
                    <a:lnTo>
                      <a:pt x="1004" y="512"/>
                    </a:lnTo>
                    <a:lnTo>
                      <a:pt x="1006" y="512"/>
                    </a:lnTo>
                    <a:lnTo>
                      <a:pt x="1007" y="512"/>
                    </a:lnTo>
                    <a:lnTo>
                      <a:pt x="1008" y="512"/>
                    </a:lnTo>
                    <a:lnTo>
                      <a:pt x="1010" y="512"/>
                    </a:lnTo>
                    <a:lnTo>
                      <a:pt x="1011" y="512"/>
                    </a:lnTo>
                    <a:lnTo>
                      <a:pt x="1013" y="512"/>
                    </a:lnTo>
                    <a:lnTo>
                      <a:pt x="1014" y="512"/>
                    </a:lnTo>
                    <a:lnTo>
                      <a:pt x="1015" y="512"/>
                    </a:lnTo>
                    <a:lnTo>
                      <a:pt x="1017" y="512"/>
                    </a:lnTo>
                    <a:lnTo>
                      <a:pt x="1018" y="512"/>
                    </a:lnTo>
                    <a:lnTo>
                      <a:pt x="1020" y="512"/>
                    </a:lnTo>
                    <a:lnTo>
                      <a:pt x="1021" y="512"/>
                    </a:lnTo>
                    <a:lnTo>
                      <a:pt x="1022" y="511"/>
                    </a:lnTo>
                    <a:lnTo>
                      <a:pt x="1024" y="511"/>
                    </a:lnTo>
                    <a:lnTo>
                      <a:pt x="1025" y="511"/>
                    </a:lnTo>
                    <a:lnTo>
                      <a:pt x="1027" y="511"/>
                    </a:lnTo>
                    <a:lnTo>
                      <a:pt x="1028" y="511"/>
                    </a:lnTo>
                    <a:lnTo>
                      <a:pt x="1029" y="511"/>
                    </a:lnTo>
                    <a:lnTo>
                      <a:pt x="1031" y="511"/>
                    </a:lnTo>
                    <a:lnTo>
                      <a:pt x="1032" y="511"/>
                    </a:lnTo>
                    <a:lnTo>
                      <a:pt x="1034" y="511"/>
                    </a:lnTo>
                    <a:lnTo>
                      <a:pt x="1035" y="511"/>
                    </a:lnTo>
                    <a:lnTo>
                      <a:pt x="1036" y="511"/>
                    </a:lnTo>
                    <a:lnTo>
                      <a:pt x="1038" y="511"/>
                    </a:lnTo>
                    <a:lnTo>
                      <a:pt x="1039" y="511"/>
                    </a:lnTo>
                    <a:lnTo>
                      <a:pt x="1041" y="511"/>
                    </a:lnTo>
                    <a:lnTo>
                      <a:pt x="1042" y="511"/>
                    </a:lnTo>
                    <a:lnTo>
                      <a:pt x="1043" y="510"/>
                    </a:lnTo>
                    <a:lnTo>
                      <a:pt x="1045" y="510"/>
                    </a:lnTo>
                    <a:lnTo>
                      <a:pt x="1046" y="510"/>
                    </a:lnTo>
                    <a:lnTo>
                      <a:pt x="1048" y="510"/>
                    </a:lnTo>
                    <a:lnTo>
                      <a:pt x="1049" y="510"/>
                    </a:lnTo>
                    <a:lnTo>
                      <a:pt x="1051" y="510"/>
                    </a:lnTo>
                    <a:lnTo>
                      <a:pt x="1052" y="510"/>
                    </a:lnTo>
                    <a:lnTo>
                      <a:pt x="1053" y="510"/>
                    </a:lnTo>
                    <a:lnTo>
                      <a:pt x="1055" y="510"/>
                    </a:lnTo>
                    <a:lnTo>
                      <a:pt x="1056" y="510"/>
                    </a:lnTo>
                    <a:lnTo>
                      <a:pt x="1058" y="510"/>
                    </a:lnTo>
                    <a:lnTo>
                      <a:pt x="1059" y="510"/>
                    </a:lnTo>
                    <a:lnTo>
                      <a:pt x="1060" y="510"/>
                    </a:lnTo>
                    <a:lnTo>
                      <a:pt x="1062" y="510"/>
                    </a:lnTo>
                    <a:lnTo>
                      <a:pt x="1063" y="509"/>
                    </a:lnTo>
                    <a:lnTo>
                      <a:pt x="1065" y="509"/>
                    </a:lnTo>
                    <a:lnTo>
                      <a:pt x="1066" y="509"/>
                    </a:lnTo>
                    <a:lnTo>
                      <a:pt x="1067" y="509"/>
                    </a:lnTo>
                    <a:lnTo>
                      <a:pt x="1069" y="509"/>
                    </a:lnTo>
                    <a:lnTo>
                      <a:pt x="1070" y="509"/>
                    </a:lnTo>
                    <a:lnTo>
                      <a:pt x="1072" y="509"/>
                    </a:lnTo>
                    <a:lnTo>
                      <a:pt x="1073" y="509"/>
                    </a:lnTo>
                    <a:lnTo>
                      <a:pt x="1074" y="509"/>
                    </a:lnTo>
                    <a:lnTo>
                      <a:pt x="1076" y="509"/>
                    </a:lnTo>
                    <a:lnTo>
                      <a:pt x="1077" y="509"/>
                    </a:lnTo>
                    <a:lnTo>
                      <a:pt x="1079" y="509"/>
                    </a:lnTo>
                    <a:lnTo>
                      <a:pt x="1080" y="509"/>
                    </a:lnTo>
                    <a:lnTo>
                      <a:pt x="1081" y="509"/>
                    </a:lnTo>
                    <a:lnTo>
                      <a:pt x="1083" y="509"/>
                    </a:lnTo>
                    <a:lnTo>
                      <a:pt x="1084" y="508"/>
                    </a:lnTo>
                    <a:lnTo>
                      <a:pt x="1086" y="508"/>
                    </a:lnTo>
                    <a:lnTo>
                      <a:pt x="1087" y="508"/>
                    </a:lnTo>
                    <a:lnTo>
                      <a:pt x="1088" y="508"/>
                    </a:lnTo>
                    <a:lnTo>
                      <a:pt x="1090" y="508"/>
                    </a:lnTo>
                    <a:lnTo>
                      <a:pt x="1091" y="508"/>
                    </a:lnTo>
                    <a:lnTo>
                      <a:pt x="1093" y="508"/>
                    </a:lnTo>
                    <a:lnTo>
                      <a:pt x="1094" y="508"/>
                    </a:lnTo>
                    <a:lnTo>
                      <a:pt x="1095" y="508"/>
                    </a:lnTo>
                    <a:lnTo>
                      <a:pt x="1097" y="508"/>
                    </a:lnTo>
                    <a:lnTo>
                      <a:pt x="1098" y="508"/>
                    </a:lnTo>
                    <a:lnTo>
                      <a:pt x="1100" y="508"/>
                    </a:lnTo>
                    <a:lnTo>
                      <a:pt x="1101" y="508"/>
                    </a:lnTo>
                    <a:lnTo>
                      <a:pt x="1102" y="508"/>
                    </a:lnTo>
                    <a:lnTo>
                      <a:pt x="1104" y="507"/>
                    </a:lnTo>
                    <a:lnTo>
                      <a:pt x="1105" y="507"/>
                    </a:lnTo>
                    <a:lnTo>
                      <a:pt x="1107" y="507"/>
                    </a:lnTo>
                    <a:lnTo>
                      <a:pt x="1108" y="507"/>
                    </a:lnTo>
                    <a:lnTo>
                      <a:pt x="1110" y="507"/>
                    </a:lnTo>
                    <a:lnTo>
                      <a:pt x="1111" y="507"/>
                    </a:lnTo>
                    <a:lnTo>
                      <a:pt x="1112" y="507"/>
                    </a:lnTo>
                    <a:lnTo>
                      <a:pt x="1114" y="507"/>
                    </a:lnTo>
                    <a:lnTo>
                      <a:pt x="1115" y="507"/>
                    </a:lnTo>
                    <a:lnTo>
                      <a:pt x="1117" y="507"/>
                    </a:lnTo>
                    <a:lnTo>
                      <a:pt x="1118" y="507"/>
                    </a:lnTo>
                    <a:lnTo>
                      <a:pt x="1119" y="507"/>
                    </a:lnTo>
                    <a:lnTo>
                      <a:pt x="1121" y="507"/>
                    </a:lnTo>
                    <a:lnTo>
                      <a:pt x="1122" y="506"/>
                    </a:lnTo>
                    <a:lnTo>
                      <a:pt x="1124" y="506"/>
                    </a:lnTo>
                    <a:lnTo>
                      <a:pt x="1125" y="506"/>
                    </a:lnTo>
                    <a:lnTo>
                      <a:pt x="1126" y="506"/>
                    </a:lnTo>
                    <a:lnTo>
                      <a:pt x="1128" y="506"/>
                    </a:lnTo>
                    <a:lnTo>
                      <a:pt x="1129" y="506"/>
                    </a:lnTo>
                    <a:lnTo>
                      <a:pt x="1131" y="506"/>
                    </a:lnTo>
                    <a:lnTo>
                      <a:pt x="1132" y="506"/>
                    </a:lnTo>
                    <a:lnTo>
                      <a:pt x="1133" y="506"/>
                    </a:lnTo>
                    <a:lnTo>
                      <a:pt x="1135" y="506"/>
                    </a:lnTo>
                    <a:lnTo>
                      <a:pt x="1136" y="506"/>
                    </a:lnTo>
                    <a:lnTo>
                      <a:pt x="1138" y="506"/>
                    </a:lnTo>
                    <a:lnTo>
                      <a:pt x="1139" y="506"/>
                    </a:lnTo>
                    <a:lnTo>
                      <a:pt x="1140" y="506"/>
                    </a:lnTo>
                    <a:lnTo>
                      <a:pt x="1142" y="505"/>
                    </a:lnTo>
                    <a:lnTo>
                      <a:pt x="1143" y="505"/>
                    </a:lnTo>
                    <a:lnTo>
                      <a:pt x="1145" y="505"/>
                    </a:lnTo>
                    <a:lnTo>
                      <a:pt x="1146" y="505"/>
                    </a:lnTo>
                    <a:lnTo>
                      <a:pt x="1147" y="505"/>
                    </a:lnTo>
                    <a:lnTo>
                      <a:pt x="1149" y="505"/>
                    </a:lnTo>
                    <a:lnTo>
                      <a:pt x="1150" y="505"/>
                    </a:lnTo>
                    <a:lnTo>
                      <a:pt x="1152" y="505"/>
                    </a:lnTo>
                    <a:lnTo>
                      <a:pt x="1153" y="505"/>
                    </a:lnTo>
                    <a:lnTo>
                      <a:pt x="1154" y="505"/>
                    </a:lnTo>
                    <a:lnTo>
                      <a:pt x="1156" y="505"/>
                    </a:lnTo>
                    <a:lnTo>
                      <a:pt x="1157" y="505"/>
                    </a:lnTo>
                    <a:lnTo>
                      <a:pt x="1159" y="505"/>
                    </a:lnTo>
                    <a:lnTo>
                      <a:pt x="1160" y="504"/>
                    </a:lnTo>
                    <a:lnTo>
                      <a:pt x="1161" y="504"/>
                    </a:lnTo>
                    <a:lnTo>
                      <a:pt x="1163" y="504"/>
                    </a:lnTo>
                    <a:lnTo>
                      <a:pt x="1164" y="504"/>
                    </a:lnTo>
                    <a:lnTo>
                      <a:pt x="1166" y="504"/>
                    </a:lnTo>
                    <a:lnTo>
                      <a:pt x="1167" y="504"/>
                    </a:lnTo>
                    <a:lnTo>
                      <a:pt x="1168" y="504"/>
                    </a:lnTo>
                    <a:lnTo>
                      <a:pt x="1170" y="504"/>
                    </a:lnTo>
                    <a:lnTo>
                      <a:pt x="1171" y="504"/>
                    </a:lnTo>
                    <a:lnTo>
                      <a:pt x="1173" y="504"/>
                    </a:lnTo>
                    <a:lnTo>
                      <a:pt x="1174" y="504"/>
                    </a:lnTo>
                    <a:lnTo>
                      <a:pt x="1176" y="504"/>
                    </a:lnTo>
                    <a:lnTo>
                      <a:pt x="1177" y="504"/>
                    </a:lnTo>
                    <a:lnTo>
                      <a:pt x="1178" y="504"/>
                    </a:lnTo>
                    <a:lnTo>
                      <a:pt x="1180" y="503"/>
                    </a:lnTo>
                    <a:lnTo>
                      <a:pt x="1181" y="503"/>
                    </a:lnTo>
                    <a:lnTo>
                      <a:pt x="1183" y="503"/>
                    </a:lnTo>
                    <a:lnTo>
                      <a:pt x="1184" y="503"/>
                    </a:lnTo>
                    <a:lnTo>
                      <a:pt x="1185" y="503"/>
                    </a:lnTo>
                    <a:lnTo>
                      <a:pt x="1187" y="503"/>
                    </a:lnTo>
                    <a:lnTo>
                      <a:pt x="1188" y="503"/>
                    </a:lnTo>
                    <a:lnTo>
                      <a:pt x="1190" y="503"/>
                    </a:lnTo>
                    <a:lnTo>
                      <a:pt x="1191" y="503"/>
                    </a:lnTo>
                    <a:lnTo>
                      <a:pt x="1192" y="503"/>
                    </a:lnTo>
                    <a:lnTo>
                      <a:pt x="1194" y="503"/>
                    </a:lnTo>
                    <a:lnTo>
                      <a:pt x="1195" y="503"/>
                    </a:lnTo>
                    <a:lnTo>
                      <a:pt x="1197" y="502"/>
                    </a:lnTo>
                    <a:lnTo>
                      <a:pt x="1198" y="502"/>
                    </a:lnTo>
                    <a:lnTo>
                      <a:pt x="1199" y="502"/>
                    </a:lnTo>
                    <a:lnTo>
                      <a:pt x="1201" y="502"/>
                    </a:lnTo>
                    <a:lnTo>
                      <a:pt x="1202" y="502"/>
                    </a:lnTo>
                    <a:lnTo>
                      <a:pt x="1204" y="502"/>
                    </a:lnTo>
                    <a:lnTo>
                      <a:pt x="1205" y="502"/>
                    </a:lnTo>
                    <a:lnTo>
                      <a:pt x="1206" y="502"/>
                    </a:lnTo>
                    <a:lnTo>
                      <a:pt x="1208" y="502"/>
                    </a:lnTo>
                    <a:lnTo>
                      <a:pt x="1209" y="502"/>
                    </a:lnTo>
                    <a:lnTo>
                      <a:pt x="1211" y="502"/>
                    </a:lnTo>
                    <a:lnTo>
                      <a:pt x="1212" y="502"/>
                    </a:lnTo>
                    <a:lnTo>
                      <a:pt x="1213" y="502"/>
                    </a:lnTo>
                    <a:lnTo>
                      <a:pt x="1215" y="502"/>
                    </a:lnTo>
                    <a:lnTo>
                      <a:pt x="1216" y="501"/>
                    </a:lnTo>
                    <a:lnTo>
                      <a:pt x="1218" y="501"/>
                    </a:lnTo>
                    <a:lnTo>
                      <a:pt x="1219" y="501"/>
                    </a:lnTo>
                    <a:lnTo>
                      <a:pt x="1220" y="501"/>
                    </a:lnTo>
                    <a:lnTo>
                      <a:pt x="1222" y="501"/>
                    </a:lnTo>
                    <a:lnTo>
                      <a:pt x="1223" y="501"/>
                    </a:lnTo>
                    <a:lnTo>
                      <a:pt x="1225" y="501"/>
                    </a:lnTo>
                    <a:lnTo>
                      <a:pt x="1226" y="501"/>
                    </a:lnTo>
                    <a:lnTo>
                      <a:pt x="1227" y="501"/>
                    </a:lnTo>
                    <a:lnTo>
                      <a:pt x="1229" y="501"/>
                    </a:lnTo>
                    <a:lnTo>
                      <a:pt x="1230" y="501"/>
                    </a:lnTo>
                    <a:lnTo>
                      <a:pt x="1232" y="501"/>
                    </a:lnTo>
                    <a:lnTo>
                      <a:pt x="1233" y="500"/>
                    </a:lnTo>
                    <a:lnTo>
                      <a:pt x="1235" y="500"/>
                    </a:lnTo>
                    <a:lnTo>
                      <a:pt x="1236" y="500"/>
                    </a:lnTo>
                    <a:lnTo>
                      <a:pt x="1237" y="500"/>
                    </a:lnTo>
                    <a:lnTo>
                      <a:pt x="1239" y="500"/>
                    </a:lnTo>
                    <a:lnTo>
                      <a:pt x="1240" y="500"/>
                    </a:lnTo>
                    <a:lnTo>
                      <a:pt x="1242" y="500"/>
                    </a:lnTo>
                    <a:lnTo>
                      <a:pt x="1243" y="500"/>
                    </a:lnTo>
                    <a:lnTo>
                      <a:pt x="1244" y="500"/>
                    </a:lnTo>
                    <a:lnTo>
                      <a:pt x="1246" y="500"/>
                    </a:lnTo>
                    <a:lnTo>
                      <a:pt x="1247" y="500"/>
                    </a:lnTo>
                    <a:lnTo>
                      <a:pt x="1249" y="500"/>
                    </a:lnTo>
                    <a:lnTo>
                      <a:pt x="1250" y="500"/>
                    </a:lnTo>
                    <a:lnTo>
                      <a:pt x="1251" y="499"/>
                    </a:lnTo>
                    <a:lnTo>
                      <a:pt x="1253" y="499"/>
                    </a:lnTo>
                    <a:lnTo>
                      <a:pt x="1254" y="499"/>
                    </a:lnTo>
                    <a:lnTo>
                      <a:pt x="1256" y="499"/>
                    </a:lnTo>
                    <a:lnTo>
                      <a:pt x="1257" y="499"/>
                    </a:lnTo>
                    <a:lnTo>
                      <a:pt x="1258" y="499"/>
                    </a:lnTo>
                    <a:lnTo>
                      <a:pt x="1260" y="499"/>
                    </a:lnTo>
                    <a:lnTo>
                      <a:pt x="1261" y="499"/>
                    </a:lnTo>
                    <a:lnTo>
                      <a:pt x="1263" y="499"/>
                    </a:lnTo>
                    <a:lnTo>
                      <a:pt x="1264" y="499"/>
                    </a:lnTo>
                    <a:lnTo>
                      <a:pt x="1265" y="499"/>
                    </a:lnTo>
                    <a:lnTo>
                      <a:pt x="1267" y="499"/>
                    </a:lnTo>
                    <a:lnTo>
                      <a:pt x="1268" y="499"/>
                    </a:lnTo>
                    <a:lnTo>
                      <a:pt x="1270" y="498"/>
                    </a:lnTo>
                    <a:lnTo>
                      <a:pt x="1271" y="498"/>
                    </a:lnTo>
                    <a:lnTo>
                      <a:pt x="1272" y="498"/>
                    </a:lnTo>
                    <a:lnTo>
                      <a:pt x="1274" y="498"/>
                    </a:lnTo>
                    <a:lnTo>
                      <a:pt x="1275" y="498"/>
                    </a:lnTo>
                    <a:lnTo>
                      <a:pt x="1277" y="498"/>
                    </a:lnTo>
                    <a:lnTo>
                      <a:pt x="1278" y="498"/>
                    </a:lnTo>
                    <a:lnTo>
                      <a:pt x="1279" y="498"/>
                    </a:lnTo>
                    <a:lnTo>
                      <a:pt x="1281" y="498"/>
                    </a:lnTo>
                    <a:lnTo>
                      <a:pt x="1282" y="498"/>
                    </a:lnTo>
                    <a:lnTo>
                      <a:pt x="1284" y="498"/>
                    </a:lnTo>
                    <a:lnTo>
                      <a:pt x="1285" y="498"/>
                    </a:lnTo>
                    <a:lnTo>
                      <a:pt x="1286" y="497"/>
                    </a:lnTo>
                    <a:lnTo>
                      <a:pt x="1288" y="497"/>
                    </a:lnTo>
                    <a:lnTo>
                      <a:pt x="1289" y="497"/>
                    </a:lnTo>
                    <a:lnTo>
                      <a:pt x="1291" y="497"/>
                    </a:lnTo>
                    <a:lnTo>
                      <a:pt x="1292" y="497"/>
                    </a:lnTo>
                    <a:lnTo>
                      <a:pt x="1293" y="497"/>
                    </a:lnTo>
                    <a:lnTo>
                      <a:pt x="1295" y="497"/>
                    </a:lnTo>
                    <a:lnTo>
                      <a:pt x="1296" y="497"/>
                    </a:lnTo>
                    <a:lnTo>
                      <a:pt x="1298" y="497"/>
                    </a:lnTo>
                    <a:lnTo>
                      <a:pt x="1299" y="497"/>
                    </a:lnTo>
                    <a:lnTo>
                      <a:pt x="1301" y="497"/>
                    </a:lnTo>
                    <a:lnTo>
                      <a:pt x="1302" y="497"/>
                    </a:lnTo>
                    <a:lnTo>
                      <a:pt x="1303" y="497"/>
                    </a:lnTo>
                    <a:lnTo>
                      <a:pt x="1305" y="496"/>
                    </a:lnTo>
                    <a:lnTo>
                      <a:pt x="1306" y="496"/>
                    </a:lnTo>
                    <a:lnTo>
                      <a:pt x="1308" y="496"/>
                    </a:lnTo>
                    <a:lnTo>
                      <a:pt x="1309" y="496"/>
                    </a:lnTo>
                    <a:lnTo>
                      <a:pt x="1310" y="496"/>
                    </a:lnTo>
                    <a:lnTo>
                      <a:pt x="1312" y="496"/>
                    </a:lnTo>
                    <a:lnTo>
                      <a:pt x="1313" y="496"/>
                    </a:lnTo>
                    <a:lnTo>
                      <a:pt x="1315" y="496"/>
                    </a:lnTo>
                    <a:lnTo>
                      <a:pt x="1316" y="496"/>
                    </a:lnTo>
                    <a:lnTo>
                      <a:pt x="1317" y="496"/>
                    </a:lnTo>
                    <a:lnTo>
                      <a:pt x="1319" y="496"/>
                    </a:lnTo>
                    <a:lnTo>
                      <a:pt x="1320" y="496"/>
                    </a:lnTo>
                    <a:lnTo>
                      <a:pt x="1322" y="495"/>
                    </a:lnTo>
                    <a:lnTo>
                      <a:pt x="1323" y="495"/>
                    </a:lnTo>
                    <a:lnTo>
                      <a:pt x="1324" y="495"/>
                    </a:lnTo>
                    <a:lnTo>
                      <a:pt x="1326" y="495"/>
                    </a:lnTo>
                    <a:lnTo>
                      <a:pt x="1327" y="495"/>
                    </a:lnTo>
                    <a:lnTo>
                      <a:pt x="1329" y="495"/>
                    </a:lnTo>
                    <a:lnTo>
                      <a:pt x="1330" y="495"/>
                    </a:lnTo>
                    <a:lnTo>
                      <a:pt x="1331" y="495"/>
                    </a:lnTo>
                    <a:lnTo>
                      <a:pt x="1333" y="495"/>
                    </a:lnTo>
                    <a:lnTo>
                      <a:pt x="1334" y="495"/>
                    </a:lnTo>
                    <a:lnTo>
                      <a:pt x="1336" y="495"/>
                    </a:lnTo>
                    <a:lnTo>
                      <a:pt x="1337" y="495"/>
                    </a:lnTo>
                    <a:lnTo>
                      <a:pt x="1338" y="495"/>
                    </a:lnTo>
                    <a:lnTo>
                      <a:pt x="1340" y="494"/>
                    </a:lnTo>
                    <a:lnTo>
                      <a:pt x="1341" y="494"/>
                    </a:lnTo>
                    <a:lnTo>
                      <a:pt x="1343" y="494"/>
                    </a:lnTo>
                    <a:lnTo>
                      <a:pt x="1344" y="494"/>
                    </a:lnTo>
                    <a:lnTo>
                      <a:pt x="1345" y="494"/>
                    </a:lnTo>
                    <a:lnTo>
                      <a:pt x="1347" y="494"/>
                    </a:lnTo>
                    <a:lnTo>
                      <a:pt x="1348" y="494"/>
                    </a:lnTo>
                    <a:lnTo>
                      <a:pt x="1350" y="494"/>
                    </a:lnTo>
                    <a:lnTo>
                      <a:pt x="1351" y="494"/>
                    </a:lnTo>
                    <a:lnTo>
                      <a:pt x="1352" y="494"/>
                    </a:lnTo>
                    <a:lnTo>
                      <a:pt x="1354" y="494"/>
                    </a:lnTo>
                    <a:lnTo>
                      <a:pt x="1355" y="493"/>
                    </a:lnTo>
                    <a:lnTo>
                      <a:pt x="1357" y="493"/>
                    </a:lnTo>
                    <a:lnTo>
                      <a:pt x="1358" y="493"/>
                    </a:lnTo>
                    <a:lnTo>
                      <a:pt x="1359" y="493"/>
                    </a:lnTo>
                    <a:lnTo>
                      <a:pt x="1361" y="493"/>
                    </a:lnTo>
                    <a:lnTo>
                      <a:pt x="1362" y="493"/>
                    </a:lnTo>
                    <a:lnTo>
                      <a:pt x="1364" y="493"/>
                    </a:lnTo>
                    <a:lnTo>
                      <a:pt x="1365" y="493"/>
                    </a:lnTo>
                    <a:lnTo>
                      <a:pt x="1367" y="493"/>
                    </a:lnTo>
                    <a:lnTo>
                      <a:pt x="1368" y="493"/>
                    </a:lnTo>
                    <a:lnTo>
                      <a:pt x="1369" y="493"/>
                    </a:lnTo>
                    <a:lnTo>
                      <a:pt x="1371" y="493"/>
                    </a:lnTo>
                    <a:lnTo>
                      <a:pt x="1372" y="493"/>
                    </a:lnTo>
                    <a:lnTo>
                      <a:pt x="1374" y="492"/>
                    </a:lnTo>
                    <a:lnTo>
                      <a:pt x="1375" y="492"/>
                    </a:lnTo>
                    <a:lnTo>
                      <a:pt x="1376" y="492"/>
                    </a:lnTo>
                    <a:lnTo>
                      <a:pt x="1378" y="492"/>
                    </a:lnTo>
                    <a:lnTo>
                      <a:pt x="1379" y="492"/>
                    </a:lnTo>
                    <a:lnTo>
                      <a:pt x="1381" y="492"/>
                    </a:lnTo>
                    <a:lnTo>
                      <a:pt x="1382" y="492"/>
                    </a:lnTo>
                    <a:lnTo>
                      <a:pt x="1383" y="492"/>
                    </a:lnTo>
                    <a:lnTo>
                      <a:pt x="1385" y="492"/>
                    </a:lnTo>
                    <a:lnTo>
                      <a:pt x="1386" y="492"/>
                    </a:lnTo>
                    <a:lnTo>
                      <a:pt x="1388" y="492"/>
                    </a:lnTo>
                    <a:lnTo>
                      <a:pt x="1389" y="492"/>
                    </a:lnTo>
                    <a:lnTo>
                      <a:pt x="1390" y="491"/>
                    </a:lnTo>
                    <a:lnTo>
                      <a:pt x="1392" y="491"/>
                    </a:lnTo>
                    <a:lnTo>
                      <a:pt x="1393" y="491"/>
                    </a:lnTo>
                    <a:lnTo>
                      <a:pt x="1395" y="491"/>
                    </a:lnTo>
                    <a:lnTo>
                      <a:pt x="1396" y="491"/>
                    </a:lnTo>
                    <a:lnTo>
                      <a:pt x="1397" y="491"/>
                    </a:lnTo>
                    <a:lnTo>
                      <a:pt x="1399" y="491"/>
                    </a:lnTo>
                    <a:lnTo>
                      <a:pt x="1400" y="491"/>
                    </a:lnTo>
                    <a:lnTo>
                      <a:pt x="1402" y="491"/>
                    </a:lnTo>
                    <a:lnTo>
                      <a:pt x="1403" y="491"/>
                    </a:lnTo>
                    <a:lnTo>
                      <a:pt x="1404" y="491"/>
                    </a:lnTo>
                    <a:lnTo>
                      <a:pt x="1406" y="490"/>
                    </a:lnTo>
                    <a:lnTo>
                      <a:pt x="1407" y="490"/>
                    </a:lnTo>
                    <a:lnTo>
                      <a:pt x="1409" y="490"/>
                    </a:lnTo>
                    <a:lnTo>
                      <a:pt x="1410" y="490"/>
                    </a:lnTo>
                    <a:lnTo>
                      <a:pt x="1411" y="490"/>
                    </a:lnTo>
                    <a:lnTo>
                      <a:pt x="1413" y="490"/>
                    </a:lnTo>
                    <a:lnTo>
                      <a:pt x="1414" y="490"/>
                    </a:lnTo>
                    <a:lnTo>
                      <a:pt x="1416" y="490"/>
                    </a:lnTo>
                    <a:lnTo>
                      <a:pt x="1417" y="490"/>
                    </a:lnTo>
                    <a:lnTo>
                      <a:pt x="1418" y="490"/>
                    </a:lnTo>
                    <a:lnTo>
                      <a:pt x="1420" y="490"/>
                    </a:lnTo>
                    <a:lnTo>
                      <a:pt x="1421" y="490"/>
                    </a:lnTo>
                    <a:lnTo>
                      <a:pt x="1423" y="489"/>
                    </a:lnTo>
                    <a:lnTo>
                      <a:pt x="1424" y="489"/>
                    </a:lnTo>
                    <a:lnTo>
                      <a:pt x="1426" y="489"/>
                    </a:lnTo>
                    <a:lnTo>
                      <a:pt x="1427" y="489"/>
                    </a:lnTo>
                    <a:lnTo>
                      <a:pt x="1428" y="489"/>
                    </a:lnTo>
                    <a:lnTo>
                      <a:pt x="1430" y="489"/>
                    </a:lnTo>
                    <a:lnTo>
                      <a:pt x="1431" y="489"/>
                    </a:lnTo>
                    <a:lnTo>
                      <a:pt x="1433" y="489"/>
                    </a:lnTo>
                    <a:lnTo>
                      <a:pt x="1434" y="489"/>
                    </a:lnTo>
                    <a:lnTo>
                      <a:pt x="1435" y="489"/>
                    </a:lnTo>
                    <a:lnTo>
                      <a:pt x="1437" y="489"/>
                    </a:lnTo>
                    <a:lnTo>
                      <a:pt x="1438" y="489"/>
                    </a:lnTo>
                    <a:lnTo>
                      <a:pt x="1440" y="489"/>
                    </a:lnTo>
                    <a:lnTo>
                      <a:pt x="1441" y="488"/>
                    </a:lnTo>
                    <a:lnTo>
                      <a:pt x="1442" y="488"/>
                    </a:lnTo>
                    <a:lnTo>
                      <a:pt x="1444" y="488"/>
                    </a:lnTo>
                    <a:lnTo>
                      <a:pt x="1445" y="488"/>
                    </a:lnTo>
                    <a:lnTo>
                      <a:pt x="1447" y="488"/>
                    </a:lnTo>
                    <a:lnTo>
                      <a:pt x="1448" y="488"/>
                    </a:lnTo>
                    <a:lnTo>
                      <a:pt x="1449" y="488"/>
                    </a:lnTo>
                    <a:lnTo>
                      <a:pt x="1451" y="488"/>
                    </a:lnTo>
                    <a:lnTo>
                      <a:pt x="1452" y="488"/>
                    </a:lnTo>
                    <a:lnTo>
                      <a:pt x="1454" y="488"/>
                    </a:lnTo>
                    <a:lnTo>
                      <a:pt x="1455" y="487"/>
                    </a:lnTo>
                    <a:lnTo>
                      <a:pt x="1456" y="487"/>
                    </a:lnTo>
                    <a:lnTo>
                      <a:pt x="1458" y="487"/>
                    </a:lnTo>
                    <a:lnTo>
                      <a:pt x="1459" y="487"/>
                    </a:lnTo>
                    <a:lnTo>
                      <a:pt x="1461" y="487"/>
                    </a:lnTo>
                    <a:lnTo>
                      <a:pt x="1462" y="487"/>
                    </a:lnTo>
                    <a:lnTo>
                      <a:pt x="1463" y="487"/>
                    </a:lnTo>
                    <a:lnTo>
                      <a:pt x="1465" y="487"/>
                    </a:lnTo>
                    <a:lnTo>
                      <a:pt x="1466" y="487"/>
                    </a:lnTo>
                    <a:lnTo>
                      <a:pt x="1468" y="487"/>
                    </a:lnTo>
                    <a:lnTo>
                      <a:pt x="1469" y="487"/>
                    </a:lnTo>
                    <a:lnTo>
                      <a:pt x="1470" y="487"/>
                    </a:lnTo>
                    <a:lnTo>
                      <a:pt x="1472" y="486"/>
                    </a:lnTo>
                    <a:lnTo>
                      <a:pt x="1473" y="486"/>
                    </a:lnTo>
                    <a:lnTo>
                      <a:pt x="1475" y="486"/>
                    </a:lnTo>
                    <a:lnTo>
                      <a:pt x="1476" y="486"/>
                    </a:lnTo>
                    <a:lnTo>
                      <a:pt x="1477" y="486"/>
                    </a:lnTo>
                    <a:lnTo>
                      <a:pt x="1479" y="486"/>
                    </a:lnTo>
                    <a:lnTo>
                      <a:pt x="1480" y="486"/>
                    </a:lnTo>
                    <a:lnTo>
                      <a:pt x="1482" y="486"/>
                    </a:lnTo>
                    <a:lnTo>
                      <a:pt x="1483" y="486"/>
                    </a:lnTo>
                    <a:lnTo>
                      <a:pt x="1484" y="486"/>
                    </a:lnTo>
                    <a:lnTo>
                      <a:pt x="1486" y="486"/>
                    </a:lnTo>
                    <a:lnTo>
                      <a:pt x="1487" y="485"/>
                    </a:lnTo>
                    <a:lnTo>
                      <a:pt x="1489" y="485"/>
                    </a:lnTo>
                    <a:lnTo>
                      <a:pt x="1490" y="485"/>
                    </a:lnTo>
                    <a:lnTo>
                      <a:pt x="1492" y="485"/>
                    </a:lnTo>
                    <a:lnTo>
                      <a:pt x="1493" y="485"/>
                    </a:lnTo>
                    <a:lnTo>
                      <a:pt x="1494" y="485"/>
                    </a:lnTo>
                    <a:lnTo>
                      <a:pt x="1496" y="485"/>
                    </a:lnTo>
                    <a:lnTo>
                      <a:pt x="1497" y="485"/>
                    </a:lnTo>
                    <a:lnTo>
                      <a:pt x="1499" y="485"/>
                    </a:lnTo>
                    <a:lnTo>
                      <a:pt x="1500" y="485"/>
                    </a:lnTo>
                    <a:lnTo>
                      <a:pt x="1501" y="485"/>
                    </a:lnTo>
                    <a:lnTo>
                      <a:pt x="1503" y="484"/>
                    </a:lnTo>
                    <a:lnTo>
                      <a:pt x="1504" y="484"/>
                    </a:lnTo>
                    <a:lnTo>
                      <a:pt x="1506" y="484"/>
                    </a:lnTo>
                    <a:lnTo>
                      <a:pt x="1507" y="484"/>
                    </a:lnTo>
                    <a:lnTo>
                      <a:pt x="1508" y="484"/>
                    </a:lnTo>
                    <a:lnTo>
                      <a:pt x="1510" y="484"/>
                    </a:lnTo>
                    <a:lnTo>
                      <a:pt x="1511" y="484"/>
                    </a:lnTo>
                    <a:lnTo>
                      <a:pt x="1513" y="484"/>
                    </a:lnTo>
                    <a:lnTo>
                      <a:pt x="1514" y="484"/>
                    </a:lnTo>
                    <a:lnTo>
                      <a:pt x="1515" y="484"/>
                    </a:lnTo>
                    <a:lnTo>
                      <a:pt x="1517" y="484"/>
                    </a:lnTo>
                    <a:lnTo>
                      <a:pt x="1518" y="484"/>
                    </a:lnTo>
                    <a:lnTo>
                      <a:pt x="1520" y="483"/>
                    </a:lnTo>
                    <a:lnTo>
                      <a:pt x="1521" y="483"/>
                    </a:lnTo>
                    <a:lnTo>
                      <a:pt x="1522" y="483"/>
                    </a:lnTo>
                    <a:lnTo>
                      <a:pt x="1524" y="483"/>
                    </a:lnTo>
                    <a:lnTo>
                      <a:pt x="1525" y="483"/>
                    </a:lnTo>
                    <a:lnTo>
                      <a:pt x="1527" y="483"/>
                    </a:lnTo>
                    <a:lnTo>
                      <a:pt x="1528" y="483"/>
                    </a:lnTo>
                    <a:lnTo>
                      <a:pt x="1529" y="483"/>
                    </a:lnTo>
                    <a:lnTo>
                      <a:pt x="1531" y="483"/>
                    </a:lnTo>
                    <a:lnTo>
                      <a:pt x="1532" y="483"/>
                    </a:lnTo>
                    <a:lnTo>
                      <a:pt x="1534" y="482"/>
                    </a:lnTo>
                    <a:lnTo>
                      <a:pt x="1535" y="482"/>
                    </a:lnTo>
                    <a:lnTo>
                      <a:pt x="1536" y="482"/>
                    </a:lnTo>
                    <a:lnTo>
                      <a:pt x="1538" y="482"/>
                    </a:lnTo>
                    <a:lnTo>
                      <a:pt x="1539" y="482"/>
                    </a:lnTo>
                    <a:lnTo>
                      <a:pt x="1541" y="482"/>
                    </a:lnTo>
                    <a:lnTo>
                      <a:pt x="1542" y="482"/>
                    </a:lnTo>
                    <a:lnTo>
                      <a:pt x="1543" y="482"/>
                    </a:lnTo>
                    <a:lnTo>
                      <a:pt x="1545" y="482"/>
                    </a:lnTo>
                    <a:lnTo>
                      <a:pt x="1546" y="482"/>
                    </a:lnTo>
                    <a:lnTo>
                      <a:pt x="1548" y="482"/>
                    </a:lnTo>
                    <a:lnTo>
                      <a:pt x="1549" y="482"/>
                    </a:lnTo>
                    <a:lnTo>
                      <a:pt x="1550" y="481"/>
                    </a:lnTo>
                    <a:lnTo>
                      <a:pt x="1552" y="481"/>
                    </a:lnTo>
                    <a:lnTo>
                      <a:pt x="1553" y="481"/>
                    </a:lnTo>
                    <a:lnTo>
                      <a:pt x="1555" y="481"/>
                    </a:lnTo>
                    <a:lnTo>
                      <a:pt x="1556" y="481"/>
                    </a:lnTo>
                    <a:lnTo>
                      <a:pt x="1558" y="481"/>
                    </a:lnTo>
                    <a:lnTo>
                      <a:pt x="1559" y="481"/>
                    </a:lnTo>
                    <a:lnTo>
                      <a:pt x="1560" y="481"/>
                    </a:lnTo>
                    <a:lnTo>
                      <a:pt x="1562" y="481"/>
                    </a:lnTo>
                    <a:lnTo>
                      <a:pt x="1563" y="481"/>
                    </a:lnTo>
                    <a:lnTo>
                      <a:pt x="1565" y="481"/>
                    </a:lnTo>
                    <a:lnTo>
                      <a:pt x="1566" y="480"/>
                    </a:lnTo>
                    <a:lnTo>
                      <a:pt x="1567" y="480"/>
                    </a:lnTo>
                    <a:lnTo>
                      <a:pt x="1569" y="480"/>
                    </a:lnTo>
                    <a:lnTo>
                      <a:pt x="1570" y="480"/>
                    </a:lnTo>
                    <a:lnTo>
                      <a:pt x="1572" y="480"/>
                    </a:lnTo>
                    <a:lnTo>
                      <a:pt x="1573" y="480"/>
                    </a:lnTo>
                    <a:lnTo>
                      <a:pt x="1574" y="480"/>
                    </a:lnTo>
                    <a:lnTo>
                      <a:pt x="1576" y="480"/>
                    </a:lnTo>
                    <a:lnTo>
                      <a:pt x="1577" y="480"/>
                    </a:lnTo>
                    <a:lnTo>
                      <a:pt x="1579" y="480"/>
                    </a:lnTo>
                    <a:lnTo>
                      <a:pt x="1580" y="480"/>
                    </a:lnTo>
                    <a:lnTo>
                      <a:pt x="1581" y="479"/>
                    </a:lnTo>
                    <a:lnTo>
                      <a:pt x="1583" y="479"/>
                    </a:lnTo>
                    <a:lnTo>
                      <a:pt x="1584" y="479"/>
                    </a:lnTo>
                    <a:lnTo>
                      <a:pt x="1586" y="479"/>
                    </a:lnTo>
                    <a:lnTo>
                      <a:pt x="1587" y="479"/>
                    </a:lnTo>
                    <a:lnTo>
                      <a:pt x="1588" y="479"/>
                    </a:lnTo>
                    <a:lnTo>
                      <a:pt x="1590" y="479"/>
                    </a:lnTo>
                    <a:lnTo>
                      <a:pt x="1591" y="479"/>
                    </a:lnTo>
                    <a:lnTo>
                      <a:pt x="1593" y="479"/>
                    </a:lnTo>
                    <a:lnTo>
                      <a:pt x="1594" y="479"/>
                    </a:lnTo>
                    <a:lnTo>
                      <a:pt x="1595" y="479"/>
                    </a:lnTo>
                    <a:lnTo>
                      <a:pt x="1597" y="478"/>
                    </a:lnTo>
                    <a:lnTo>
                      <a:pt x="1598" y="478"/>
                    </a:lnTo>
                    <a:lnTo>
                      <a:pt x="1600" y="478"/>
                    </a:lnTo>
                    <a:lnTo>
                      <a:pt x="1601" y="478"/>
                    </a:lnTo>
                    <a:lnTo>
                      <a:pt x="1602" y="478"/>
                    </a:lnTo>
                    <a:lnTo>
                      <a:pt x="1604" y="478"/>
                    </a:lnTo>
                    <a:lnTo>
                      <a:pt x="1605" y="478"/>
                    </a:lnTo>
                    <a:lnTo>
                      <a:pt x="1607" y="478"/>
                    </a:lnTo>
                    <a:lnTo>
                      <a:pt x="1608" y="478"/>
                    </a:lnTo>
                    <a:lnTo>
                      <a:pt x="1609" y="478"/>
                    </a:lnTo>
                    <a:lnTo>
                      <a:pt x="1611" y="477"/>
                    </a:lnTo>
                    <a:lnTo>
                      <a:pt x="1612" y="477"/>
                    </a:lnTo>
                    <a:lnTo>
                      <a:pt x="1614" y="477"/>
                    </a:lnTo>
                    <a:lnTo>
                      <a:pt x="1615" y="477"/>
                    </a:lnTo>
                    <a:lnTo>
                      <a:pt x="1617" y="477"/>
                    </a:lnTo>
                    <a:lnTo>
                      <a:pt x="1618" y="477"/>
                    </a:lnTo>
                    <a:lnTo>
                      <a:pt x="1619" y="477"/>
                    </a:lnTo>
                    <a:lnTo>
                      <a:pt x="1621" y="477"/>
                    </a:lnTo>
                    <a:lnTo>
                      <a:pt x="1622" y="477"/>
                    </a:lnTo>
                    <a:lnTo>
                      <a:pt x="1624" y="477"/>
                    </a:lnTo>
                    <a:lnTo>
                      <a:pt x="1625" y="476"/>
                    </a:lnTo>
                    <a:lnTo>
                      <a:pt x="1626" y="476"/>
                    </a:lnTo>
                    <a:lnTo>
                      <a:pt x="1628" y="476"/>
                    </a:lnTo>
                    <a:lnTo>
                      <a:pt x="1629" y="476"/>
                    </a:lnTo>
                    <a:lnTo>
                      <a:pt x="1631" y="476"/>
                    </a:lnTo>
                    <a:lnTo>
                      <a:pt x="1632" y="476"/>
                    </a:lnTo>
                    <a:lnTo>
                      <a:pt x="1633" y="476"/>
                    </a:lnTo>
                    <a:lnTo>
                      <a:pt x="1635" y="476"/>
                    </a:lnTo>
                    <a:lnTo>
                      <a:pt x="1636" y="476"/>
                    </a:lnTo>
                    <a:lnTo>
                      <a:pt x="1638" y="476"/>
                    </a:lnTo>
                    <a:lnTo>
                      <a:pt x="1639" y="476"/>
                    </a:lnTo>
                    <a:lnTo>
                      <a:pt x="1640" y="475"/>
                    </a:lnTo>
                    <a:lnTo>
                      <a:pt x="1642" y="475"/>
                    </a:lnTo>
                    <a:lnTo>
                      <a:pt x="1643" y="475"/>
                    </a:lnTo>
                    <a:lnTo>
                      <a:pt x="1645" y="475"/>
                    </a:lnTo>
                    <a:lnTo>
                      <a:pt x="1646" y="475"/>
                    </a:lnTo>
                    <a:lnTo>
                      <a:pt x="1647" y="475"/>
                    </a:lnTo>
                    <a:lnTo>
                      <a:pt x="1649" y="475"/>
                    </a:lnTo>
                    <a:lnTo>
                      <a:pt x="1650" y="475"/>
                    </a:lnTo>
                    <a:lnTo>
                      <a:pt x="1652" y="475"/>
                    </a:lnTo>
                    <a:lnTo>
                      <a:pt x="1653" y="475"/>
                    </a:lnTo>
                    <a:lnTo>
                      <a:pt x="1654" y="474"/>
                    </a:lnTo>
                    <a:lnTo>
                      <a:pt x="1656" y="474"/>
                    </a:lnTo>
                    <a:lnTo>
                      <a:pt x="1657" y="474"/>
                    </a:lnTo>
                    <a:lnTo>
                      <a:pt x="1659" y="474"/>
                    </a:lnTo>
                    <a:lnTo>
                      <a:pt x="1660" y="474"/>
                    </a:lnTo>
                    <a:lnTo>
                      <a:pt x="1661" y="474"/>
                    </a:lnTo>
                    <a:lnTo>
                      <a:pt x="1663" y="474"/>
                    </a:lnTo>
                    <a:lnTo>
                      <a:pt x="1664" y="474"/>
                    </a:lnTo>
                    <a:lnTo>
                      <a:pt x="1666" y="474"/>
                    </a:lnTo>
                    <a:lnTo>
                      <a:pt x="1667" y="474"/>
                    </a:lnTo>
                    <a:lnTo>
                      <a:pt x="1668" y="474"/>
                    </a:lnTo>
                    <a:lnTo>
                      <a:pt x="1670" y="473"/>
                    </a:lnTo>
                    <a:lnTo>
                      <a:pt x="1671" y="473"/>
                    </a:lnTo>
                    <a:lnTo>
                      <a:pt x="1673" y="473"/>
                    </a:lnTo>
                    <a:lnTo>
                      <a:pt x="1674" y="473"/>
                    </a:lnTo>
                    <a:lnTo>
                      <a:pt x="1675" y="473"/>
                    </a:lnTo>
                    <a:lnTo>
                      <a:pt x="1677" y="473"/>
                    </a:lnTo>
                    <a:lnTo>
                      <a:pt x="1678" y="473"/>
                    </a:lnTo>
                    <a:lnTo>
                      <a:pt x="1680" y="473"/>
                    </a:lnTo>
                    <a:lnTo>
                      <a:pt x="1681" y="473"/>
                    </a:lnTo>
                    <a:lnTo>
                      <a:pt x="1683" y="473"/>
                    </a:lnTo>
                    <a:lnTo>
                      <a:pt x="1684" y="472"/>
                    </a:lnTo>
                    <a:lnTo>
                      <a:pt x="1685" y="472"/>
                    </a:lnTo>
                    <a:lnTo>
                      <a:pt x="1687" y="472"/>
                    </a:lnTo>
                    <a:lnTo>
                      <a:pt x="1688" y="472"/>
                    </a:lnTo>
                    <a:lnTo>
                      <a:pt x="1690" y="472"/>
                    </a:lnTo>
                    <a:lnTo>
                      <a:pt x="1691" y="472"/>
                    </a:lnTo>
                    <a:lnTo>
                      <a:pt x="1692" y="472"/>
                    </a:lnTo>
                    <a:lnTo>
                      <a:pt x="1694" y="472"/>
                    </a:lnTo>
                    <a:lnTo>
                      <a:pt x="1695" y="472"/>
                    </a:lnTo>
                    <a:lnTo>
                      <a:pt x="1697" y="472"/>
                    </a:lnTo>
                    <a:lnTo>
                      <a:pt x="1698" y="471"/>
                    </a:lnTo>
                    <a:lnTo>
                      <a:pt x="1699" y="471"/>
                    </a:lnTo>
                    <a:lnTo>
                      <a:pt x="1701" y="471"/>
                    </a:lnTo>
                    <a:lnTo>
                      <a:pt x="1702" y="471"/>
                    </a:lnTo>
                    <a:lnTo>
                      <a:pt x="1704" y="471"/>
                    </a:lnTo>
                    <a:lnTo>
                      <a:pt x="1705" y="471"/>
                    </a:lnTo>
                    <a:lnTo>
                      <a:pt x="1706" y="471"/>
                    </a:lnTo>
                    <a:lnTo>
                      <a:pt x="1708" y="471"/>
                    </a:lnTo>
                    <a:lnTo>
                      <a:pt x="1709" y="471"/>
                    </a:lnTo>
                    <a:lnTo>
                      <a:pt x="1711" y="471"/>
                    </a:lnTo>
                    <a:lnTo>
                      <a:pt x="1712" y="470"/>
                    </a:lnTo>
                    <a:lnTo>
                      <a:pt x="1713" y="470"/>
                    </a:lnTo>
                    <a:lnTo>
                      <a:pt x="1715" y="470"/>
                    </a:lnTo>
                    <a:lnTo>
                      <a:pt x="1716" y="470"/>
                    </a:lnTo>
                    <a:lnTo>
                      <a:pt x="1718" y="470"/>
                    </a:lnTo>
                    <a:lnTo>
                      <a:pt x="1719" y="470"/>
                    </a:lnTo>
                    <a:lnTo>
                      <a:pt x="1720" y="470"/>
                    </a:lnTo>
                    <a:lnTo>
                      <a:pt x="1722" y="470"/>
                    </a:lnTo>
                    <a:lnTo>
                      <a:pt x="1723" y="470"/>
                    </a:lnTo>
                    <a:lnTo>
                      <a:pt x="1725" y="470"/>
                    </a:lnTo>
                    <a:lnTo>
                      <a:pt x="1726" y="470"/>
                    </a:lnTo>
                    <a:lnTo>
                      <a:pt x="1727" y="469"/>
                    </a:lnTo>
                    <a:lnTo>
                      <a:pt x="1729" y="469"/>
                    </a:lnTo>
                    <a:lnTo>
                      <a:pt x="1730" y="469"/>
                    </a:lnTo>
                    <a:lnTo>
                      <a:pt x="1732" y="469"/>
                    </a:lnTo>
                    <a:lnTo>
                      <a:pt x="1733" y="469"/>
                    </a:lnTo>
                    <a:lnTo>
                      <a:pt x="1734" y="469"/>
                    </a:lnTo>
                    <a:lnTo>
                      <a:pt x="1736" y="469"/>
                    </a:lnTo>
                    <a:lnTo>
                      <a:pt x="1737" y="469"/>
                    </a:lnTo>
                    <a:lnTo>
                      <a:pt x="1739" y="469"/>
                    </a:lnTo>
                    <a:lnTo>
                      <a:pt x="1740" y="468"/>
                    </a:lnTo>
                    <a:lnTo>
                      <a:pt x="1742" y="468"/>
                    </a:lnTo>
                    <a:lnTo>
                      <a:pt x="1743" y="468"/>
                    </a:lnTo>
                    <a:lnTo>
                      <a:pt x="1744" y="468"/>
                    </a:lnTo>
                    <a:lnTo>
                      <a:pt x="1746" y="468"/>
                    </a:lnTo>
                    <a:lnTo>
                      <a:pt x="1747" y="468"/>
                    </a:lnTo>
                    <a:lnTo>
                      <a:pt x="1749" y="468"/>
                    </a:lnTo>
                    <a:lnTo>
                      <a:pt x="1750" y="468"/>
                    </a:lnTo>
                    <a:lnTo>
                      <a:pt x="1751" y="468"/>
                    </a:lnTo>
                    <a:lnTo>
                      <a:pt x="1753" y="468"/>
                    </a:lnTo>
                    <a:lnTo>
                      <a:pt x="1754" y="467"/>
                    </a:lnTo>
                    <a:lnTo>
                      <a:pt x="1756" y="467"/>
                    </a:lnTo>
                    <a:lnTo>
                      <a:pt x="1757" y="467"/>
                    </a:lnTo>
                    <a:lnTo>
                      <a:pt x="1758" y="467"/>
                    </a:lnTo>
                    <a:lnTo>
                      <a:pt x="1760" y="467"/>
                    </a:lnTo>
                    <a:lnTo>
                      <a:pt x="1761" y="467"/>
                    </a:lnTo>
                    <a:lnTo>
                      <a:pt x="1763" y="467"/>
                    </a:lnTo>
                    <a:lnTo>
                      <a:pt x="1764" y="467"/>
                    </a:lnTo>
                    <a:lnTo>
                      <a:pt x="1765" y="467"/>
                    </a:lnTo>
                    <a:lnTo>
                      <a:pt x="1767" y="467"/>
                    </a:lnTo>
                    <a:lnTo>
                      <a:pt x="1768" y="466"/>
                    </a:lnTo>
                    <a:lnTo>
                      <a:pt x="1770" y="466"/>
                    </a:lnTo>
                    <a:lnTo>
                      <a:pt x="1771" y="466"/>
                    </a:lnTo>
                    <a:lnTo>
                      <a:pt x="1772" y="466"/>
                    </a:lnTo>
                    <a:lnTo>
                      <a:pt x="1774" y="466"/>
                    </a:lnTo>
                    <a:lnTo>
                      <a:pt x="1775" y="466"/>
                    </a:lnTo>
                    <a:lnTo>
                      <a:pt x="1777" y="466"/>
                    </a:lnTo>
                    <a:lnTo>
                      <a:pt x="1778" y="466"/>
                    </a:lnTo>
                    <a:lnTo>
                      <a:pt x="1779" y="466"/>
                    </a:lnTo>
                    <a:lnTo>
                      <a:pt x="1781" y="466"/>
                    </a:lnTo>
                    <a:lnTo>
                      <a:pt x="1782" y="465"/>
                    </a:lnTo>
                    <a:lnTo>
                      <a:pt x="1784" y="465"/>
                    </a:lnTo>
                    <a:lnTo>
                      <a:pt x="1785" y="465"/>
                    </a:lnTo>
                    <a:lnTo>
                      <a:pt x="1786" y="465"/>
                    </a:lnTo>
                    <a:lnTo>
                      <a:pt x="1788" y="465"/>
                    </a:lnTo>
                    <a:lnTo>
                      <a:pt x="1789" y="465"/>
                    </a:lnTo>
                    <a:lnTo>
                      <a:pt x="1791" y="465"/>
                    </a:lnTo>
                    <a:lnTo>
                      <a:pt x="1792" y="465"/>
                    </a:lnTo>
                    <a:lnTo>
                      <a:pt x="1793" y="465"/>
                    </a:lnTo>
                    <a:lnTo>
                      <a:pt x="1795" y="465"/>
                    </a:lnTo>
                    <a:lnTo>
                      <a:pt x="1796" y="464"/>
                    </a:lnTo>
                    <a:lnTo>
                      <a:pt x="1798" y="464"/>
                    </a:lnTo>
                    <a:lnTo>
                      <a:pt x="1799" y="464"/>
                    </a:lnTo>
                    <a:lnTo>
                      <a:pt x="1800" y="464"/>
                    </a:lnTo>
                    <a:lnTo>
                      <a:pt x="1802" y="464"/>
                    </a:lnTo>
                    <a:lnTo>
                      <a:pt x="1803" y="464"/>
                    </a:lnTo>
                    <a:lnTo>
                      <a:pt x="1805" y="464"/>
                    </a:lnTo>
                    <a:lnTo>
                      <a:pt x="1806" y="464"/>
                    </a:lnTo>
                    <a:lnTo>
                      <a:pt x="1808" y="464"/>
                    </a:lnTo>
                    <a:lnTo>
                      <a:pt x="1809" y="464"/>
                    </a:lnTo>
                    <a:lnTo>
                      <a:pt x="1810" y="463"/>
                    </a:lnTo>
                    <a:lnTo>
                      <a:pt x="1812" y="463"/>
                    </a:lnTo>
                    <a:lnTo>
                      <a:pt x="1813" y="463"/>
                    </a:lnTo>
                    <a:lnTo>
                      <a:pt x="1815" y="463"/>
                    </a:lnTo>
                    <a:lnTo>
                      <a:pt x="1816" y="463"/>
                    </a:lnTo>
                    <a:lnTo>
                      <a:pt x="1817" y="463"/>
                    </a:lnTo>
                    <a:lnTo>
                      <a:pt x="1819" y="463"/>
                    </a:lnTo>
                    <a:lnTo>
                      <a:pt x="1820" y="463"/>
                    </a:lnTo>
                    <a:lnTo>
                      <a:pt x="1822" y="463"/>
                    </a:lnTo>
                    <a:lnTo>
                      <a:pt x="1823" y="463"/>
                    </a:lnTo>
                    <a:lnTo>
                      <a:pt x="1824" y="462"/>
                    </a:lnTo>
                    <a:lnTo>
                      <a:pt x="1826" y="462"/>
                    </a:lnTo>
                    <a:lnTo>
                      <a:pt x="1827" y="462"/>
                    </a:lnTo>
                    <a:lnTo>
                      <a:pt x="1829" y="462"/>
                    </a:lnTo>
                    <a:lnTo>
                      <a:pt x="1830" y="462"/>
                    </a:lnTo>
                    <a:lnTo>
                      <a:pt x="1831" y="462"/>
                    </a:lnTo>
                    <a:lnTo>
                      <a:pt x="1833" y="462"/>
                    </a:lnTo>
                    <a:lnTo>
                      <a:pt x="1834" y="462"/>
                    </a:lnTo>
                    <a:lnTo>
                      <a:pt x="1836" y="462"/>
                    </a:lnTo>
                    <a:lnTo>
                      <a:pt x="1837" y="461"/>
                    </a:lnTo>
                    <a:lnTo>
                      <a:pt x="1838" y="461"/>
                    </a:lnTo>
                    <a:lnTo>
                      <a:pt x="1840" y="461"/>
                    </a:lnTo>
                    <a:lnTo>
                      <a:pt x="1841" y="461"/>
                    </a:lnTo>
                    <a:lnTo>
                      <a:pt x="1843" y="461"/>
                    </a:lnTo>
                    <a:lnTo>
                      <a:pt x="1844" y="461"/>
                    </a:lnTo>
                    <a:lnTo>
                      <a:pt x="1845" y="461"/>
                    </a:lnTo>
                    <a:lnTo>
                      <a:pt x="1847" y="461"/>
                    </a:lnTo>
                    <a:lnTo>
                      <a:pt x="1848" y="461"/>
                    </a:lnTo>
                    <a:lnTo>
                      <a:pt x="1850" y="460"/>
                    </a:lnTo>
                    <a:lnTo>
                      <a:pt x="1851" y="460"/>
                    </a:lnTo>
                    <a:lnTo>
                      <a:pt x="1852" y="460"/>
                    </a:lnTo>
                    <a:lnTo>
                      <a:pt x="1854" y="460"/>
                    </a:lnTo>
                    <a:lnTo>
                      <a:pt x="1855" y="460"/>
                    </a:lnTo>
                    <a:lnTo>
                      <a:pt x="1857" y="460"/>
                    </a:lnTo>
                    <a:lnTo>
                      <a:pt x="1858" y="460"/>
                    </a:lnTo>
                    <a:lnTo>
                      <a:pt x="1859" y="460"/>
                    </a:lnTo>
                    <a:lnTo>
                      <a:pt x="1861" y="460"/>
                    </a:lnTo>
                    <a:lnTo>
                      <a:pt x="1862" y="460"/>
                    </a:lnTo>
                    <a:lnTo>
                      <a:pt x="1864" y="459"/>
                    </a:lnTo>
                    <a:lnTo>
                      <a:pt x="1865" y="459"/>
                    </a:lnTo>
                    <a:lnTo>
                      <a:pt x="1866" y="459"/>
                    </a:lnTo>
                    <a:lnTo>
                      <a:pt x="1868" y="459"/>
                    </a:lnTo>
                    <a:lnTo>
                      <a:pt x="1869" y="459"/>
                    </a:lnTo>
                    <a:lnTo>
                      <a:pt x="1871" y="459"/>
                    </a:lnTo>
                    <a:lnTo>
                      <a:pt x="1872" y="459"/>
                    </a:lnTo>
                    <a:lnTo>
                      <a:pt x="1874" y="459"/>
                    </a:lnTo>
                    <a:lnTo>
                      <a:pt x="1875" y="459"/>
                    </a:lnTo>
                    <a:lnTo>
                      <a:pt x="1876" y="458"/>
                    </a:lnTo>
                    <a:lnTo>
                      <a:pt x="1878" y="458"/>
                    </a:lnTo>
                    <a:lnTo>
                      <a:pt x="1879" y="458"/>
                    </a:lnTo>
                    <a:lnTo>
                      <a:pt x="1881" y="458"/>
                    </a:lnTo>
                    <a:lnTo>
                      <a:pt x="1882" y="458"/>
                    </a:lnTo>
                    <a:lnTo>
                      <a:pt x="1883" y="458"/>
                    </a:lnTo>
                    <a:lnTo>
                      <a:pt x="1885" y="458"/>
                    </a:lnTo>
                    <a:lnTo>
                      <a:pt x="1886" y="458"/>
                    </a:lnTo>
                    <a:lnTo>
                      <a:pt x="1888" y="458"/>
                    </a:lnTo>
                    <a:lnTo>
                      <a:pt x="1889" y="457"/>
                    </a:lnTo>
                    <a:lnTo>
                      <a:pt x="1890" y="457"/>
                    </a:lnTo>
                    <a:lnTo>
                      <a:pt x="1892" y="457"/>
                    </a:lnTo>
                    <a:lnTo>
                      <a:pt x="1893" y="457"/>
                    </a:lnTo>
                    <a:lnTo>
                      <a:pt x="1895" y="457"/>
                    </a:lnTo>
                    <a:lnTo>
                      <a:pt x="1896" y="457"/>
                    </a:lnTo>
                    <a:lnTo>
                      <a:pt x="1897" y="457"/>
                    </a:lnTo>
                    <a:lnTo>
                      <a:pt x="1899" y="457"/>
                    </a:lnTo>
                    <a:lnTo>
                      <a:pt x="1900" y="457"/>
                    </a:lnTo>
                    <a:lnTo>
                      <a:pt x="1902" y="457"/>
                    </a:lnTo>
                    <a:lnTo>
                      <a:pt x="1903" y="456"/>
                    </a:lnTo>
                    <a:lnTo>
                      <a:pt x="1904" y="456"/>
                    </a:lnTo>
                    <a:lnTo>
                      <a:pt x="1906" y="456"/>
                    </a:lnTo>
                    <a:lnTo>
                      <a:pt x="1907" y="456"/>
                    </a:lnTo>
                    <a:lnTo>
                      <a:pt x="1909" y="456"/>
                    </a:lnTo>
                    <a:lnTo>
                      <a:pt x="1910" y="456"/>
                    </a:lnTo>
                    <a:lnTo>
                      <a:pt x="1911" y="456"/>
                    </a:lnTo>
                    <a:lnTo>
                      <a:pt x="1913" y="456"/>
                    </a:lnTo>
                    <a:lnTo>
                      <a:pt x="1914" y="456"/>
                    </a:lnTo>
                    <a:lnTo>
                      <a:pt x="1916" y="456"/>
                    </a:lnTo>
                    <a:lnTo>
                      <a:pt x="1917" y="455"/>
                    </a:lnTo>
                    <a:lnTo>
                      <a:pt x="1918" y="455"/>
                    </a:lnTo>
                    <a:lnTo>
                      <a:pt x="1920" y="455"/>
                    </a:lnTo>
                    <a:lnTo>
                      <a:pt x="1921" y="455"/>
                    </a:lnTo>
                    <a:lnTo>
                      <a:pt x="1923" y="455"/>
                    </a:lnTo>
                    <a:lnTo>
                      <a:pt x="1924" y="455"/>
                    </a:lnTo>
                    <a:lnTo>
                      <a:pt x="1925" y="455"/>
                    </a:lnTo>
                    <a:lnTo>
                      <a:pt x="1927" y="455"/>
                    </a:lnTo>
                    <a:lnTo>
                      <a:pt x="1928" y="455"/>
                    </a:lnTo>
                    <a:lnTo>
                      <a:pt x="1930" y="454"/>
                    </a:lnTo>
                    <a:lnTo>
                      <a:pt x="1931" y="454"/>
                    </a:lnTo>
                    <a:lnTo>
                      <a:pt x="1933" y="454"/>
                    </a:lnTo>
                    <a:lnTo>
                      <a:pt x="1934" y="454"/>
                    </a:lnTo>
                    <a:lnTo>
                      <a:pt x="1935" y="454"/>
                    </a:lnTo>
                    <a:lnTo>
                      <a:pt x="1937" y="454"/>
                    </a:lnTo>
                    <a:lnTo>
                      <a:pt x="1938" y="454"/>
                    </a:lnTo>
                    <a:lnTo>
                      <a:pt x="1940" y="454"/>
                    </a:lnTo>
                    <a:lnTo>
                      <a:pt x="1941" y="453"/>
                    </a:lnTo>
                    <a:lnTo>
                      <a:pt x="1942" y="453"/>
                    </a:lnTo>
                    <a:lnTo>
                      <a:pt x="1944" y="453"/>
                    </a:lnTo>
                    <a:lnTo>
                      <a:pt x="1945" y="453"/>
                    </a:lnTo>
                    <a:lnTo>
                      <a:pt x="1947" y="453"/>
                    </a:lnTo>
                    <a:lnTo>
                      <a:pt x="1948" y="453"/>
                    </a:lnTo>
                    <a:lnTo>
                      <a:pt x="1949" y="453"/>
                    </a:lnTo>
                    <a:lnTo>
                      <a:pt x="1951" y="453"/>
                    </a:lnTo>
                    <a:lnTo>
                      <a:pt x="1952" y="453"/>
                    </a:lnTo>
                    <a:lnTo>
                      <a:pt x="1954" y="453"/>
                    </a:lnTo>
                    <a:lnTo>
                      <a:pt x="1955" y="452"/>
                    </a:lnTo>
                    <a:lnTo>
                      <a:pt x="1956" y="452"/>
                    </a:lnTo>
                    <a:lnTo>
                      <a:pt x="1958" y="452"/>
                    </a:lnTo>
                    <a:lnTo>
                      <a:pt x="1959" y="452"/>
                    </a:lnTo>
                    <a:lnTo>
                      <a:pt x="1961" y="452"/>
                    </a:lnTo>
                    <a:lnTo>
                      <a:pt x="1962" y="452"/>
                    </a:lnTo>
                    <a:lnTo>
                      <a:pt x="1963" y="452"/>
                    </a:lnTo>
                    <a:lnTo>
                      <a:pt x="1965" y="452"/>
                    </a:lnTo>
                    <a:lnTo>
                      <a:pt x="1966" y="452"/>
                    </a:lnTo>
                    <a:lnTo>
                      <a:pt x="1968" y="451"/>
                    </a:lnTo>
                    <a:lnTo>
                      <a:pt x="1969" y="451"/>
                    </a:lnTo>
                    <a:lnTo>
                      <a:pt x="1970" y="451"/>
                    </a:lnTo>
                    <a:lnTo>
                      <a:pt x="1972" y="451"/>
                    </a:lnTo>
                    <a:lnTo>
                      <a:pt x="1973" y="451"/>
                    </a:lnTo>
                    <a:lnTo>
                      <a:pt x="1975" y="451"/>
                    </a:lnTo>
                    <a:lnTo>
                      <a:pt x="1976" y="451"/>
                    </a:lnTo>
                    <a:lnTo>
                      <a:pt x="1977" y="451"/>
                    </a:lnTo>
                    <a:lnTo>
                      <a:pt x="1979" y="451"/>
                    </a:lnTo>
                    <a:lnTo>
                      <a:pt x="1980" y="450"/>
                    </a:lnTo>
                    <a:lnTo>
                      <a:pt x="1982" y="450"/>
                    </a:lnTo>
                    <a:lnTo>
                      <a:pt x="1983" y="450"/>
                    </a:lnTo>
                    <a:lnTo>
                      <a:pt x="1984" y="450"/>
                    </a:lnTo>
                    <a:lnTo>
                      <a:pt x="1986" y="450"/>
                    </a:lnTo>
                    <a:lnTo>
                      <a:pt x="1987" y="450"/>
                    </a:lnTo>
                    <a:lnTo>
                      <a:pt x="1989" y="450"/>
                    </a:lnTo>
                    <a:lnTo>
                      <a:pt x="1990" y="450"/>
                    </a:lnTo>
                    <a:lnTo>
                      <a:pt x="1991" y="449"/>
                    </a:lnTo>
                    <a:lnTo>
                      <a:pt x="1993" y="449"/>
                    </a:lnTo>
                    <a:lnTo>
                      <a:pt x="1994" y="450"/>
                    </a:lnTo>
                    <a:lnTo>
                      <a:pt x="1996" y="450"/>
                    </a:lnTo>
                    <a:lnTo>
                      <a:pt x="1997" y="449"/>
                    </a:lnTo>
                    <a:lnTo>
                      <a:pt x="1999" y="448"/>
                    </a:lnTo>
                    <a:lnTo>
                      <a:pt x="2000" y="448"/>
                    </a:lnTo>
                    <a:lnTo>
                      <a:pt x="2001" y="448"/>
                    </a:lnTo>
                    <a:lnTo>
                      <a:pt x="2003" y="448"/>
                    </a:lnTo>
                    <a:lnTo>
                      <a:pt x="2004" y="447"/>
                    </a:lnTo>
                    <a:lnTo>
                      <a:pt x="2006" y="446"/>
                    </a:lnTo>
                    <a:lnTo>
                      <a:pt x="2007" y="444"/>
                    </a:lnTo>
                    <a:lnTo>
                      <a:pt x="2008" y="444"/>
                    </a:lnTo>
                    <a:lnTo>
                      <a:pt x="2010" y="444"/>
                    </a:lnTo>
                    <a:lnTo>
                      <a:pt x="2011" y="444"/>
                    </a:lnTo>
                    <a:lnTo>
                      <a:pt x="2013" y="444"/>
                    </a:lnTo>
                    <a:lnTo>
                      <a:pt x="2014" y="444"/>
                    </a:lnTo>
                    <a:lnTo>
                      <a:pt x="2015" y="446"/>
                    </a:lnTo>
                    <a:lnTo>
                      <a:pt x="2017" y="447"/>
                    </a:lnTo>
                    <a:lnTo>
                      <a:pt x="2018" y="447"/>
                    </a:lnTo>
                    <a:lnTo>
                      <a:pt x="2020" y="447"/>
                    </a:lnTo>
                    <a:lnTo>
                      <a:pt x="2021" y="447"/>
                    </a:lnTo>
                    <a:lnTo>
                      <a:pt x="2022" y="448"/>
                    </a:lnTo>
                    <a:lnTo>
                      <a:pt x="2024" y="448"/>
                    </a:lnTo>
                    <a:lnTo>
                      <a:pt x="2025" y="448"/>
                    </a:lnTo>
                    <a:lnTo>
                      <a:pt x="2027" y="448"/>
                    </a:lnTo>
                    <a:lnTo>
                      <a:pt x="2028" y="448"/>
                    </a:lnTo>
                    <a:lnTo>
                      <a:pt x="2029" y="450"/>
                    </a:lnTo>
                    <a:lnTo>
                      <a:pt x="2031" y="448"/>
                    </a:lnTo>
                    <a:lnTo>
                      <a:pt x="2032" y="447"/>
                    </a:lnTo>
                    <a:lnTo>
                      <a:pt x="2034" y="447"/>
                    </a:lnTo>
                    <a:lnTo>
                      <a:pt x="2035" y="446"/>
                    </a:lnTo>
                    <a:lnTo>
                      <a:pt x="2036" y="446"/>
                    </a:lnTo>
                    <a:lnTo>
                      <a:pt x="2038" y="445"/>
                    </a:lnTo>
                    <a:lnTo>
                      <a:pt x="2039" y="445"/>
                    </a:lnTo>
                    <a:lnTo>
                      <a:pt x="2041" y="445"/>
                    </a:lnTo>
                    <a:lnTo>
                      <a:pt x="2042" y="446"/>
                    </a:lnTo>
                    <a:lnTo>
                      <a:pt x="2043" y="446"/>
                    </a:lnTo>
                    <a:lnTo>
                      <a:pt x="2045" y="447"/>
                    </a:lnTo>
                    <a:lnTo>
                      <a:pt x="2046" y="448"/>
                    </a:lnTo>
                    <a:lnTo>
                      <a:pt x="2048" y="448"/>
                    </a:lnTo>
                    <a:lnTo>
                      <a:pt x="2049" y="448"/>
                    </a:lnTo>
                    <a:lnTo>
                      <a:pt x="2050" y="448"/>
                    </a:lnTo>
                    <a:lnTo>
                      <a:pt x="2052" y="448"/>
                    </a:lnTo>
                    <a:lnTo>
                      <a:pt x="2053" y="447"/>
                    </a:lnTo>
                    <a:lnTo>
                      <a:pt x="2055" y="447"/>
                    </a:lnTo>
                    <a:lnTo>
                      <a:pt x="2056" y="446"/>
                    </a:lnTo>
                    <a:lnTo>
                      <a:pt x="2057" y="446"/>
                    </a:lnTo>
                    <a:lnTo>
                      <a:pt x="2059" y="445"/>
                    </a:lnTo>
                    <a:lnTo>
                      <a:pt x="2060" y="446"/>
                    </a:lnTo>
                    <a:lnTo>
                      <a:pt x="2062" y="446"/>
                    </a:lnTo>
                    <a:lnTo>
                      <a:pt x="2063" y="446"/>
                    </a:lnTo>
                    <a:lnTo>
                      <a:pt x="2065" y="446"/>
                    </a:lnTo>
                    <a:lnTo>
                      <a:pt x="2066" y="446"/>
                    </a:lnTo>
                    <a:lnTo>
                      <a:pt x="2067" y="445"/>
                    </a:lnTo>
                    <a:lnTo>
                      <a:pt x="2069" y="445"/>
                    </a:lnTo>
                    <a:lnTo>
                      <a:pt x="2070" y="445"/>
                    </a:lnTo>
                    <a:lnTo>
                      <a:pt x="2072" y="445"/>
                    </a:lnTo>
                    <a:lnTo>
                      <a:pt x="2073" y="445"/>
                    </a:lnTo>
                    <a:lnTo>
                      <a:pt x="2074" y="445"/>
                    </a:lnTo>
                    <a:lnTo>
                      <a:pt x="2076" y="444"/>
                    </a:lnTo>
                    <a:lnTo>
                      <a:pt x="2077" y="444"/>
                    </a:lnTo>
                    <a:lnTo>
                      <a:pt x="2079" y="444"/>
                    </a:lnTo>
                    <a:lnTo>
                      <a:pt x="2080" y="444"/>
                    </a:lnTo>
                    <a:lnTo>
                      <a:pt x="2081" y="444"/>
                    </a:lnTo>
                    <a:lnTo>
                      <a:pt x="2083" y="444"/>
                    </a:lnTo>
                    <a:lnTo>
                      <a:pt x="2084" y="444"/>
                    </a:lnTo>
                    <a:lnTo>
                      <a:pt x="2086" y="443"/>
                    </a:lnTo>
                    <a:lnTo>
                      <a:pt x="2087" y="443"/>
                    </a:lnTo>
                    <a:lnTo>
                      <a:pt x="2088" y="443"/>
                    </a:lnTo>
                    <a:lnTo>
                      <a:pt x="2090" y="443"/>
                    </a:lnTo>
                    <a:lnTo>
                      <a:pt x="2091" y="443"/>
                    </a:lnTo>
                    <a:lnTo>
                      <a:pt x="2093" y="443"/>
                    </a:lnTo>
                    <a:lnTo>
                      <a:pt x="2094" y="443"/>
                    </a:lnTo>
                    <a:lnTo>
                      <a:pt x="2095" y="443"/>
                    </a:lnTo>
                    <a:lnTo>
                      <a:pt x="2097" y="442"/>
                    </a:lnTo>
                    <a:lnTo>
                      <a:pt x="2098" y="442"/>
                    </a:lnTo>
                    <a:lnTo>
                      <a:pt x="2100" y="442"/>
                    </a:lnTo>
                    <a:lnTo>
                      <a:pt x="2101" y="442"/>
                    </a:lnTo>
                    <a:lnTo>
                      <a:pt x="2102" y="442"/>
                    </a:lnTo>
                    <a:lnTo>
                      <a:pt x="2104" y="442"/>
                    </a:lnTo>
                    <a:lnTo>
                      <a:pt x="2105" y="442"/>
                    </a:lnTo>
                    <a:lnTo>
                      <a:pt x="2107" y="442"/>
                    </a:lnTo>
                    <a:lnTo>
                      <a:pt x="2108" y="442"/>
                    </a:lnTo>
                    <a:lnTo>
                      <a:pt x="2109" y="441"/>
                    </a:lnTo>
                    <a:lnTo>
                      <a:pt x="2111" y="441"/>
                    </a:lnTo>
                    <a:lnTo>
                      <a:pt x="2112" y="441"/>
                    </a:lnTo>
                    <a:lnTo>
                      <a:pt x="2114" y="441"/>
                    </a:lnTo>
                    <a:lnTo>
                      <a:pt x="2115" y="441"/>
                    </a:lnTo>
                    <a:lnTo>
                      <a:pt x="2116" y="441"/>
                    </a:lnTo>
                    <a:lnTo>
                      <a:pt x="2118" y="440"/>
                    </a:lnTo>
                    <a:lnTo>
                      <a:pt x="2119" y="440"/>
                    </a:lnTo>
                    <a:lnTo>
                      <a:pt x="2121" y="440"/>
                    </a:lnTo>
                    <a:lnTo>
                      <a:pt x="2122" y="440"/>
                    </a:lnTo>
                    <a:lnTo>
                      <a:pt x="2124" y="440"/>
                    </a:lnTo>
                    <a:lnTo>
                      <a:pt x="2125" y="440"/>
                    </a:lnTo>
                    <a:lnTo>
                      <a:pt x="2126" y="440"/>
                    </a:lnTo>
                    <a:lnTo>
                      <a:pt x="2128" y="440"/>
                    </a:lnTo>
                    <a:lnTo>
                      <a:pt x="2129" y="439"/>
                    </a:lnTo>
                    <a:lnTo>
                      <a:pt x="2131" y="439"/>
                    </a:lnTo>
                    <a:lnTo>
                      <a:pt x="2132" y="439"/>
                    </a:lnTo>
                    <a:lnTo>
                      <a:pt x="2133" y="439"/>
                    </a:lnTo>
                    <a:lnTo>
                      <a:pt x="2135" y="439"/>
                    </a:lnTo>
                    <a:lnTo>
                      <a:pt x="2136" y="439"/>
                    </a:lnTo>
                    <a:lnTo>
                      <a:pt x="2138" y="439"/>
                    </a:lnTo>
                    <a:lnTo>
                      <a:pt x="2139" y="438"/>
                    </a:lnTo>
                    <a:lnTo>
                      <a:pt x="2140" y="438"/>
                    </a:lnTo>
                    <a:lnTo>
                      <a:pt x="2142" y="438"/>
                    </a:lnTo>
                    <a:lnTo>
                      <a:pt x="2143" y="438"/>
                    </a:lnTo>
                    <a:lnTo>
                      <a:pt x="2145" y="438"/>
                    </a:lnTo>
                    <a:lnTo>
                      <a:pt x="2146" y="438"/>
                    </a:lnTo>
                    <a:lnTo>
                      <a:pt x="2147" y="438"/>
                    </a:lnTo>
                    <a:lnTo>
                      <a:pt x="2149" y="438"/>
                    </a:lnTo>
                    <a:lnTo>
                      <a:pt x="2150" y="438"/>
                    </a:lnTo>
                    <a:lnTo>
                      <a:pt x="2152" y="438"/>
                    </a:lnTo>
                    <a:lnTo>
                      <a:pt x="2153" y="438"/>
                    </a:lnTo>
                    <a:lnTo>
                      <a:pt x="2154" y="437"/>
                    </a:lnTo>
                    <a:lnTo>
                      <a:pt x="2156" y="437"/>
                    </a:lnTo>
                    <a:lnTo>
                      <a:pt x="2157" y="437"/>
                    </a:lnTo>
                    <a:lnTo>
                      <a:pt x="2159" y="437"/>
                    </a:lnTo>
                    <a:lnTo>
                      <a:pt x="2160" y="437"/>
                    </a:lnTo>
                    <a:lnTo>
                      <a:pt x="2161" y="437"/>
                    </a:lnTo>
                  </a:path>
                </a:pathLst>
              </a:custGeom>
              <a:noFill/>
              <a:ln cap="flat" cmpd="sng" w="25400">
                <a:solidFill>
                  <a:srgbClr val="0000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737" name="Google Shape;737;p18"/>
              <p:cNvSpPr/>
              <p:nvPr/>
            </p:nvSpPr>
            <p:spPr>
              <a:xfrm flipH="1" rot="10800000">
                <a:off x="4802188" y="4092575"/>
                <a:ext cx="355600" cy="15875"/>
              </a:xfrm>
              <a:custGeom>
                <a:rect b="b" l="l" r="r" t="t"/>
                <a:pathLst>
                  <a:path extrusionOk="0" h="11" w="241">
                    <a:moveTo>
                      <a:pt x="0" y="8"/>
                    </a:moveTo>
                    <a:lnTo>
                      <a:pt x="1" y="7"/>
                    </a:lnTo>
                    <a:lnTo>
                      <a:pt x="2" y="7"/>
                    </a:lnTo>
                    <a:lnTo>
                      <a:pt x="4" y="7"/>
                    </a:lnTo>
                    <a:lnTo>
                      <a:pt x="5" y="7"/>
                    </a:lnTo>
                    <a:lnTo>
                      <a:pt x="7" y="7"/>
                    </a:lnTo>
                    <a:lnTo>
                      <a:pt x="8" y="7"/>
                    </a:lnTo>
                    <a:lnTo>
                      <a:pt x="9" y="4"/>
                    </a:lnTo>
                    <a:lnTo>
                      <a:pt x="11" y="0"/>
                    </a:lnTo>
                    <a:lnTo>
                      <a:pt x="12" y="1"/>
                    </a:lnTo>
                    <a:lnTo>
                      <a:pt x="14" y="0"/>
                    </a:lnTo>
                    <a:lnTo>
                      <a:pt x="15" y="0"/>
                    </a:lnTo>
                    <a:lnTo>
                      <a:pt x="16" y="0"/>
                    </a:lnTo>
                    <a:lnTo>
                      <a:pt x="18" y="0"/>
                    </a:lnTo>
                    <a:lnTo>
                      <a:pt x="19" y="2"/>
                    </a:lnTo>
                    <a:lnTo>
                      <a:pt x="21" y="3"/>
                    </a:lnTo>
                    <a:lnTo>
                      <a:pt x="22" y="3"/>
                    </a:lnTo>
                    <a:lnTo>
                      <a:pt x="23" y="3"/>
                    </a:lnTo>
                    <a:lnTo>
                      <a:pt x="25" y="3"/>
                    </a:lnTo>
                    <a:lnTo>
                      <a:pt x="26" y="3"/>
                    </a:lnTo>
                    <a:lnTo>
                      <a:pt x="28" y="3"/>
                    </a:lnTo>
                    <a:lnTo>
                      <a:pt x="29" y="4"/>
                    </a:lnTo>
                    <a:lnTo>
                      <a:pt x="31" y="4"/>
                    </a:lnTo>
                    <a:lnTo>
                      <a:pt x="32" y="5"/>
                    </a:lnTo>
                    <a:lnTo>
                      <a:pt x="33" y="9"/>
                    </a:lnTo>
                    <a:lnTo>
                      <a:pt x="35" y="7"/>
                    </a:lnTo>
                    <a:lnTo>
                      <a:pt x="36" y="7"/>
                    </a:lnTo>
                    <a:lnTo>
                      <a:pt x="38" y="7"/>
                    </a:lnTo>
                    <a:lnTo>
                      <a:pt x="39" y="6"/>
                    </a:lnTo>
                    <a:lnTo>
                      <a:pt x="40" y="6"/>
                    </a:lnTo>
                    <a:lnTo>
                      <a:pt x="42" y="6"/>
                    </a:lnTo>
                    <a:lnTo>
                      <a:pt x="43" y="6"/>
                    </a:lnTo>
                    <a:lnTo>
                      <a:pt x="45" y="6"/>
                    </a:lnTo>
                    <a:lnTo>
                      <a:pt x="46" y="7"/>
                    </a:lnTo>
                    <a:lnTo>
                      <a:pt x="47" y="7"/>
                    </a:lnTo>
                    <a:lnTo>
                      <a:pt x="49" y="8"/>
                    </a:lnTo>
                    <a:lnTo>
                      <a:pt x="50" y="9"/>
                    </a:lnTo>
                    <a:lnTo>
                      <a:pt x="52" y="10"/>
                    </a:lnTo>
                    <a:lnTo>
                      <a:pt x="53" y="10"/>
                    </a:lnTo>
                    <a:lnTo>
                      <a:pt x="54" y="10"/>
                    </a:lnTo>
                    <a:lnTo>
                      <a:pt x="56" y="9"/>
                    </a:lnTo>
                    <a:lnTo>
                      <a:pt x="57" y="11"/>
                    </a:lnTo>
                    <a:lnTo>
                      <a:pt x="59" y="9"/>
                    </a:lnTo>
                    <a:lnTo>
                      <a:pt x="60" y="8"/>
                    </a:lnTo>
                    <a:lnTo>
                      <a:pt x="61" y="8"/>
                    </a:lnTo>
                    <a:lnTo>
                      <a:pt x="63" y="10"/>
                    </a:lnTo>
                    <a:lnTo>
                      <a:pt x="64" y="10"/>
                    </a:lnTo>
                    <a:lnTo>
                      <a:pt x="66" y="8"/>
                    </a:lnTo>
                    <a:lnTo>
                      <a:pt x="67" y="9"/>
                    </a:lnTo>
                    <a:lnTo>
                      <a:pt x="68" y="9"/>
                    </a:lnTo>
                    <a:lnTo>
                      <a:pt x="70" y="9"/>
                    </a:lnTo>
                    <a:lnTo>
                      <a:pt x="71" y="9"/>
                    </a:lnTo>
                    <a:lnTo>
                      <a:pt x="73" y="9"/>
                    </a:lnTo>
                    <a:lnTo>
                      <a:pt x="74" y="9"/>
                    </a:lnTo>
                    <a:lnTo>
                      <a:pt x="75" y="8"/>
                    </a:lnTo>
                    <a:lnTo>
                      <a:pt x="77" y="8"/>
                    </a:lnTo>
                    <a:lnTo>
                      <a:pt x="78" y="8"/>
                    </a:lnTo>
                    <a:lnTo>
                      <a:pt x="80" y="8"/>
                    </a:lnTo>
                    <a:lnTo>
                      <a:pt x="81" y="8"/>
                    </a:lnTo>
                    <a:lnTo>
                      <a:pt x="82" y="8"/>
                    </a:lnTo>
                    <a:lnTo>
                      <a:pt x="84" y="8"/>
                    </a:lnTo>
                    <a:lnTo>
                      <a:pt x="85" y="8"/>
                    </a:lnTo>
                    <a:lnTo>
                      <a:pt x="87" y="8"/>
                    </a:lnTo>
                    <a:lnTo>
                      <a:pt x="88" y="8"/>
                    </a:lnTo>
                    <a:lnTo>
                      <a:pt x="90" y="8"/>
                    </a:lnTo>
                    <a:lnTo>
                      <a:pt x="91" y="8"/>
                    </a:lnTo>
                    <a:lnTo>
                      <a:pt x="92" y="8"/>
                    </a:lnTo>
                    <a:lnTo>
                      <a:pt x="94" y="8"/>
                    </a:lnTo>
                    <a:lnTo>
                      <a:pt x="95" y="8"/>
                    </a:lnTo>
                    <a:lnTo>
                      <a:pt x="97" y="8"/>
                    </a:lnTo>
                    <a:lnTo>
                      <a:pt x="98" y="8"/>
                    </a:lnTo>
                    <a:lnTo>
                      <a:pt x="99" y="8"/>
                    </a:lnTo>
                    <a:lnTo>
                      <a:pt x="101" y="8"/>
                    </a:lnTo>
                    <a:lnTo>
                      <a:pt x="102" y="8"/>
                    </a:lnTo>
                    <a:lnTo>
                      <a:pt x="104" y="8"/>
                    </a:lnTo>
                    <a:lnTo>
                      <a:pt x="105" y="8"/>
                    </a:lnTo>
                    <a:lnTo>
                      <a:pt x="106" y="8"/>
                    </a:lnTo>
                    <a:lnTo>
                      <a:pt x="108" y="8"/>
                    </a:lnTo>
                    <a:lnTo>
                      <a:pt x="109" y="8"/>
                    </a:lnTo>
                    <a:lnTo>
                      <a:pt x="111" y="8"/>
                    </a:lnTo>
                    <a:lnTo>
                      <a:pt x="112" y="8"/>
                    </a:lnTo>
                    <a:lnTo>
                      <a:pt x="113" y="8"/>
                    </a:lnTo>
                    <a:lnTo>
                      <a:pt x="115" y="8"/>
                    </a:lnTo>
                    <a:lnTo>
                      <a:pt x="116" y="8"/>
                    </a:lnTo>
                    <a:lnTo>
                      <a:pt x="118" y="8"/>
                    </a:lnTo>
                    <a:lnTo>
                      <a:pt x="119" y="8"/>
                    </a:lnTo>
                    <a:lnTo>
                      <a:pt x="120" y="8"/>
                    </a:lnTo>
                    <a:lnTo>
                      <a:pt x="122" y="8"/>
                    </a:lnTo>
                    <a:lnTo>
                      <a:pt x="123" y="8"/>
                    </a:lnTo>
                    <a:lnTo>
                      <a:pt x="125" y="8"/>
                    </a:lnTo>
                    <a:lnTo>
                      <a:pt x="126" y="8"/>
                    </a:lnTo>
                    <a:lnTo>
                      <a:pt x="127" y="8"/>
                    </a:lnTo>
                    <a:lnTo>
                      <a:pt x="129" y="8"/>
                    </a:lnTo>
                    <a:lnTo>
                      <a:pt x="130" y="8"/>
                    </a:lnTo>
                    <a:lnTo>
                      <a:pt x="132" y="8"/>
                    </a:lnTo>
                    <a:lnTo>
                      <a:pt x="133" y="8"/>
                    </a:lnTo>
                    <a:lnTo>
                      <a:pt x="134" y="8"/>
                    </a:lnTo>
                    <a:lnTo>
                      <a:pt x="136" y="8"/>
                    </a:lnTo>
                    <a:lnTo>
                      <a:pt x="137" y="8"/>
                    </a:lnTo>
                    <a:lnTo>
                      <a:pt x="139" y="8"/>
                    </a:lnTo>
                    <a:lnTo>
                      <a:pt x="140" y="8"/>
                    </a:lnTo>
                    <a:lnTo>
                      <a:pt x="141" y="8"/>
                    </a:lnTo>
                    <a:lnTo>
                      <a:pt x="143" y="8"/>
                    </a:lnTo>
                    <a:lnTo>
                      <a:pt x="144" y="8"/>
                    </a:lnTo>
                    <a:lnTo>
                      <a:pt x="146" y="8"/>
                    </a:lnTo>
                    <a:lnTo>
                      <a:pt x="147" y="8"/>
                    </a:lnTo>
                    <a:lnTo>
                      <a:pt x="148" y="8"/>
                    </a:lnTo>
                    <a:lnTo>
                      <a:pt x="150" y="8"/>
                    </a:lnTo>
                    <a:lnTo>
                      <a:pt x="151" y="8"/>
                    </a:lnTo>
                    <a:lnTo>
                      <a:pt x="153" y="8"/>
                    </a:lnTo>
                    <a:lnTo>
                      <a:pt x="154" y="8"/>
                    </a:lnTo>
                    <a:lnTo>
                      <a:pt x="156" y="8"/>
                    </a:lnTo>
                    <a:lnTo>
                      <a:pt x="157" y="8"/>
                    </a:lnTo>
                    <a:lnTo>
                      <a:pt x="158" y="8"/>
                    </a:lnTo>
                    <a:lnTo>
                      <a:pt x="160" y="8"/>
                    </a:lnTo>
                    <a:lnTo>
                      <a:pt x="161" y="8"/>
                    </a:lnTo>
                    <a:lnTo>
                      <a:pt x="163" y="7"/>
                    </a:lnTo>
                    <a:lnTo>
                      <a:pt x="164" y="7"/>
                    </a:lnTo>
                    <a:lnTo>
                      <a:pt x="165" y="7"/>
                    </a:lnTo>
                    <a:lnTo>
                      <a:pt x="167" y="7"/>
                    </a:lnTo>
                    <a:lnTo>
                      <a:pt x="168" y="7"/>
                    </a:lnTo>
                    <a:lnTo>
                      <a:pt x="170" y="7"/>
                    </a:lnTo>
                    <a:lnTo>
                      <a:pt x="171" y="7"/>
                    </a:lnTo>
                    <a:lnTo>
                      <a:pt x="172" y="7"/>
                    </a:lnTo>
                    <a:lnTo>
                      <a:pt x="174" y="7"/>
                    </a:lnTo>
                    <a:lnTo>
                      <a:pt x="175" y="7"/>
                    </a:lnTo>
                    <a:lnTo>
                      <a:pt x="177" y="7"/>
                    </a:lnTo>
                    <a:lnTo>
                      <a:pt x="178" y="7"/>
                    </a:lnTo>
                    <a:lnTo>
                      <a:pt x="179" y="7"/>
                    </a:lnTo>
                    <a:lnTo>
                      <a:pt x="181" y="7"/>
                    </a:lnTo>
                    <a:lnTo>
                      <a:pt x="182" y="7"/>
                    </a:lnTo>
                    <a:lnTo>
                      <a:pt x="184" y="7"/>
                    </a:lnTo>
                    <a:lnTo>
                      <a:pt x="185" y="7"/>
                    </a:lnTo>
                    <a:lnTo>
                      <a:pt x="186" y="7"/>
                    </a:lnTo>
                    <a:lnTo>
                      <a:pt x="188" y="7"/>
                    </a:lnTo>
                    <a:lnTo>
                      <a:pt x="189" y="7"/>
                    </a:lnTo>
                    <a:lnTo>
                      <a:pt x="191" y="7"/>
                    </a:lnTo>
                    <a:lnTo>
                      <a:pt x="192" y="7"/>
                    </a:lnTo>
                    <a:lnTo>
                      <a:pt x="193" y="7"/>
                    </a:lnTo>
                    <a:lnTo>
                      <a:pt x="195" y="7"/>
                    </a:lnTo>
                    <a:lnTo>
                      <a:pt x="196" y="7"/>
                    </a:lnTo>
                    <a:lnTo>
                      <a:pt x="198" y="7"/>
                    </a:lnTo>
                    <a:lnTo>
                      <a:pt x="199" y="7"/>
                    </a:lnTo>
                    <a:lnTo>
                      <a:pt x="200" y="7"/>
                    </a:lnTo>
                    <a:lnTo>
                      <a:pt x="202" y="7"/>
                    </a:lnTo>
                    <a:lnTo>
                      <a:pt x="203" y="7"/>
                    </a:lnTo>
                    <a:lnTo>
                      <a:pt x="205" y="7"/>
                    </a:lnTo>
                    <a:lnTo>
                      <a:pt x="206" y="7"/>
                    </a:lnTo>
                    <a:lnTo>
                      <a:pt x="207" y="7"/>
                    </a:lnTo>
                    <a:lnTo>
                      <a:pt x="209" y="7"/>
                    </a:lnTo>
                    <a:lnTo>
                      <a:pt x="210" y="7"/>
                    </a:lnTo>
                    <a:lnTo>
                      <a:pt x="212" y="7"/>
                    </a:lnTo>
                    <a:lnTo>
                      <a:pt x="213" y="7"/>
                    </a:lnTo>
                    <a:lnTo>
                      <a:pt x="214" y="7"/>
                    </a:lnTo>
                    <a:lnTo>
                      <a:pt x="216" y="7"/>
                    </a:lnTo>
                    <a:lnTo>
                      <a:pt x="217" y="7"/>
                    </a:lnTo>
                    <a:lnTo>
                      <a:pt x="219" y="7"/>
                    </a:lnTo>
                    <a:lnTo>
                      <a:pt x="220" y="6"/>
                    </a:lnTo>
                    <a:lnTo>
                      <a:pt x="222" y="6"/>
                    </a:lnTo>
                    <a:lnTo>
                      <a:pt x="223" y="6"/>
                    </a:lnTo>
                    <a:lnTo>
                      <a:pt x="224" y="7"/>
                    </a:lnTo>
                    <a:lnTo>
                      <a:pt x="226" y="7"/>
                    </a:lnTo>
                    <a:lnTo>
                      <a:pt x="227" y="6"/>
                    </a:lnTo>
                    <a:lnTo>
                      <a:pt x="229" y="6"/>
                    </a:lnTo>
                    <a:lnTo>
                      <a:pt x="230" y="6"/>
                    </a:lnTo>
                    <a:lnTo>
                      <a:pt x="231" y="6"/>
                    </a:lnTo>
                    <a:lnTo>
                      <a:pt x="233" y="6"/>
                    </a:lnTo>
                    <a:lnTo>
                      <a:pt x="234" y="6"/>
                    </a:lnTo>
                    <a:lnTo>
                      <a:pt x="236" y="6"/>
                    </a:lnTo>
                    <a:lnTo>
                      <a:pt x="237" y="7"/>
                    </a:lnTo>
                    <a:lnTo>
                      <a:pt x="238" y="7"/>
                    </a:lnTo>
                    <a:lnTo>
                      <a:pt x="240" y="7"/>
                    </a:lnTo>
                    <a:lnTo>
                      <a:pt x="241" y="7"/>
                    </a:lnTo>
                  </a:path>
                </a:pathLst>
              </a:custGeom>
              <a:noFill/>
              <a:ln cap="flat" cmpd="sng" w="25400">
                <a:solidFill>
                  <a:srgbClr val="0000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grpSp>
        <p:grpSp>
          <p:nvGrpSpPr>
            <p:cNvPr id="738" name="Google Shape;738;p18"/>
            <p:cNvGrpSpPr/>
            <p:nvPr/>
          </p:nvGrpSpPr>
          <p:grpSpPr>
            <a:xfrm>
              <a:off x="6050064" y="1807369"/>
              <a:ext cx="5596979" cy="2926943"/>
              <a:chOff x="6050064" y="1871663"/>
              <a:chExt cx="5596979" cy="2926943"/>
            </a:xfrm>
          </p:grpSpPr>
          <p:cxnSp>
            <p:nvCxnSpPr>
              <p:cNvPr id="739" name="Google Shape;739;p18"/>
              <p:cNvCxnSpPr/>
              <p:nvPr/>
            </p:nvCxnSpPr>
            <p:spPr>
              <a:xfrm rot="10800000">
                <a:off x="6570663" y="1987550"/>
                <a:ext cx="0" cy="2471737"/>
              </a:xfrm>
              <a:prstGeom prst="straightConnector1">
                <a:avLst/>
              </a:prstGeom>
              <a:noFill/>
              <a:ln cap="flat" cmpd="sng" w="9525">
                <a:solidFill>
                  <a:srgbClr val="000000"/>
                </a:solidFill>
                <a:prstDash val="solid"/>
                <a:round/>
                <a:headEnd len="med" w="med" type="none"/>
                <a:tailEnd len="med" w="med" type="none"/>
              </a:ln>
            </p:spPr>
          </p:cxnSp>
          <p:cxnSp>
            <p:nvCxnSpPr>
              <p:cNvPr id="740" name="Google Shape;740;p18"/>
              <p:cNvCxnSpPr/>
              <p:nvPr/>
            </p:nvCxnSpPr>
            <p:spPr>
              <a:xfrm rot="10800000">
                <a:off x="6562725" y="445928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741" name="Google Shape;741;p18"/>
              <p:cNvCxnSpPr/>
              <p:nvPr/>
            </p:nvCxnSpPr>
            <p:spPr>
              <a:xfrm rot="10800000">
                <a:off x="6562725" y="432276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742" name="Google Shape;742;p18"/>
              <p:cNvCxnSpPr/>
              <p:nvPr/>
            </p:nvCxnSpPr>
            <p:spPr>
              <a:xfrm rot="10800000">
                <a:off x="6562725" y="4184650"/>
                <a:ext cx="11112" cy="0"/>
              </a:xfrm>
              <a:prstGeom prst="straightConnector1">
                <a:avLst/>
              </a:prstGeom>
              <a:noFill/>
              <a:ln cap="flat" cmpd="sng" w="9525">
                <a:solidFill>
                  <a:srgbClr val="000000"/>
                </a:solidFill>
                <a:prstDash val="solid"/>
                <a:round/>
                <a:headEnd len="med" w="med" type="none"/>
                <a:tailEnd len="med" w="med" type="none"/>
              </a:ln>
            </p:spPr>
          </p:cxnSp>
          <p:cxnSp>
            <p:nvCxnSpPr>
              <p:cNvPr id="743" name="Google Shape;743;p18"/>
              <p:cNvCxnSpPr/>
              <p:nvPr/>
            </p:nvCxnSpPr>
            <p:spPr>
              <a:xfrm rot="10800000">
                <a:off x="6562725" y="404812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744" name="Google Shape;744;p18"/>
              <p:cNvCxnSpPr/>
              <p:nvPr/>
            </p:nvCxnSpPr>
            <p:spPr>
              <a:xfrm rot="10800000">
                <a:off x="6562725" y="3911600"/>
                <a:ext cx="11112" cy="0"/>
              </a:xfrm>
              <a:prstGeom prst="straightConnector1">
                <a:avLst/>
              </a:prstGeom>
              <a:noFill/>
              <a:ln cap="flat" cmpd="sng" w="9525">
                <a:solidFill>
                  <a:srgbClr val="000000"/>
                </a:solidFill>
                <a:prstDash val="solid"/>
                <a:round/>
                <a:headEnd len="med" w="med" type="none"/>
                <a:tailEnd len="med" w="med" type="none"/>
              </a:ln>
            </p:spPr>
          </p:cxnSp>
          <p:cxnSp>
            <p:nvCxnSpPr>
              <p:cNvPr id="745" name="Google Shape;745;p18"/>
              <p:cNvCxnSpPr/>
              <p:nvPr/>
            </p:nvCxnSpPr>
            <p:spPr>
              <a:xfrm rot="10800000">
                <a:off x="6562725" y="377348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746" name="Google Shape;746;p18"/>
              <p:cNvCxnSpPr/>
              <p:nvPr/>
            </p:nvCxnSpPr>
            <p:spPr>
              <a:xfrm rot="10800000">
                <a:off x="6562725" y="363696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747" name="Google Shape;747;p18"/>
              <p:cNvCxnSpPr/>
              <p:nvPr/>
            </p:nvCxnSpPr>
            <p:spPr>
              <a:xfrm rot="10800000">
                <a:off x="6562725" y="3498850"/>
                <a:ext cx="11112" cy="0"/>
              </a:xfrm>
              <a:prstGeom prst="straightConnector1">
                <a:avLst/>
              </a:prstGeom>
              <a:noFill/>
              <a:ln cap="flat" cmpd="sng" w="9525">
                <a:solidFill>
                  <a:srgbClr val="000000"/>
                </a:solidFill>
                <a:prstDash val="solid"/>
                <a:round/>
                <a:headEnd len="med" w="med" type="none"/>
                <a:tailEnd len="med" w="med" type="none"/>
              </a:ln>
            </p:spPr>
          </p:cxnSp>
          <p:cxnSp>
            <p:nvCxnSpPr>
              <p:cNvPr id="748" name="Google Shape;748;p18"/>
              <p:cNvCxnSpPr/>
              <p:nvPr/>
            </p:nvCxnSpPr>
            <p:spPr>
              <a:xfrm rot="10800000">
                <a:off x="6562725" y="336232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749" name="Google Shape;749;p18"/>
              <p:cNvCxnSpPr/>
              <p:nvPr/>
            </p:nvCxnSpPr>
            <p:spPr>
              <a:xfrm rot="10800000">
                <a:off x="6562725" y="322421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750" name="Google Shape;750;p18"/>
              <p:cNvCxnSpPr/>
              <p:nvPr/>
            </p:nvCxnSpPr>
            <p:spPr>
              <a:xfrm rot="10800000">
                <a:off x="6562725" y="308768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751" name="Google Shape;751;p18"/>
              <p:cNvCxnSpPr/>
              <p:nvPr/>
            </p:nvCxnSpPr>
            <p:spPr>
              <a:xfrm rot="10800000">
                <a:off x="6562725" y="295116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752" name="Google Shape;752;p18"/>
              <p:cNvCxnSpPr/>
              <p:nvPr/>
            </p:nvCxnSpPr>
            <p:spPr>
              <a:xfrm rot="10800000">
                <a:off x="6562725" y="2813050"/>
                <a:ext cx="11112" cy="0"/>
              </a:xfrm>
              <a:prstGeom prst="straightConnector1">
                <a:avLst/>
              </a:prstGeom>
              <a:noFill/>
              <a:ln cap="flat" cmpd="sng" w="9525">
                <a:solidFill>
                  <a:srgbClr val="000000"/>
                </a:solidFill>
                <a:prstDash val="solid"/>
                <a:round/>
                <a:headEnd len="med" w="med" type="none"/>
                <a:tailEnd len="med" w="med" type="none"/>
              </a:ln>
            </p:spPr>
          </p:cxnSp>
          <p:cxnSp>
            <p:nvCxnSpPr>
              <p:cNvPr id="753" name="Google Shape;753;p18"/>
              <p:cNvCxnSpPr/>
              <p:nvPr/>
            </p:nvCxnSpPr>
            <p:spPr>
              <a:xfrm rot="10800000">
                <a:off x="6562725" y="267652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754" name="Google Shape;754;p18"/>
              <p:cNvCxnSpPr/>
              <p:nvPr/>
            </p:nvCxnSpPr>
            <p:spPr>
              <a:xfrm rot="10800000">
                <a:off x="6562725" y="2538413"/>
                <a:ext cx="11112" cy="0"/>
              </a:xfrm>
              <a:prstGeom prst="straightConnector1">
                <a:avLst/>
              </a:prstGeom>
              <a:noFill/>
              <a:ln cap="flat" cmpd="sng" w="9525">
                <a:solidFill>
                  <a:srgbClr val="000000"/>
                </a:solidFill>
                <a:prstDash val="solid"/>
                <a:round/>
                <a:headEnd len="med" w="med" type="none"/>
                <a:tailEnd len="med" w="med" type="none"/>
              </a:ln>
            </p:spPr>
          </p:cxnSp>
          <p:cxnSp>
            <p:nvCxnSpPr>
              <p:cNvPr id="755" name="Google Shape;755;p18"/>
              <p:cNvCxnSpPr/>
              <p:nvPr/>
            </p:nvCxnSpPr>
            <p:spPr>
              <a:xfrm rot="10800000">
                <a:off x="6562725" y="240188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756" name="Google Shape;756;p18"/>
              <p:cNvCxnSpPr/>
              <p:nvPr/>
            </p:nvCxnSpPr>
            <p:spPr>
              <a:xfrm rot="10800000">
                <a:off x="6562725" y="2263775"/>
                <a:ext cx="11112" cy="0"/>
              </a:xfrm>
              <a:prstGeom prst="straightConnector1">
                <a:avLst/>
              </a:prstGeom>
              <a:noFill/>
              <a:ln cap="flat" cmpd="sng" w="9525">
                <a:solidFill>
                  <a:srgbClr val="000000"/>
                </a:solidFill>
                <a:prstDash val="solid"/>
                <a:round/>
                <a:headEnd len="med" w="med" type="none"/>
                <a:tailEnd len="med" w="med" type="none"/>
              </a:ln>
            </p:spPr>
          </p:cxnSp>
          <p:cxnSp>
            <p:nvCxnSpPr>
              <p:cNvPr id="757" name="Google Shape;757;p18"/>
              <p:cNvCxnSpPr/>
              <p:nvPr/>
            </p:nvCxnSpPr>
            <p:spPr>
              <a:xfrm rot="10800000">
                <a:off x="6562725" y="2127250"/>
                <a:ext cx="11112" cy="0"/>
              </a:xfrm>
              <a:prstGeom prst="straightConnector1">
                <a:avLst/>
              </a:prstGeom>
              <a:noFill/>
              <a:ln cap="flat" cmpd="sng" w="9525">
                <a:solidFill>
                  <a:srgbClr val="000000"/>
                </a:solidFill>
                <a:prstDash val="solid"/>
                <a:round/>
                <a:headEnd len="med" w="med" type="none"/>
                <a:tailEnd len="med" w="med" type="none"/>
              </a:ln>
            </p:spPr>
          </p:cxnSp>
          <p:cxnSp>
            <p:nvCxnSpPr>
              <p:cNvPr id="758" name="Google Shape;758;p18"/>
              <p:cNvCxnSpPr/>
              <p:nvPr/>
            </p:nvCxnSpPr>
            <p:spPr>
              <a:xfrm rot="10800000">
                <a:off x="6562725" y="1989138"/>
                <a:ext cx="11112" cy="0"/>
              </a:xfrm>
              <a:prstGeom prst="straightConnector1">
                <a:avLst/>
              </a:prstGeom>
              <a:noFill/>
              <a:ln cap="flat" cmpd="sng" w="9525">
                <a:solidFill>
                  <a:srgbClr val="000000"/>
                </a:solidFill>
                <a:prstDash val="solid"/>
                <a:round/>
                <a:headEnd len="med" w="med" type="none"/>
                <a:tailEnd len="med" w="med" type="none"/>
              </a:ln>
            </p:spPr>
          </p:cxnSp>
          <p:cxnSp>
            <p:nvCxnSpPr>
              <p:cNvPr id="759" name="Google Shape;759;p18"/>
              <p:cNvCxnSpPr/>
              <p:nvPr/>
            </p:nvCxnSpPr>
            <p:spPr>
              <a:xfrm rot="10800000">
                <a:off x="6550025" y="4459288"/>
                <a:ext cx="30162" cy="0"/>
              </a:xfrm>
              <a:prstGeom prst="straightConnector1">
                <a:avLst/>
              </a:prstGeom>
              <a:noFill/>
              <a:ln cap="flat" cmpd="sng" w="9525">
                <a:solidFill>
                  <a:srgbClr val="000000"/>
                </a:solidFill>
                <a:prstDash val="solid"/>
                <a:round/>
                <a:headEnd len="med" w="med" type="none"/>
                <a:tailEnd len="med" w="med" type="none"/>
              </a:ln>
            </p:spPr>
          </p:cxnSp>
          <p:cxnSp>
            <p:nvCxnSpPr>
              <p:cNvPr id="760" name="Google Shape;760;p18"/>
              <p:cNvCxnSpPr/>
              <p:nvPr/>
            </p:nvCxnSpPr>
            <p:spPr>
              <a:xfrm rot="10800000">
                <a:off x="6550025" y="4184650"/>
                <a:ext cx="30162" cy="0"/>
              </a:xfrm>
              <a:prstGeom prst="straightConnector1">
                <a:avLst/>
              </a:prstGeom>
              <a:noFill/>
              <a:ln cap="flat" cmpd="sng" w="9525">
                <a:solidFill>
                  <a:srgbClr val="000000"/>
                </a:solidFill>
                <a:prstDash val="solid"/>
                <a:round/>
                <a:headEnd len="med" w="med" type="none"/>
                <a:tailEnd len="med" w="med" type="none"/>
              </a:ln>
            </p:spPr>
          </p:cxnSp>
          <p:cxnSp>
            <p:nvCxnSpPr>
              <p:cNvPr id="761" name="Google Shape;761;p18"/>
              <p:cNvCxnSpPr/>
              <p:nvPr/>
            </p:nvCxnSpPr>
            <p:spPr>
              <a:xfrm rot="10800000">
                <a:off x="6550025" y="3911600"/>
                <a:ext cx="30162" cy="0"/>
              </a:xfrm>
              <a:prstGeom prst="straightConnector1">
                <a:avLst/>
              </a:prstGeom>
              <a:noFill/>
              <a:ln cap="flat" cmpd="sng" w="9525">
                <a:solidFill>
                  <a:srgbClr val="000000"/>
                </a:solidFill>
                <a:prstDash val="solid"/>
                <a:round/>
                <a:headEnd len="med" w="med" type="none"/>
                <a:tailEnd len="med" w="med" type="none"/>
              </a:ln>
            </p:spPr>
          </p:cxnSp>
          <p:cxnSp>
            <p:nvCxnSpPr>
              <p:cNvPr id="762" name="Google Shape;762;p18"/>
              <p:cNvCxnSpPr/>
              <p:nvPr/>
            </p:nvCxnSpPr>
            <p:spPr>
              <a:xfrm rot="10800000">
                <a:off x="6550025" y="3636963"/>
                <a:ext cx="30162" cy="0"/>
              </a:xfrm>
              <a:prstGeom prst="straightConnector1">
                <a:avLst/>
              </a:prstGeom>
              <a:noFill/>
              <a:ln cap="flat" cmpd="sng" w="9525">
                <a:solidFill>
                  <a:srgbClr val="000000"/>
                </a:solidFill>
                <a:prstDash val="solid"/>
                <a:round/>
                <a:headEnd len="med" w="med" type="none"/>
                <a:tailEnd len="med" w="med" type="none"/>
              </a:ln>
            </p:spPr>
          </p:cxnSp>
          <p:cxnSp>
            <p:nvCxnSpPr>
              <p:cNvPr id="763" name="Google Shape;763;p18"/>
              <p:cNvCxnSpPr/>
              <p:nvPr/>
            </p:nvCxnSpPr>
            <p:spPr>
              <a:xfrm rot="10800000">
                <a:off x="6550025" y="3362325"/>
                <a:ext cx="30162" cy="0"/>
              </a:xfrm>
              <a:prstGeom prst="straightConnector1">
                <a:avLst/>
              </a:prstGeom>
              <a:noFill/>
              <a:ln cap="flat" cmpd="sng" w="9525">
                <a:solidFill>
                  <a:srgbClr val="000000"/>
                </a:solidFill>
                <a:prstDash val="solid"/>
                <a:round/>
                <a:headEnd len="med" w="med" type="none"/>
                <a:tailEnd len="med" w="med" type="none"/>
              </a:ln>
            </p:spPr>
          </p:cxnSp>
          <p:cxnSp>
            <p:nvCxnSpPr>
              <p:cNvPr id="764" name="Google Shape;764;p18"/>
              <p:cNvCxnSpPr/>
              <p:nvPr/>
            </p:nvCxnSpPr>
            <p:spPr>
              <a:xfrm rot="10800000">
                <a:off x="6550025" y="3087688"/>
                <a:ext cx="30162" cy="0"/>
              </a:xfrm>
              <a:prstGeom prst="straightConnector1">
                <a:avLst/>
              </a:prstGeom>
              <a:noFill/>
              <a:ln cap="flat" cmpd="sng" w="9525">
                <a:solidFill>
                  <a:srgbClr val="000000"/>
                </a:solidFill>
                <a:prstDash val="solid"/>
                <a:round/>
                <a:headEnd len="med" w="med" type="none"/>
                <a:tailEnd len="med" w="med" type="none"/>
              </a:ln>
            </p:spPr>
          </p:cxnSp>
          <p:cxnSp>
            <p:nvCxnSpPr>
              <p:cNvPr id="765" name="Google Shape;765;p18"/>
              <p:cNvCxnSpPr/>
              <p:nvPr/>
            </p:nvCxnSpPr>
            <p:spPr>
              <a:xfrm rot="10800000">
                <a:off x="6550025" y="2813050"/>
                <a:ext cx="30162" cy="0"/>
              </a:xfrm>
              <a:prstGeom prst="straightConnector1">
                <a:avLst/>
              </a:prstGeom>
              <a:noFill/>
              <a:ln cap="flat" cmpd="sng" w="9525">
                <a:solidFill>
                  <a:srgbClr val="000000"/>
                </a:solidFill>
                <a:prstDash val="solid"/>
                <a:round/>
                <a:headEnd len="med" w="med" type="none"/>
                <a:tailEnd len="med" w="med" type="none"/>
              </a:ln>
            </p:spPr>
          </p:cxnSp>
          <p:cxnSp>
            <p:nvCxnSpPr>
              <p:cNvPr id="766" name="Google Shape;766;p18"/>
              <p:cNvCxnSpPr/>
              <p:nvPr/>
            </p:nvCxnSpPr>
            <p:spPr>
              <a:xfrm rot="10800000">
                <a:off x="6550025" y="2538413"/>
                <a:ext cx="30162" cy="0"/>
              </a:xfrm>
              <a:prstGeom prst="straightConnector1">
                <a:avLst/>
              </a:prstGeom>
              <a:noFill/>
              <a:ln cap="flat" cmpd="sng" w="9525">
                <a:solidFill>
                  <a:srgbClr val="000000"/>
                </a:solidFill>
                <a:prstDash val="solid"/>
                <a:round/>
                <a:headEnd len="med" w="med" type="none"/>
                <a:tailEnd len="med" w="med" type="none"/>
              </a:ln>
            </p:spPr>
          </p:cxnSp>
          <p:cxnSp>
            <p:nvCxnSpPr>
              <p:cNvPr id="767" name="Google Shape;767;p18"/>
              <p:cNvCxnSpPr/>
              <p:nvPr/>
            </p:nvCxnSpPr>
            <p:spPr>
              <a:xfrm rot="10800000">
                <a:off x="6550025" y="2263775"/>
                <a:ext cx="30162" cy="0"/>
              </a:xfrm>
              <a:prstGeom prst="straightConnector1">
                <a:avLst/>
              </a:prstGeom>
              <a:noFill/>
              <a:ln cap="flat" cmpd="sng" w="9525">
                <a:solidFill>
                  <a:srgbClr val="000000"/>
                </a:solidFill>
                <a:prstDash val="solid"/>
                <a:round/>
                <a:headEnd len="med" w="med" type="none"/>
                <a:tailEnd len="med" w="med" type="none"/>
              </a:ln>
            </p:spPr>
          </p:cxnSp>
          <p:cxnSp>
            <p:nvCxnSpPr>
              <p:cNvPr id="768" name="Google Shape;768;p18"/>
              <p:cNvCxnSpPr/>
              <p:nvPr/>
            </p:nvCxnSpPr>
            <p:spPr>
              <a:xfrm rot="10800000">
                <a:off x="6550025" y="1989138"/>
                <a:ext cx="30162" cy="0"/>
              </a:xfrm>
              <a:prstGeom prst="straightConnector1">
                <a:avLst/>
              </a:prstGeom>
              <a:noFill/>
              <a:ln cap="flat" cmpd="sng" w="9525">
                <a:solidFill>
                  <a:srgbClr val="000000"/>
                </a:solidFill>
                <a:prstDash val="solid"/>
                <a:round/>
                <a:headEnd len="med" w="med" type="none"/>
                <a:tailEnd len="med" w="med" type="none"/>
              </a:ln>
            </p:spPr>
          </p:cxnSp>
          <p:sp>
            <p:nvSpPr>
              <p:cNvPr id="769" name="Google Shape;769;p18"/>
              <p:cNvSpPr/>
              <p:nvPr/>
            </p:nvSpPr>
            <p:spPr>
              <a:xfrm>
                <a:off x="6253480" y="4396740"/>
                <a:ext cx="254878"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770" name="Google Shape;770;p18"/>
              <p:cNvSpPr/>
              <p:nvPr/>
            </p:nvSpPr>
            <p:spPr>
              <a:xfrm>
                <a:off x="6318568" y="4123690"/>
                <a:ext cx="70532"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a:t>
                </a:r>
                <a:endParaRPr b="0" i="0" sz="1000" u="none" cap="none" strike="noStrike">
                  <a:solidFill>
                    <a:schemeClr val="dk1"/>
                  </a:solidFill>
                  <a:latin typeface="Arial"/>
                  <a:ea typeface="Arial"/>
                  <a:cs typeface="Arial"/>
                  <a:sym typeface="Arial"/>
                </a:endParaRPr>
              </a:p>
            </p:txBody>
          </p:sp>
          <p:sp>
            <p:nvSpPr>
              <p:cNvPr id="771" name="Google Shape;771;p18"/>
              <p:cNvSpPr/>
              <p:nvPr/>
            </p:nvSpPr>
            <p:spPr>
              <a:xfrm>
                <a:off x="6266180" y="3849053"/>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772" name="Google Shape;772;p18"/>
              <p:cNvSpPr/>
              <p:nvPr/>
            </p:nvSpPr>
            <p:spPr>
              <a:xfrm>
                <a:off x="6266180" y="3574415"/>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400</a:t>
                </a:r>
                <a:endParaRPr b="0" i="0" sz="1000" u="none" cap="none" strike="noStrike">
                  <a:solidFill>
                    <a:schemeClr val="dk1"/>
                  </a:solidFill>
                  <a:latin typeface="Arial"/>
                  <a:ea typeface="Arial"/>
                  <a:cs typeface="Arial"/>
                  <a:sym typeface="Arial"/>
                </a:endParaRPr>
              </a:p>
            </p:txBody>
          </p:sp>
          <p:sp>
            <p:nvSpPr>
              <p:cNvPr id="773" name="Google Shape;773;p18"/>
              <p:cNvSpPr/>
              <p:nvPr/>
            </p:nvSpPr>
            <p:spPr>
              <a:xfrm>
                <a:off x="6266180" y="3299778"/>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600</a:t>
                </a:r>
                <a:endParaRPr b="0" i="0" sz="1000" u="none" cap="none" strike="noStrike">
                  <a:solidFill>
                    <a:schemeClr val="dk1"/>
                  </a:solidFill>
                  <a:latin typeface="Arial"/>
                  <a:ea typeface="Arial"/>
                  <a:cs typeface="Arial"/>
                  <a:sym typeface="Arial"/>
                </a:endParaRPr>
              </a:p>
            </p:txBody>
          </p:sp>
          <p:sp>
            <p:nvSpPr>
              <p:cNvPr id="774" name="Google Shape;774;p18"/>
              <p:cNvSpPr/>
              <p:nvPr/>
            </p:nvSpPr>
            <p:spPr>
              <a:xfrm>
                <a:off x="6266180" y="3025140"/>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800</a:t>
                </a:r>
                <a:endParaRPr b="0" i="0" sz="1000" u="none" cap="none" strike="noStrike">
                  <a:solidFill>
                    <a:schemeClr val="dk1"/>
                  </a:solidFill>
                  <a:latin typeface="Arial"/>
                  <a:ea typeface="Arial"/>
                  <a:cs typeface="Arial"/>
                  <a:sym typeface="Arial"/>
                </a:endParaRPr>
              </a:p>
            </p:txBody>
          </p:sp>
          <p:sp>
            <p:nvSpPr>
              <p:cNvPr id="775" name="Google Shape;775;p18"/>
              <p:cNvSpPr/>
              <p:nvPr/>
            </p:nvSpPr>
            <p:spPr>
              <a:xfrm>
                <a:off x="6242368" y="2750503"/>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1000</a:t>
                </a:r>
                <a:endParaRPr b="0" i="0" sz="1000" u="none" cap="none" strike="noStrike">
                  <a:solidFill>
                    <a:schemeClr val="dk1"/>
                  </a:solidFill>
                  <a:latin typeface="Arial"/>
                  <a:ea typeface="Arial"/>
                  <a:cs typeface="Arial"/>
                  <a:sym typeface="Arial"/>
                </a:endParaRPr>
              </a:p>
            </p:txBody>
          </p:sp>
          <p:sp>
            <p:nvSpPr>
              <p:cNvPr id="776" name="Google Shape;776;p18"/>
              <p:cNvSpPr/>
              <p:nvPr/>
            </p:nvSpPr>
            <p:spPr>
              <a:xfrm>
                <a:off x="6242368" y="2475865"/>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1200</a:t>
                </a:r>
                <a:endParaRPr b="0" i="0" sz="1000" u="none" cap="none" strike="noStrike">
                  <a:solidFill>
                    <a:schemeClr val="dk1"/>
                  </a:solidFill>
                  <a:latin typeface="Arial"/>
                  <a:ea typeface="Arial"/>
                  <a:cs typeface="Arial"/>
                  <a:sym typeface="Arial"/>
                </a:endParaRPr>
              </a:p>
            </p:txBody>
          </p:sp>
          <p:sp>
            <p:nvSpPr>
              <p:cNvPr id="777" name="Google Shape;777;p18"/>
              <p:cNvSpPr/>
              <p:nvPr/>
            </p:nvSpPr>
            <p:spPr>
              <a:xfrm>
                <a:off x="6242368" y="2202815"/>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1400</a:t>
                </a:r>
                <a:endParaRPr b="0" i="0" sz="1000" u="none" cap="none" strike="noStrike">
                  <a:solidFill>
                    <a:schemeClr val="dk1"/>
                  </a:solidFill>
                  <a:latin typeface="Arial"/>
                  <a:ea typeface="Arial"/>
                  <a:cs typeface="Arial"/>
                  <a:sym typeface="Arial"/>
                </a:endParaRPr>
              </a:p>
            </p:txBody>
          </p:sp>
          <p:sp>
            <p:nvSpPr>
              <p:cNvPr id="778" name="Google Shape;778;p18"/>
              <p:cNvSpPr/>
              <p:nvPr/>
            </p:nvSpPr>
            <p:spPr>
              <a:xfrm>
                <a:off x="6242368" y="1926590"/>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1600</a:t>
                </a:r>
                <a:endParaRPr b="0" i="0" sz="1000" u="none" cap="none" strike="noStrike">
                  <a:solidFill>
                    <a:schemeClr val="dk1"/>
                  </a:solidFill>
                  <a:latin typeface="Arial"/>
                  <a:ea typeface="Arial"/>
                  <a:cs typeface="Arial"/>
                  <a:sym typeface="Arial"/>
                </a:endParaRPr>
              </a:p>
            </p:txBody>
          </p:sp>
          <p:cxnSp>
            <p:nvCxnSpPr>
              <p:cNvPr id="779" name="Google Shape;779;p18"/>
              <p:cNvCxnSpPr/>
              <p:nvPr/>
            </p:nvCxnSpPr>
            <p:spPr>
              <a:xfrm>
                <a:off x="6570663" y="4459288"/>
                <a:ext cx="4841875" cy="0"/>
              </a:xfrm>
              <a:prstGeom prst="straightConnector1">
                <a:avLst/>
              </a:prstGeom>
              <a:noFill/>
              <a:ln cap="flat" cmpd="sng" w="9525">
                <a:solidFill>
                  <a:srgbClr val="000000"/>
                </a:solidFill>
                <a:prstDash val="solid"/>
                <a:round/>
                <a:headEnd len="med" w="med" type="none"/>
                <a:tailEnd len="med" w="med" type="none"/>
              </a:ln>
            </p:spPr>
          </p:cxnSp>
          <p:cxnSp>
            <p:nvCxnSpPr>
              <p:cNvPr id="780" name="Google Shape;780;p18"/>
              <p:cNvCxnSpPr/>
              <p:nvPr/>
            </p:nvCxnSpPr>
            <p:spPr>
              <a:xfrm>
                <a:off x="6570663" y="4456113"/>
                <a:ext cx="0" cy="11112"/>
              </a:xfrm>
              <a:prstGeom prst="straightConnector1">
                <a:avLst/>
              </a:prstGeom>
              <a:noFill/>
              <a:ln cap="flat" cmpd="sng" w="9525">
                <a:solidFill>
                  <a:srgbClr val="000000"/>
                </a:solidFill>
                <a:prstDash val="solid"/>
                <a:round/>
                <a:headEnd len="med" w="med" type="none"/>
                <a:tailEnd len="med" w="med" type="none"/>
              </a:ln>
            </p:spPr>
          </p:cxnSp>
          <p:cxnSp>
            <p:nvCxnSpPr>
              <p:cNvPr id="781" name="Google Shape;781;p18"/>
              <p:cNvCxnSpPr/>
              <p:nvPr/>
            </p:nvCxnSpPr>
            <p:spPr>
              <a:xfrm>
                <a:off x="6916738" y="4456113"/>
                <a:ext cx="0" cy="11112"/>
              </a:xfrm>
              <a:prstGeom prst="straightConnector1">
                <a:avLst/>
              </a:prstGeom>
              <a:noFill/>
              <a:ln cap="flat" cmpd="sng" w="9525">
                <a:solidFill>
                  <a:srgbClr val="000000"/>
                </a:solidFill>
                <a:prstDash val="solid"/>
                <a:round/>
                <a:headEnd len="med" w="med" type="none"/>
                <a:tailEnd len="med" w="med" type="none"/>
              </a:ln>
            </p:spPr>
          </p:cxnSp>
          <p:cxnSp>
            <p:nvCxnSpPr>
              <p:cNvPr id="782" name="Google Shape;782;p18"/>
              <p:cNvCxnSpPr/>
              <p:nvPr/>
            </p:nvCxnSpPr>
            <p:spPr>
              <a:xfrm>
                <a:off x="7262813" y="4456113"/>
                <a:ext cx="0" cy="11112"/>
              </a:xfrm>
              <a:prstGeom prst="straightConnector1">
                <a:avLst/>
              </a:prstGeom>
              <a:noFill/>
              <a:ln cap="flat" cmpd="sng" w="9525">
                <a:solidFill>
                  <a:srgbClr val="000000"/>
                </a:solidFill>
                <a:prstDash val="solid"/>
                <a:round/>
                <a:headEnd len="med" w="med" type="none"/>
                <a:tailEnd len="med" w="med" type="none"/>
              </a:ln>
            </p:spPr>
          </p:cxnSp>
          <p:cxnSp>
            <p:nvCxnSpPr>
              <p:cNvPr id="783" name="Google Shape;783;p18"/>
              <p:cNvCxnSpPr/>
              <p:nvPr/>
            </p:nvCxnSpPr>
            <p:spPr>
              <a:xfrm>
                <a:off x="7607300" y="4456113"/>
                <a:ext cx="0" cy="11112"/>
              </a:xfrm>
              <a:prstGeom prst="straightConnector1">
                <a:avLst/>
              </a:prstGeom>
              <a:noFill/>
              <a:ln cap="flat" cmpd="sng" w="9525">
                <a:solidFill>
                  <a:srgbClr val="000000"/>
                </a:solidFill>
                <a:prstDash val="solid"/>
                <a:round/>
                <a:headEnd len="med" w="med" type="none"/>
                <a:tailEnd len="med" w="med" type="none"/>
              </a:ln>
            </p:spPr>
          </p:cxnSp>
          <p:cxnSp>
            <p:nvCxnSpPr>
              <p:cNvPr id="784" name="Google Shape;784;p18"/>
              <p:cNvCxnSpPr/>
              <p:nvPr/>
            </p:nvCxnSpPr>
            <p:spPr>
              <a:xfrm>
                <a:off x="7953375" y="4456113"/>
                <a:ext cx="0" cy="11112"/>
              </a:xfrm>
              <a:prstGeom prst="straightConnector1">
                <a:avLst/>
              </a:prstGeom>
              <a:noFill/>
              <a:ln cap="flat" cmpd="sng" w="9525">
                <a:solidFill>
                  <a:srgbClr val="000000"/>
                </a:solidFill>
                <a:prstDash val="solid"/>
                <a:round/>
                <a:headEnd len="med" w="med" type="none"/>
                <a:tailEnd len="med" w="med" type="none"/>
              </a:ln>
            </p:spPr>
          </p:cxnSp>
          <p:cxnSp>
            <p:nvCxnSpPr>
              <p:cNvPr id="785" name="Google Shape;785;p18"/>
              <p:cNvCxnSpPr/>
              <p:nvPr/>
            </p:nvCxnSpPr>
            <p:spPr>
              <a:xfrm>
                <a:off x="8299450" y="4456113"/>
                <a:ext cx="0" cy="11112"/>
              </a:xfrm>
              <a:prstGeom prst="straightConnector1">
                <a:avLst/>
              </a:prstGeom>
              <a:noFill/>
              <a:ln cap="flat" cmpd="sng" w="9525">
                <a:solidFill>
                  <a:srgbClr val="000000"/>
                </a:solidFill>
                <a:prstDash val="solid"/>
                <a:round/>
                <a:headEnd len="med" w="med" type="none"/>
                <a:tailEnd len="med" w="med" type="none"/>
              </a:ln>
            </p:spPr>
          </p:cxnSp>
          <p:cxnSp>
            <p:nvCxnSpPr>
              <p:cNvPr id="786" name="Google Shape;786;p18"/>
              <p:cNvCxnSpPr/>
              <p:nvPr/>
            </p:nvCxnSpPr>
            <p:spPr>
              <a:xfrm>
                <a:off x="8645525" y="4456113"/>
                <a:ext cx="0" cy="11112"/>
              </a:xfrm>
              <a:prstGeom prst="straightConnector1">
                <a:avLst/>
              </a:prstGeom>
              <a:noFill/>
              <a:ln cap="flat" cmpd="sng" w="9525">
                <a:solidFill>
                  <a:srgbClr val="000000"/>
                </a:solidFill>
                <a:prstDash val="solid"/>
                <a:round/>
                <a:headEnd len="med" w="med" type="none"/>
                <a:tailEnd len="med" w="med" type="none"/>
              </a:ln>
            </p:spPr>
          </p:cxnSp>
          <p:cxnSp>
            <p:nvCxnSpPr>
              <p:cNvPr id="787" name="Google Shape;787;p18"/>
              <p:cNvCxnSpPr/>
              <p:nvPr/>
            </p:nvCxnSpPr>
            <p:spPr>
              <a:xfrm>
                <a:off x="8990013" y="4456113"/>
                <a:ext cx="0" cy="11112"/>
              </a:xfrm>
              <a:prstGeom prst="straightConnector1">
                <a:avLst/>
              </a:prstGeom>
              <a:noFill/>
              <a:ln cap="flat" cmpd="sng" w="9525">
                <a:solidFill>
                  <a:srgbClr val="000000"/>
                </a:solidFill>
                <a:prstDash val="solid"/>
                <a:round/>
                <a:headEnd len="med" w="med" type="none"/>
                <a:tailEnd len="med" w="med" type="none"/>
              </a:ln>
            </p:spPr>
          </p:cxnSp>
          <p:cxnSp>
            <p:nvCxnSpPr>
              <p:cNvPr id="788" name="Google Shape;788;p18"/>
              <p:cNvCxnSpPr/>
              <p:nvPr/>
            </p:nvCxnSpPr>
            <p:spPr>
              <a:xfrm>
                <a:off x="9336088" y="4456113"/>
                <a:ext cx="0" cy="11112"/>
              </a:xfrm>
              <a:prstGeom prst="straightConnector1">
                <a:avLst/>
              </a:prstGeom>
              <a:noFill/>
              <a:ln cap="flat" cmpd="sng" w="9525">
                <a:solidFill>
                  <a:srgbClr val="000000"/>
                </a:solidFill>
                <a:prstDash val="solid"/>
                <a:round/>
                <a:headEnd len="med" w="med" type="none"/>
                <a:tailEnd len="med" w="med" type="none"/>
              </a:ln>
            </p:spPr>
          </p:cxnSp>
          <p:cxnSp>
            <p:nvCxnSpPr>
              <p:cNvPr id="789" name="Google Shape;789;p18"/>
              <p:cNvCxnSpPr/>
              <p:nvPr/>
            </p:nvCxnSpPr>
            <p:spPr>
              <a:xfrm>
                <a:off x="9682163" y="4456113"/>
                <a:ext cx="0" cy="11112"/>
              </a:xfrm>
              <a:prstGeom prst="straightConnector1">
                <a:avLst/>
              </a:prstGeom>
              <a:noFill/>
              <a:ln cap="flat" cmpd="sng" w="9525">
                <a:solidFill>
                  <a:srgbClr val="000000"/>
                </a:solidFill>
                <a:prstDash val="solid"/>
                <a:round/>
                <a:headEnd len="med" w="med" type="none"/>
                <a:tailEnd len="med" w="med" type="none"/>
              </a:ln>
            </p:spPr>
          </p:cxnSp>
          <p:cxnSp>
            <p:nvCxnSpPr>
              <p:cNvPr id="790" name="Google Shape;790;p18"/>
              <p:cNvCxnSpPr/>
              <p:nvPr/>
            </p:nvCxnSpPr>
            <p:spPr>
              <a:xfrm>
                <a:off x="10028238" y="4456113"/>
                <a:ext cx="0" cy="11112"/>
              </a:xfrm>
              <a:prstGeom prst="straightConnector1">
                <a:avLst/>
              </a:prstGeom>
              <a:noFill/>
              <a:ln cap="flat" cmpd="sng" w="9525">
                <a:solidFill>
                  <a:srgbClr val="000000"/>
                </a:solidFill>
                <a:prstDash val="solid"/>
                <a:round/>
                <a:headEnd len="med" w="med" type="none"/>
                <a:tailEnd len="med" w="med" type="none"/>
              </a:ln>
            </p:spPr>
          </p:cxnSp>
          <p:cxnSp>
            <p:nvCxnSpPr>
              <p:cNvPr id="791" name="Google Shape;791;p18"/>
              <p:cNvCxnSpPr/>
              <p:nvPr/>
            </p:nvCxnSpPr>
            <p:spPr>
              <a:xfrm>
                <a:off x="10372725" y="4456113"/>
                <a:ext cx="0" cy="11112"/>
              </a:xfrm>
              <a:prstGeom prst="straightConnector1">
                <a:avLst/>
              </a:prstGeom>
              <a:noFill/>
              <a:ln cap="flat" cmpd="sng" w="9525">
                <a:solidFill>
                  <a:srgbClr val="000000"/>
                </a:solidFill>
                <a:prstDash val="solid"/>
                <a:round/>
                <a:headEnd len="med" w="med" type="none"/>
                <a:tailEnd len="med" w="med" type="none"/>
              </a:ln>
            </p:spPr>
          </p:cxnSp>
          <p:cxnSp>
            <p:nvCxnSpPr>
              <p:cNvPr id="792" name="Google Shape;792;p18"/>
              <p:cNvCxnSpPr/>
              <p:nvPr/>
            </p:nvCxnSpPr>
            <p:spPr>
              <a:xfrm>
                <a:off x="10718800" y="4456113"/>
                <a:ext cx="0" cy="11112"/>
              </a:xfrm>
              <a:prstGeom prst="straightConnector1">
                <a:avLst/>
              </a:prstGeom>
              <a:noFill/>
              <a:ln cap="flat" cmpd="sng" w="9525">
                <a:solidFill>
                  <a:srgbClr val="000000"/>
                </a:solidFill>
                <a:prstDash val="solid"/>
                <a:round/>
                <a:headEnd len="med" w="med" type="none"/>
                <a:tailEnd len="med" w="med" type="none"/>
              </a:ln>
            </p:spPr>
          </p:cxnSp>
          <p:cxnSp>
            <p:nvCxnSpPr>
              <p:cNvPr id="793" name="Google Shape;793;p18"/>
              <p:cNvCxnSpPr/>
              <p:nvPr/>
            </p:nvCxnSpPr>
            <p:spPr>
              <a:xfrm>
                <a:off x="11064875" y="4456113"/>
                <a:ext cx="0" cy="11112"/>
              </a:xfrm>
              <a:prstGeom prst="straightConnector1">
                <a:avLst/>
              </a:prstGeom>
              <a:noFill/>
              <a:ln cap="flat" cmpd="sng" w="9525">
                <a:solidFill>
                  <a:srgbClr val="000000"/>
                </a:solidFill>
                <a:prstDash val="solid"/>
                <a:round/>
                <a:headEnd len="med" w="med" type="none"/>
                <a:tailEnd len="med" w="med" type="none"/>
              </a:ln>
            </p:spPr>
          </p:cxnSp>
          <p:cxnSp>
            <p:nvCxnSpPr>
              <p:cNvPr id="794" name="Google Shape;794;p18"/>
              <p:cNvCxnSpPr/>
              <p:nvPr/>
            </p:nvCxnSpPr>
            <p:spPr>
              <a:xfrm>
                <a:off x="11412538" y="4456113"/>
                <a:ext cx="0" cy="11112"/>
              </a:xfrm>
              <a:prstGeom prst="straightConnector1">
                <a:avLst/>
              </a:prstGeom>
              <a:noFill/>
              <a:ln cap="flat" cmpd="sng" w="9525">
                <a:solidFill>
                  <a:srgbClr val="000000"/>
                </a:solidFill>
                <a:prstDash val="solid"/>
                <a:round/>
                <a:headEnd len="med" w="med" type="none"/>
                <a:tailEnd len="med" w="med" type="none"/>
              </a:ln>
            </p:spPr>
          </p:cxnSp>
          <p:cxnSp>
            <p:nvCxnSpPr>
              <p:cNvPr id="795" name="Google Shape;795;p18"/>
              <p:cNvCxnSpPr/>
              <p:nvPr/>
            </p:nvCxnSpPr>
            <p:spPr>
              <a:xfrm>
                <a:off x="6570663" y="4449763"/>
                <a:ext cx="0" cy="30162"/>
              </a:xfrm>
              <a:prstGeom prst="straightConnector1">
                <a:avLst/>
              </a:prstGeom>
              <a:noFill/>
              <a:ln cap="flat" cmpd="sng" w="9525">
                <a:solidFill>
                  <a:srgbClr val="000000"/>
                </a:solidFill>
                <a:prstDash val="solid"/>
                <a:round/>
                <a:headEnd len="med" w="med" type="none"/>
                <a:tailEnd len="med" w="med" type="none"/>
              </a:ln>
            </p:spPr>
          </p:cxnSp>
          <p:cxnSp>
            <p:nvCxnSpPr>
              <p:cNvPr id="796" name="Google Shape;796;p18"/>
              <p:cNvCxnSpPr/>
              <p:nvPr/>
            </p:nvCxnSpPr>
            <p:spPr>
              <a:xfrm>
                <a:off x="7262813" y="4449763"/>
                <a:ext cx="0" cy="30162"/>
              </a:xfrm>
              <a:prstGeom prst="straightConnector1">
                <a:avLst/>
              </a:prstGeom>
              <a:noFill/>
              <a:ln cap="flat" cmpd="sng" w="9525">
                <a:solidFill>
                  <a:srgbClr val="000000"/>
                </a:solidFill>
                <a:prstDash val="solid"/>
                <a:round/>
                <a:headEnd len="med" w="med" type="none"/>
                <a:tailEnd len="med" w="med" type="none"/>
              </a:ln>
            </p:spPr>
          </p:cxnSp>
          <p:cxnSp>
            <p:nvCxnSpPr>
              <p:cNvPr id="797" name="Google Shape;797;p18"/>
              <p:cNvCxnSpPr/>
              <p:nvPr/>
            </p:nvCxnSpPr>
            <p:spPr>
              <a:xfrm>
                <a:off x="7953375" y="4449763"/>
                <a:ext cx="0" cy="30162"/>
              </a:xfrm>
              <a:prstGeom prst="straightConnector1">
                <a:avLst/>
              </a:prstGeom>
              <a:noFill/>
              <a:ln cap="flat" cmpd="sng" w="9525">
                <a:solidFill>
                  <a:srgbClr val="000000"/>
                </a:solidFill>
                <a:prstDash val="solid"/>
                <a:round/>
                <a:headEnd len="med" w="med" type="none"/>
                <a:tailEnd len="med" w="med" type="none"/>
              </a:ln>
            </p:spPr>
          </p:cxnSp>
          <p:cxnSp>
            <p:nvCxnSpPr>
              <p:cNvPr id="798" name="Google Shape;798;p18"/>
              <p:cNvCxnSpPr/>
              <p:nvPr/>
            </p:nvCxnSpPr>
            <p:spPr>
              <a:xfrm>
                <a:off x="8645525" y="4449763"/>
                <a:ext cx="0" cy="30162"/>
              </a:xfrm>
              <a:prstGeom prst="straightConnector1">
                <a:avLst/>
              </a:prstGeom>
              <a:noFill/>
              <a:ln cap="flat" cmpd="sng" w="9525">
                <a:solidFill>
                  <a:srgbClr val="000000"/>
                </a:solidFill>
                <a:prstDash val="solid"/>
                <a:round/>
                <a:headEnd len="med" w="med" type="none"/>
                <a:tailEnd len="med" w="med" type="none"/>
              </a:ln>
            </p:spPr>
          </p:cxnSp>
          <p:cxnSp>
            <p:nvCxnSpPr>
              <p:cNvPr id="799" name="Google Shape;799;p18"/>
              <p:cNvCxnSpPr/>
              <p:nvPr/>
            </p:nvCxnSpPr>
            <p:spPr>
              <a:xfrm>
                <a:off x="9336088" y="4449763"/>
                <a:ext cx="0" cy="30162"/>
              </a:xfrm>
              <a:prstGeom prst="straightConnector1">
                <a:avLst/>
              </a:prstGeom>
              <a:noFill/>
              <a:ln cap="flat" cmpd="sng" w="9525">
                <a:solidFill>
                  <a:srgbClr val="000000"/>
                </a:solidFill>
                <a:prstDash val="solid"/>
                <a:round/>
                <a:headEnd len="med" w="med" type="none"/>
                <a:tailEnd len="med" w="med" type="none"/>
              </a:ln>
            </p:spPr>
          </p:cxnSp>
          <p:cxnSp>
            <p:nvCxnSpPr>
              <p:cNvPr id="800" name="Google Shape;800;p18"/>
              <p:cNvCxnSpPr/>
              <p:nvPr/>
            </p:nvCxnSpPr>
            <p:spPr>
              <a:xfrm>
                <a:off x="10028238" y="4449763"/>
                <a:ext cx="0" cy="30162"/>
              </a:xfrm>
              <a:prstGeom prst="straightConnector1">
                <a:avLst/>
              </a:prstGeom>
              <a:noFill/>
              <a:ln cap="flat" cmpd="sng" w="9525">
                <a:solidFill>
                  <a:srgbClr val="000000"/>
                </a:solidFill>
                <a:prstDash val="solid"/>
                <a:round/>
                <a:headEnd len="med" w="med" type="none"/>
                <a:tailEnd len="med" w="med" type="none"/>
              </a:ln>
            </p:spPr>
          </p:cxnSp>
          <p:cxnSp>
            <p:nvCxnSpPr>
              <p:cNvPr id="801" name="Google Shape;801;p18"/>
              <p:cNvCxnSpPr/>
              <p:nvPr/>
            </p:nvCxnSpPr>
            <p:spPr>
              <a:xfrm>
                <a:off x="10718800" y="4449763"/>
                <a:ext cx="0" cy="30162"/>
              </a:xfrm>
              <a:prstGeom prst="straightConnector1">
                <a:avLst/>
              </a:prstGeom>
              <a:noFill/>
              <a:ln cap="flat" cmpd="sng" w="9525">
                <a:solidFill>
                  <a:srgbClr val="000000"/>
                </a:solidFill>
                <a:prstDash val="solid"/>
                <a:round/>
                <a:headEnd len="med" w="med" type="none"/>
                <a:tailEnd len="med" w="med" type="none"/>
              </a:ln>
            </p:spPr>
          </p:cxnSp>
          <p:cxnSp>
            <p:nvCxnSpPr>
              <p:cNvPr id="802" name="Google Shape;802;p18"/>
              <p:cNvCxnSpPr/>
              <p:nvPr/>
            </p:nvCxnSpPr>
            <p:spPr>
              <a:xfrm>
                <a:off x="11412538" y="4449763"/>
                <a:ext cx="0" cy="30162"/>
              </a:xfrm>
              <a:prstGeom prst="straightConnector1">
                <a:avLst/>
              </a:prstGeom>
              <a:noFill/>
              <a:ln cap="flat" cmpd="sng" w="9525">
                <a:solidFill>
                  <a:srgbClr val="000000"/>
                </a:solidFill>
                <a:prstDash val="solid"/>
                <a:round/>
                <a:headEnd len="med" w="med" type="none"/>
                <a:tailEnd len="med" w="med" type="none"/>
              </a:ln>
            </p:spPr>
          </p:cxnSp>
          <p:sp>
            <p:nvSpPr>
              <p:cNvPr id="803" name="Google Shape;803;p18"/>
              <p:cNvSpPr/>
              <p:nvPr/>
            </p:nvSpPr>
            <p:spPr>
              <a:xfrm>
                <a:off x="6527800" y="4494213"/>
                <a:ext cx="254878"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804" name="Google Shape;804;p18"/>
              <p:cNvSpPr/>
              <p:nvPr/>
            </p:nvSpPr>
            <p:spPr>
              <a:xfrm>
                <a:off x="7250113" y="4494213"/>
                <a:ext cx="70532"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a:t>
                </a:r>
                <a:endParaRPr b="0" i="0" sz="1000" u="none" cap="none" strike="noStrike">
                  <a:solidFill>
                    <a:schemeClr val="dk1"/>
                  </a:solidFill>
                  <a:latin typeface="Arial"/>
                  <a:ea typeface="Arial"/>
                  <a:cs typeface="Arial"/>
                  <a:sym typeface="Arial"/>
                </a:endParaRPr>
              </a:p>
            </p:txBody>
          </p:sp>
          <p:sp>
            <p:nvSpPr>
              <p:cNvPr id="805" name="Google Shape;805;p18"/>
              <p:cNvSpPr/>
              <p:nvPr/>
            </p:nvSpPr>
            <p:spPr>
              <a:xfrm>
                <a:off x="7918450" y="4494213"/>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200</a:t>
                </a:r>
                <a:endParaRPr b="0" i="0" sz="1000" u="none" cap="none" strike="noStrike">
                  <a:solidFill>
                    <a:schemeClr val="dk1"/>
                  </a:solidFill>
                  <a:latin typeface="Arial"/>
                  <a:ea typeface="Arial"/>
                  <a:cs typeface="Arial"/>
                  <a:sym typeface="Arial"/>
                </a:endParaRPr>
              </a:p>
            </p:txBody>
          </p:sp>
          <p:sp>
            <p:nvSpPr>
              <p:cNvPr id="806" name="Google Shape;806;p18"/>
              <p:cNvSpPr/>
              <p:nvPr/>
            </p:nvSpPr>
            <p:spPr>
              <a:xfrm>
                <a:off x="8609013" y="4494213"/>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400</a:t>
                </a:r>
                <a:endParaRPr b="0" i="0" sz="1000" u="none" cap="none" strike="noStrike">
                  <a:solidFill>
                    <a:schemeClr val="dk1"/>
                  </a:solidFill>
                  <a:latin typeface="Arial"/>
                  <a:ea typeface="Arial"/>
                  <a:cs typeface="Arial"/>
                  <a:sym typeface="Arial"/>
                </a:endParaRPr>
              </a:p>
            </p:txBody>
          </p:sp>
          <p:sp>
            <p:nvSpPr>
              <p:cNvPr id="807" name="Google Shape;807;p18"/>
              <p:cNvSpPr/>
              <p:nvPr/>
            </p:nvSpPr>
            <p:spPr>
              <a:xfrm>
                <a:off x="9301163" y="4494213"/>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600</a:t>
                </a:r>
                <a:endParaRPr b="0" i="0" sz="1000" u="none" cap="none" strike="noStrike">
                  <a:solidFill>
                    <a:schemeClr val="dk1"/>
                  </a:solidFill>
                  <a:latin typeface="Arial"/>
                  <a:ea typeface="Arial"/>
                  <a:cs typeface="Arial"/>
                  <a:sym typeface="Arial"/>
                </a:endParaRPr>
              </a:p>
            </p:txBody>
          </p:sp>
          <p:sp>
            <p:nvSpPr>
              <p:cNvPr id="808" name="Google Shape;808;p18"/>
              <p:cNvSpPr/>
              <p:nvPr/>
            </p:nvSpPr>
            <p:spPr>
              <a:xfrm>
                <a:off x="9991725" y="4494213"/>
                <a:ext cx="211596"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800</a:t>
                </a:r>
                <a:endParaRPr b="0" i="0" sz="1000" u="none" cap="none" strike="noStrike">
                  <a:solidFill>
                    <a:schemeClr val="dk1"/>
                  </a:solidFill>
                  <a:latin typeface="Arial"/>
                  <a:ea typeface="Arial"/>
                  <a:cs typeface="Arial"/>
                  <a:sym typeface="Arial"/>
                </a:endParaRPr>
              </a:p>
            </p:txBody>
          </p:sp>
          <p:sp>
            <p:nvSpPr>
              <p:cNvPr id="809" name="Google Shape;809;p18"/>
              <p:cNvSpPr/>
              <p:nvPr/>
            </p:nvSpPr>
            <p:spPr>
              <a:xfrm>
                <a:off x="10671175" y="4494213"/>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1000</a:t>
                </a:r>
                <a:endParaRPr b="0" i="0" sz="1000" u="none" cap="none" strike="noStrike">
                  <a:solidFill>
                    <a:schemeClr val="dk1"/>
                  </a:solidFill>
                  <a:latin typeface="Arial"/>
                  <a:ea typeface="Arial"/>
                  <a:cs typeface="Arial"/>
                  <a:sym typeface="Arial"/>
                </a:endParaRPr>
              </a:p>
            </p:txBody>
          </p:sp>
          <p:sp>
            <p:nvSpPr>
              <p:cNvPr id="810" name="Google Shape;810;p18"/>
              <p:cNvSpPr/>
              <p:nvPr/>
            </p:nvSpPr>
            <p:spPr>
              <a:xfrm>
                <a:off x="11364913" y="4494213"/>
                <a:ext cx="28212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1200</a:t>
                </a:r>
                <a:endParaRPr b="0" i="0" sz="1000" u="none" cap="none" strike="noStrike">
                  <a:solidFill>
                    <a:schemeClr val="dk1"/>
                  </a:solidFill>
                  <a:latin typeface="Arial"/>
                  <a:ea typeface="Arial"/>
                  <a:cs typeface="Arial"/>
                  <a:sym typeface="Arial"/>
                </a:endParaRPr>
              </a:p>
            </p:txBody>
          </p:sp>
          <p:sp>
            <p:nvSpPr>
              <p:cNvPr id="811" name="Google Shape;811;p18"/>
              <p:cNvSpPr/>
              <p:nvPr/>
            </p:nvSpPr>
            <p:spPr>
              <a:xfrm>
                <a:off x="8382000" y="1871663"/>
                <a:ext cx="1231106" cy="24622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CTH  200 nM</a:t>
                </a:r>
                <a:endParaRPr b="0" i="0" sz="1600" u="none" cap="none" strike="noStrike">
                  <a:solidFill>
                    <a:schemeClr val="dk1"/>
                  </a:solidFill>
                  <a:latin typeface="Arial"/>
                  <a:ea typeface="Arial"/>
                  <a:cs typeface="Arial"/>
                  <a:sym typeface="Arial"/>
                </a:endParaRPr>
              </a:p>
            </p:txBody>
          </p:sp>
          <p:sp>
            <p:nvSpPr>
              <p:cNvPr id="812" name="Google Shape;812;p18"/>
              <p:cNvSpPr/>
              <p:nvPr/>
            </p:nvSpPr>
            <p:spPr>
              <a:xfrm rot="-5400000">
                <a:off x="5667747" y="3222833"/>
                <a:ext cx="918521"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Response (RU)</a:t>
                </a:r>
                <a:endParaRPr b="0" i="0" sz="1000" u="none" cap="none" strike="noStrike">
                  <a:solidFill>
                    <a:schemeClr val="dk1"/>
                  </a:solidFill>
                  <a:latin typeface="Arial"/>
                  <a:ea typeface="Arial"/>
                  <a:cs typeface="Arial"/>
                  <a:sym typeface="Arial"/>
                </a:endParaRPr>
              </a:p>
            </p:txBody>
          </p:sp>
          <p:sp>
            <p:nvSpPr>
              <p:cNvPr id="813" name="Google Shape;813;p18"/>
              <p:cNvSpPr/>
              <p:nvPr/>
            </p:nvSpPr>
            <p:spPr>
              <a:xfrm>
                <a:off x="8714811" y="4644718"/>
                <a:ext cx="490519" cy="153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Time (s)</a:t>
                </a:r>
                <a:endParaRPr b="0" i="0" sz="1000" u="none" cap="none" strike="noStrike">
                  <a:solidFill>
                    <a:schemeClr val="dk1"/>
                  </a:solidFill>
                  <a:latin typeface="Arial"/>
                  <a:ea typeface="Arial"/>
                  <a:cs typeface="Arial"/>
                  <a:sym typeface="Arial"/>
                </a:endParaRPr>
              </a:p>
            </p:txBody>
          </p:sp>
          <p:sp>
            <p:nvSpPr>
              <p:cNvPr id="814" name="Google Shape;814;p18"/>
              <p:cNvSpPr/>
              <p:nvPr/>
            </p:nvSpPr>
            <p:spPr>
              <a:xfrm flipH="1" rot="10800000">
                <a:off x="7058025" y="3070225"/>
                <a:ext cx="3192462" cy="1116012"/>
              </a:xfrm>
              <a:custGeom>
                <a:rect b="b" l="l" r="r" t="t"/>
                <a:pathLst>
                  <a:path extrusionOk="0" h="755" w="2161">
                    <a:moveTo>
                      <a:pt x="0" y="0"/>
                    </a:moveTo>
                    <a:lnTo>
                      <a:pt x="1" y="0"/>
                    </a:lnTo>
                    <a:lnTo>
                      <a:pt x="3" y="0"/>
                    </a:lnTo>
                    <a:lnTo>
                      <a:pt x="4" y="0"/>
                    </a:lnTo>
                    <a:lnTo>
                      <a:pt x="6" y="0"/>
                    </a:lnTo>
                    <a:lnTo>
                      <a:pt x="7" y="0"/>
                    </a:lnTo>
                    <a:lnTo>
                      <a:pt x="8" y="0"/>
                    </a:lnTo>
                    <a:lnTo>
                      <a:pt x="10" y="0"/>
                    </a:lnTo>
                    <a:lnTo>
                      <a:pt x="11" y="0"/>
                    </a:lnTo>
                    <a:lnTo>
                      <a:pt x="13" y="0"/>
                    </a:lnTo>
                    <a:lnTo>
                      <a:pt x="14" y="0"/>
                    </a:lnTo>
                    <a:lnTo>
                      <a:pt x="15" y="0"/>
                    </a:lnTo>
                    <a:lnTo>
                      <a:pt x="17" y="0"/>
                    </a:lnTo>
                    <a:lnTo>
                      <a:pt x="18" y="0"/>
                    </a:lnTo>
                    <a:lnTo>
                      <a:pt x="20" y="0"/>
                    </a:lnTo>
                    <a:lnTo>
                      <a:pt x="21" y="0"/>
                    </a:lnTo>
                    <a:lnTo>
                      <a:pt x="22" y="0"/>
                    </a:lnTo>
                    <a:lnTo>
                      <a:pt x="24" y="1"/>
                    </a:lnTo>
                    <a:lnTo>
                      <a:pt x="25" y="0"/>
                    </a:lnTo>
                    <a:lnTo>
                      <a:pt x="27" y="0"/>
                    </a:lnTo>
                    <a:lnTo>
                      <a:pt x="28" y="0"/>
                    </a:lnTo>
                    <a:lnTo>
                      <a:pt x="30" y="0"/>
                    </a:lnTo>
                    <a:lnTo>
                      <a:pt x="31" y="0"/>
                    </a:lnTo>
                    <a:lnTo>
                      <a:pt x="32" y="0"/>
                    </a:lnTo>
                    <a:lnTo>
                      <a:pt x="34" y="0"/>
                    </a:lnTo>
                    <a:lnTo>
                      <a:pt x="35" y="0"/>
                    </a:lnTo>
                    <a:lnTo>
                      <a:pt x="37" y="0"/>
                    </a:lnTo>
                    <a:lnTo>
                      <a:pt x="38" y="0"/>
                    </a:lnTo>
                    <a:lnTo>
                      <a:pt x="39" y="0"/>
                    </a:lnTo>
                    <a:lnTo>
                      <a:pt x="41" y="0"/>
                    </a:lnTo>
                    <a:lnTo>
                      <a:pt x="42" y="0"/>
                    </a:lnTo>
                    <a:lnTo>
                      <a:pt x="44" y="0"/>
                    </a:lnTo>
                    <a:lnTo>
                      <a:pt x="45" y="0"/>
                    </a:lnTo>
                    <a:lnTo>
                      <a:pt x="46" y="0"/>
                    </a:lnTo>
                    <a:lnTo>
                      <a:pt x="48" y="0"/>
                    </a:lnTo>
                    <a:lnTo>
                      <a:pt x="49" y="0"/>
                    </a:lnTo>
                    <a:lnTo>
                      <a:pt x="51" y="0"/>
                    </a:lnTo>
                    <a:lnTo>
                      <a:pt x="52" y="0"/>
                    </a:lnTo>
                    <a:lnTo>
                      <a:pt x="53" y="0"/>
                    </a:lnTo>
                    <a:lnTo>
                      <a:pt x="55" y="0"/>
                    </a:lnTo>
                    <a:lnTo>
                      <a:pt x="56" y="0"/>
                    </a:lnTo>
                    <a:lnTo>
                      <a:pt x="58" y="0"/>
                    </a:lnTo>
                    <a:lnTo>
                      <a:pt x="59" y="0"/>
                    </a:lnTo>
                    <a:lnTo>
                      <a:pt x="60" y="0"/>
                    </a:lnTo>
                    <a:lnTo>
                      <a:pt x="62" y="0"/>
                    </a:lnTo>
                    <a:lnTo>
                      <a:pt x="63" y="0"/>
                    </a:lnTo>
                    <a:lnTo>
                      <a:pt x="65" y="0"/>
                    </a:lnTo>
                    <a:lnTo>
                      <a:pt x="66" y="0"/>
                    </a:lnTo>
                    <a:lnTo>
                      <a:pt x="67" y="0"/>
                    </a:lnTo>
                    <a:lnTo>
                      <a:pt x="69" y="0"/>
                    </a:lnTo>
                    <a:lnTo>
                      <a:pt x="70" y="0"/>
                    </a:lnTo>
                    <a:lnTo>
                      <a:pt x="72" y="0"/>
                    </a:lnTo>
                    <a:lnTo>
                      <a:pt x="73" y="0"/>
                    </a:lnTo>
                    <a:lnTo>
                      <a:pt x="74" y="0"/>
                    </a:lnTo>
                    <a:lnTo>
                      <a:pt x="76" y="1"/>
                    </a:lnTo>
                    <a:lnTo>
                      <a:pt x="77" y="1"/>
                    </a:lnTo>
                    <a:lnTo>
                      <a:pt x="79" y="1"/>
                    </a:lnTo>
                    <a:lnTo>
                      <a:pt x="80" y="1"/>
                    </a:lnTo>
                    <a:lnTo>
                      <a:pt x="81" y="1"/>
                    </a:lnTo>
                    <a:lnTo>
                      <a:pt x="83" y="1"/>
                    </a:lnTo>
                    <a:lnTo>
                      <a:pt x="84" y="1"/>
                    </a:lnTo>
                    <a:lnTo>
                      <a:pt x="86" y="1"/>
                    </a:lnTo>
                    <a:lnTo>
                      <a:pt x="87" y="1"/>
                    </a:lnTo>
                    <a:lnTo>
                      <a:pt x="88" y="1"/>
                    </a:lnTo>
                    <a:lnTo>
                      <a:pt x="90" y="1"/>
                    </a:lnTo>
                    <a:lnTo>
                      <a:pt x="91" y="1"/>
                    </a:lnTo>
                    <a:lnTo>
                      <a:pt x="93" y="1"/>
                    </a:lnTo>
                    <a:lnTo>
                      <a:pt x="94" y="1"/>
                    </a:lnTo>
                    <a:lnTo>
                      <a:pt x="96" y="1"/>
                    </a:lnTo>
                    <a:lnTo>
                      <a:pt x="97" y="1"/>
                    </a:lnTo>
                    <a:lnTo>
                      <a:pt x="98" y="1"/>
                    </a:lnTo>
                    <a:lnTo>
                      <a:pt x="100" y="1"/>
                    </a:lnTo>
                    <a:lnTo>
                      <a:pt x="101" y="1"/>
                    </a:lnTo>
                    <a:lnTo>
                      <a:pt x="103" y="1"/>
                    </a:lnTo>
                    <a:lnTo>
                      <a:pt x="104" y="1"/>
                    </a:lnTo>
                    <a:lnTo>
                      <a:pt x="105" y="1"/>
                    </a:lnTo>
                    <a:lnTo>
                      <a:pt x="107" y="1"/>
                    </a:lnTo>
                    <a:lnTo>
                      <a:pt x="108" y="1"/>
                    </a:lnTo>
                    <a:lnTo>
                      <a:pt x="110" y="1"/>
                    </a:lnTo>
                    <a:lnTo>
                      <a:pt x="111" y="1"/>
                    </a:lnTo>
                    <a:lnTo>
                      <a:pt x="112" y="1"/>
                    </a:lnTo>
                    <a:lnTo>
                      <a:pt x="114" y="1"/>
                    </a:lnTo>
                    <a:lnTo>
                      <a:pt x="115" y="1"/>
                    </a:lnTo>
                    <a:lnTo>
                      <a:pt x="117" y="1"/>
                    </a:lnTo>
                    <a:lnTo>
                      <a:pt x="118" y="1"/>
                    </a:lnTo>
                    <a:lnTo>
                      <a:pt x="119" y="1"/>
                    </a:lnTo>
                    <a:lnTo>
                      <a:pt x="121" y="1"/>
                    </a:lnTo>
                    <a:lnTo>
                      <a:pt x="122" y="1"/>
                    </a:lnTo>
                    <a:lnTo>
                      <a:pt x="124" y="1"/>
                    </a:lnTo>
                    <a:lnTo>
                      <a:pt x="125" y="1"/>
                    </a:lnTo>
                    <a:lnTo>
                      <a:pt x="126" y="1"/>
                    </a:lnTo>
                    <a:lnTo>
                      <a:pt x="128" y="1"/>
                    </a:lnTo>
                    <a:lnTo>
                      <a:pt x="129" y="1"/>
                    </a:lnTo>
                    <a:lnTo>
                      <a:pt x="131" y="1"/>
                    </a:lnTo>
                    <a:lnTo>
                      <a:pt x="132" y="1"/>
                    </a:lnTo>
                    <a:lnTo>
                      <a:pt x="133" y="1"/>
                    </a:lnTo>
                    <a:lnTo>
                      <a:pt x="135" y="1"/>
                    </a:lnTo>
                    <a:lnTo>
                      <a:pt x="136" y="1"/>
                    </a:lnTo>
                    <a:lnTo>
                      <a:pt x="138" y="1"/>
                    </a:lnTo>
                    <a:lnTo>
                      <a:pt x="139" y="1"/>
                    </a:lnTo>
                    <a:lnTo>
                      <a:pt x="140" y="1"/>
                    </a:lnTo>
                    <a:lnTo>
                      <a:pt x="142" y="1"/>
                    </a:lnTo>
                    <a:lnTo>
                      <a:pt x="143" y="1"/>
                    </a:lnTo>
                    <a:lnTo>
                      <a:pt x="145" y="1"/>
                    </a:lnTo>
                    <a:lnTo>
                      <a:pt x="146" y="1"/>
                    </a:lnTo>
                    <a:lnTo>
                      <a:pt x="147" y="1"/>
                    </a:lnTo>
                    <a:lnTo>
                      <a:pt x="149" y="1"/>
                    </a:lnTo>
                    <a:lnTo>
                      <a:pt x="150" y="1"/>
                    </a:lnTo>
                    <a:lnTo>
                      <a:pt x="152" y="1"/>
                    </a:lnTo>
                    <a:lnTo>
                      <a:pt x="153" y="1"/>
                    </a:lnTo>
                    <a:lnTo>
                      <a:pt x="154" y="1"/>
                    </a:lnTo>
                    <a:lnTo>
                      <a:pt x="156" y="1"/>
                    </a:lnTo>
                    <a:lnTo>
                      <a:pt x="157" y="1"/>
                    </a:lnTo>
                    <a:lnTo>
                      <a:pt x="159" y="1"/>
                    </a:lnTo>
                    <a:lnTo>
                      <a:pt x="160" y="1"/>
                    </a:lnTo>
                    <a:lnTo>
                      <a:pt x="162" y="1"/>
                    </a:lnTo>
                    <a:lnTo>
                      <a:pt x="163" y="54"/>
                    </a:lnTo>
                    <a:lnTo>
                      <a:pt x="164" y="78"/>
                    </a:lnTo>
                    <a:lnTo>
                      <a:pt x="166" y="96"/>
                    </a:lnTo>
                    <a:lnTo>
                      <a:pt x="167" y="113"/>
                    </a:lnTo>
                    <a:lnTo>
                      <a:pt x="169" y="129"/>
                    </a:lnTo>
                    <a:lnTo>
                      <a:pt x="170" y="145"/>
                    </a:lnTo>
                    <a:lnTo>
                      <a:pt x="171" y="160"/>
                    </a:lnTo>
                    <a:lnTo>
                      <a:pt x="173" y="175"/>
                    </a:lnTo>
                    <a:lnTo>
                      <a:pt x="174" y="190"/>
                    </a:lnTo>
                    <a:lnTo>
                      <a:pt x="176" y="205"/>
                    </a:lnTo>
                    <a:lnTo>
                      <a:pt x="177" y="219"/>
                    </a:lnTo>
                    <a:lnTo>
                      <a:pt x="178" y="233"/>
                    </a:lnTo>
                    <a:lnTo>
                      <a:pt x="180" y="246"/>
                    </a:lnTo>
                    <a:lnTo>
                      <a:pt x="181" y="259"/>
                    </a:lnTo>
                    <a:lnTo>
                      <a:pt x="183" y="272"/>
                    </a:lnTo>
                    <a:lnTo>
                      <a:pt x="184" y="284"/>
                    </a:lnTo>
                    <a:lnTo>
                      <a:pt x="185" y="295"/>
                    </a:lnTo>
                    <a:lnTo>
                      <a:pt x="187" y="306"/>
                    </a:lnTo>
                    <a:lnTo>
                      <a:pt x="188" y="316"/>
                    </a:lnTo>
                    <a:lnTo>
                      <a:pt x="190" y="326"/>
                    </a:lnTo>
                    <a:lnTo>
                      <a:pt x="191" y="335"/>
                    </a:lnTo>
                    <a:lnTo>
                      <a:pt x="192" y="344"/>
                    </a:lnTo>
                    <a:lnTo>
                      <a:pt x="194" y="352"/>
                    </a:lnTo>
                    <a:lnTo>
                      <a:pt x="195" y="360"/>
                    </a:lnTo>
                    <a:lnTo>
                      <a:pt x="197" y="368"/>
                    </a:lnTo>
                    <a:lnTo>
                      <a:pt x="198" y="376"/>
                    </a:lnTo>
                    <a:lnTo>
                      <a:pt x="199" y="383"/>
                    </a:lnTo>
                    <a:lnTo>
                      <a:pt x="201" y="390"/>
                    </a:lnTo>
                    <a:lnTo>
                      <a:pt x="202" y="398"/>
                    </a:lnTo>
                    <a:lnTo>
                      <a:pt x="204" y="404"/>
                    </a:lnTo>
                    <a:lnTo>
                      <a:pt x="205" y="411"/>
                    </a:lnTo>
                    <a:lnTo>
                      <a:pt x="206" y="418"/>
                    </a:lnTo>
                    <a:lnTo>
                      <a:pt x="208" y="424"/>
                    </a:lnTo>
                    <a:lnTo>
                      <a:pt x="209" y="431"/>
                    </a:lnTo>
                    <a:lnTo>
                      <a:pt x="211" y="437"/>
                    </a:lnTo>
                    <a:lnTo>
                      <a:pt x="212" y="443"/>
                    </a:lnTo>
                    <a:lnTo>
                      <a:pt x="213" y="448"/>
                    </a:lnTo>
                    <a:lnTo>
                      <a:pt x="215" y="454"/>
                    </a:lnTo>
                    <a:lnTo>
                      <a:pt x="216" y="459"/>
                    </a:lnTo>
                    <a:lnTo>
                      <a:pt x="218" y="464"/>
                    </a:lnTo>
                    <a:lnTo>
                      <a:pt x="219" y="469"/>
                    </a:lnTo>
                    <a:lnTo>
                      <a:pt x="221" y="474"/>
                    </a:lnTo>
                    <a:lnTo>
                      <a:pt x="222" y="478"/>
                    </a:lnTo>
                    <a:lnTo>
                      <a:pt x="223" y="482"/>
                    </a:lnTo>
                    <a:lnTo>
                      <a:pt x="225" y="486"/>
                    </a:lnTo>
                    <a:lnTo>
                      <a:pt x="226" y="489"/>
                    </a:lnTo>
                    <a:lnTo>
                      <a:pt x="228" y="492"/>
                    </a:lnTo>
                    <a:lnTo>
                      <a:pt x="229" y="495"/>
                    </a:lnTo>
                    <a:lnTo>
                      <a:pt x="230" y="498"/>
                    </a:lnTo>
                    <a:lnTo>
                      <a:pt x="232" y="501"/>
                    </a:lnTo>
                    <a:lnTo>
                      <a:pt x="233" y="503"/>
                    </a:lnTo>
                    <a:lnTo>
                      <a:pt x="235" y="506"/>
                    </a:lnTo>
                    <a:lnTo>
                      <a:pt x="236" y="508"/>
                    </a:lnTo>
                    <a:lnTo>
                      <a:pt x="237" y="510"/>
                    </a:lnTo>
                    <a:lnTo>
                      <a:pt x="239" y="512"/>
                    </a:lnTo>
                    <a:lnTo>
                      <a:pt x="240" y="513"/>
                    </a:lnTo>
                    <a:lnTo>
                      <a:pt x="242" y="515"/>
                    </a:lnTo>
                    <a:lnTo>
                      <a:pt x="243" y="516"/>
                    </a:lnTo>
                    <a:lnTo>
                      <a:pt x="244" y="518"/>
                    </a:lnTo>
                    <a:lnTo>
                      <a:pt x="246" y="519"/>
                    </a:lnTo>
                    <a:lnTo>
                      <a:pt x="247" y="521"/>
                    </a:lnTo>
                    <a:lnTo>
                      <a:pt x="249" y="522"/>
                    </a:lnTo>
                    <a:lnTo>
                      <a:pt x="250" y="524"/>
                    </a:lnTo>
                    <a:lnTo>
                      <a:pt x="251" y="525"/>
                    </a:lnTo>
                    <a:lnTo>
                      <a:pt x="253" y="526"/>
                    </a:lnTo>
                    <a:lnTo>
                      <a:pt x="254" y="527"/>
                    </a:lnTo>
                    <a:lnTo>
                      <a:pt x="256" y="529"/>
                    </a:lnTo>
                    <a:lnTo>
                      <a:pt x="257" y="530"/>
                    </a:lnTo>
                    <a:lnTo>
                      <a:pt x="258" y="531"/>
                    </a:lnTo>
                    <a:lnTo>
                      <a:pt x="260" y="532"/>
                    </a:lnTo>
                    <a:lnTo>
                      <a:pt x="261" y="533"/>
                    </a:lnTo>
                    <a:lnTo>
                      <a:pt x="263" y="534"/>
                    </a:lnTo>
                    <a:lnTo>
                      <a:pt x="264" y="536"/>
                    </a:lnTo>
                    <a:lnTo>
                      <a:pt x="265" y="537"/>
                    </a:lnTo>
                    <a:lnTo>
                      <a:pt x="267" y="538"/>
                    </a:lnTo>
                    <a:lnTo>
                      <a:pt x="268" y="539"/>
                    </a:lnTo>
                    <a:lnTo>
                      <a:pt x="270" y="540"/>
                    </a:lnTo>
                    <a:lnTo>
                      <a:pt x="271" y="541"/>
                    </a:lnTo>
                    <a:lnTo>
                      <a:pt x="272" y="542"/>
                    </a:lnTo>
                    <a:lnTo>
                      <a:pt x="274" y="544"/>
                    </a:lnTo>
                    <a:lnTo>
                      <a:pt x="275" y="545"/>
                    </a:lnTo>
                    <a:lnTo>
                      <a:pt x="277" y="546"/>
                    </a:lnTo>
                    <a:lnTo>
                      <a:pt x="278" y="547"/>
                    </a:lnTo>
                    <a:lnTo>
                      <a:pt x="279" y="548"/>
                    </a:lnTo>
                    <a:lnTo>
                      <a:pt x="281" y="549"/>
                    </a:lnTo>
                    <a:lnTo>
                      <a:pt x="282" y="550"/>
                    </a:lnTo>
                    <a:lnTo>
                      <a:pt x="284" y="551"/>
                    </a:lnTo>
                    <a:lnTo>
                      <a:pt x="285" y="552"/>
                    </a:lnTo>
                    <a:lnTo>
                      <a:pt x="287" y="554"/>
                    </a:lnTo>
                    <a:lnTo>
                      <a:pt x="288" y="555"/>
                    </a:lnTo>
                    <a:lnTo>
                      <a:pt x="289" y="556"/>
                    </a:lnTo>
                    <a:lnTo>
                      <a:pt x="291" y="557"/>
                    </a:lnTo>
                    <a:lnTo>
                      <a:pt x="292" y="558"/>
                    </a:lnTo>
                    <a:lnTo>
                      <a:pt x="294" y="559"/>
                    </a:lnTo>
                    <a:lnTo>
                      <a:pt x="295" y="560"/>
                    </a:lnTo>
                    <a:lnTo>
                      <a:pt x="296" y="562"/>
                    </a:lnTo>
                    <a:lnTo>
                      <a:pt x="298" y="563"/>
                    </a:lnTo>
                    <a:lnTo>
                      <a:pt x="299" y="564"/>
                    </a:lnTo>
                    <a:lnTo>
                      <a:pt x="301" y="565"/>
                    </a:lnTo>
                    <a:lnTo>
                      <a:pt x="302" y="566"/>
                    </a:lnTo>
                    <a:lnTo>
                      <a:pt x="303" y="567"/>
                    </a:lnTo>
                    <a:lnTo>
                      <a:pt x="305" y="568"/>
                    </a:lnTo>
                    <a:lnTo>
                      <a:pt x="306" y="570"/>
                    </a:lnTo>
                    <a:lnTo>
                      <a:pt x="308" y="571"/>
                    </a:lnTo>
                    <a:lnTo>
                      <a:pt x="309" y="572"/>
                    </a:lnTo>
                    <a:lnTo>
                      <a:pt x="310" y="573"/>
                    </a:lnTo>
                    <a:lnTo>
                      <a:pt x="312" y="574"/>
                    </a:lnTo>
                    <a:lnTo>
                      <a:pt x="313" y="575"/>
                    </a:lnTo>
                    <a:lnTo>
                      <a:pt x="315" y="577"/>
                    </a:lnTo>
                    <a:lnTo>
                      <a:pt x="316" y="578"/>
                    </a:lnTo>
                    <a:lnTo>
                      <a:pt x="317" y="579"/>
                    </a:lnTo>
                    <a:lnTo>
                      <a:pt x="319" y="580"/>
                    </a:lnTo>
                    <a:lnTo>
                      <a:pt x="320" y="581"/>
                    </a:lnTo>
                    <a:lnTo>
                      <a:pt x="322" y="582"/>
                    </a:lnTo>
                    <a:lnTo>
                      <a:pt x="323" y="583"/>
                    </a:lnTo>
                    <a:lnTo>
                      <a:pt x="324" y="585"/>
                    </a:lnTo>
                    <a:lnTo>
                      <a:pt x="326" y="586"/>
                    </a:lnTo>
                    <a:lnTo>
                      <a:pt x="327" y="587"/>
                    </a:lnTo>
                    <a:lnTo>
                      <a:pt x="329" y="588"/>
                    </a:lnTo>
                    <a:lnTo>
                      <a:pt x="330" y="589"/>
                    </a:lnTo>
                    <a:lnTo>
                      <a:pt x="331" y="590"/>
                    </a:lnTo>
                    <a:lnTo>
                      <a:pt x="333" y="592"/>
                    </a:lnTo>
                    <a:lnTo>
                      <a:pt x="334" y="593"/>
                    </a:lnTo>
                    <a:lnTo>
                      <a:pt x="336" y="594"/>
                    </a:lnTo>
                    <a:lnTo>
                      <a:pt x="337" y="595"/>
                    </a:lnTo>
                    <a:lnTo>
                      <a:pt x="338" y="596"/>
                    </a:lnTo>
                    <a:lnTo>
                      <a:pt x="340" y="598"/>
                    </a:lnTo>
                    <a:lnTo>
                      <a:pt x="341" y="599"/>
                    </a:lnTo>
                    <a:lnTo>
                      <a:pt x="343" y="600"/>
                    </a:lnTo>
                    <a:lnTo>
                      <a:pt x="344" y="601"/>
                    </a:lnTo>
                    <a:lnTo>
                      <a:pt x="345" y="602"/>
                    </a:lnTo>
                    <a:lnTo>
                      <a:pt x="347" y="603"/>
                    </a:lnTo>
                    <a:lnTo>
                      <a:pt x="348" y="605"/>
                    </a:lnTo>
                    <a:lnTo>
                      <a:pt x="350" y="606"/>
                    </a:lnTo>
                    <a:lnTo>
                      <a:pt x="351" y="607"/>
                    </a:lnTo>
                    <a:lnTo>
                      <a:pt x="353" y="608"/>
                    </a:lnTo>
                    <a:lnTo>
                      <a:pt x="354" y="610"/>
                    </a:lnTo>
                    <a:lnTo>
                      <a:pt x="355" y="611"/>
                    </a:lnTo>
                    <a:lnTo>
                      <a:pt x="357" y="612"/>
                    </a:lnTo>
                    <a:lnTo>
                      <a:pt x="358" y="613"/>
                    </a:lnTo>
                    <a:lnTo>
                      <a:pt x="360" y="614"/>
                    </a:lnTo>
                    <a:lnTo>
                      <a:pt x="361" y="616"/>
                    </a:lnTo>
                    <a:lnTo>
                      <a:pt x="362" y="617"/>
                    </a:lnTo>
                    <a:lnTo>
                      <a:pt x="364" y="618"/>
                    </a:lnTo>
                    <a:lnTo>
                      <a:pt x="365" y="619"/>
                    </a:lnTo>
                    <a:lnTo>
                      <a:pt x="367" y="620"/>
                    </a:lnTo>
                    <a:lnTo>
                      <a:pt x="368" y="622"/>
                    </a:lnTo>
                    <a:lnTo>
                      <a:pt x="369" y="623"/>
                    </a:lnTo>
                    <a:lnTo>
                      <a:pt x="371" y="624"/>
                    </a:lnTo>
                    <a:lnTo>
                      <a:pt x="372" y="625"/>
                    </a:lnTo>
                    <a:lnTo>
                      <a:pt x="374" y="626"/>
                    </a:lnTo>
                    <a:lnTo>
                      <a:pt x="375" y="628"/>
                    </a:lnTo>
                    <a:lnTo>
                      <a:pt x="376" y="629"/>
                    </a:lnTo>
                    <a:lnTo>
                      <a:pt x="378" y="630"/>
                    </a:lnTo>
                    <a:lnTo>
                      <a:pt x="379" y="631"/>
                    </a:lnTo>
                    <a:lnTo>
                      <a:pt x="381" y="632"/>
                    </a:lnTo>
                    <a:lnTo>
                      <a:pt x="382" y="633"/>
                    </a:lnTo>
                    <a:lnTo>
                      <a:pt x="383" y="635"/>
                    </a:lnTo>
                    <a:lnTo>
                      <a:pt x="385" y="636"/>
                    </a:lnTo>
                    <a:lnTo>
                      <a:pt x="386" y="637"/>
                    </a:lnTo>
                    <a:lnTo>
                      <a:pt x="388" y="638"/>
                    </a:lnTo>
                    <a:lnTo>
                      <a:pt x="389" y="639"/>
                    </a:lnTo>
                    <a:lnTo>
                      <a:pt x="390" y="640"/>
                    </a:lnTo>
                    <a:lnTo>
                      <a:pt x="392" y="641"/>
                    </a:lnTo>
                    <a:lnTo>
                      <a:pt x="393" y="642"/>
                    </a:lnTo>
                    <a:lnTo>
                      <a:pt x="395" y="644"/>
                    </a:lnTo>
                    <a:lnTo>
                      <a:pt x="396" y="645"/>
                    </a:lnTo>
                    <a:lnTo>
                      <a:pt x="397" y="646"/>
                    </a:lnTo>
                    <a:lnTo>
                      <a:pt x="399" y="647"/>
                    </a:lnTo>
                    <a:lnTo>
                      <a:pt x="400" y="648"/>
                    </a:lnTo>
                    <a:lnTo>
                      <a:pt x="402" y="649"/>
                    </a:lnTo>
                    <a:lnTo>
                      <a:pt x="403" y="650"/>
                    </a:lnTo>
                    <a:lnTo>
                      <a:pt x="404" y="651"/>
                    </a:lnTo>
                    <a:lnTo>
                      <a:pt x="406" y="652"/>
                    </a:lnTo>
                    <a:lnTo>
                      <a:pt x="407" y="653"/>
                    </a:lnTo>
                    <a:lnTo>
                      <a:pt x="409" y="654"/>
                    </a:lnTo>
                    <a:lnTo>
                      <a:pt x="410" y="655"/>
                    </a:lnTo>
                    <a:lnTo>
                      <a:pt x="412" y="657"/>
                    </a:lnTo>
                    <a:lnTo>
                      <a:pt x="413" y="658"/>
                    </a:lnTo>
                    <a:lnTo>
                      <a:pt x="414" y="659"/>
                    </a:lnTo>
                    <a:lnTo>
                      <a:pt x="416" y="660"/>
                    </a:lnTo>
                    <a:lnTo>
                      <a:pt x="417" y="661"/>
                    </a:lnTo>
                    <a:lnTo>
                      <a:pt x="419" y="662"/>
                    </a:lnTo>
                    <a:lnTo>
                      <a:pt x="420" y="663"/>
                    </a:lnTo>
                    <a:lnTo>
                      <a:pt x="421" y="664"/>
                    </a:lnTo>
                    <a:lnTo>
                      <a:pt x="423" y="665"/>
                    </a:lnTo>
                    <a:lnTo>
                      <a:pt x="424" y="666"/>
                    </a:lnTo>
                    <a:lnTo>
                      <a:pt x="426" y="667"/>
                    </a:lnTo>
                    <a:lnTo>
                      <a:pt x="427" y="668"/>
                    </a:lnTo>
                    <a:lnTo>
                      <a:pt x="428" y="669"/>
                    </a:lnTo>
                    <a:lnTo>
                      <a:pt x="430" y="670"/>
                    </a:lnTo>
                    <a:lnTo>
                      <a:pt x="431" y="671"/>
                    </a:lnTo>
                    <a:lnTo>
                      <a:pt x="433" y="672"/>
                    </a:lnTo>
                    <a:lnTo>
                      <a:pt x="434" y="673"/>
                    </a:lnTo>
                    <a:lnTo>
                      <a:pt x="435" y="674"/>
                    </a:lnTo>
                    <a:lnTo>
                      <a:pt x="437" y="675"/>
                    </a:lnTo>
                    <a:lnTo>
                      <a:pt x="438" y="676"/>
                    </a:lnTo>
                    <a:lnTo>
                      <a:pt x="440" y="677"/>
                    </a:lnTo>
                    <a:lnTo>
                      <a:pt x="441" y="678"/>
                    </a:lnTo>
                    <a:lnTo>
                      <a:pt x="442" y="679"/>
                    </a:lnTo>
                    <a:lnTo>
                      <a:pt x="444" y="680"/>
                    </a:lnTo>
                    <a:lnTo>
                      <a:pt x="445" y="681"/>
                    </a:lnTo>
                    <a:lnTo>
                      <a:pt x="447" y="682"/>
                    </a:lnTo>
                    <a:lnTo>
                      <a:pt x="448" y="682"/>
                    </a:lnTo>
                    <a:lnTo>
                      <a:pt x="449" y="683"/>
                    </a:lnTo>
                    <a:lnTo>
                      <a:pt x="451" y="684"/>
                    </a:lnTo>
                    <a:lnTo>
                      <a:pt x="452" y="685"/>
                    </a:lnTo>
                    <a:lnTo>
                      <a:pt x="454" y="686"/>
                    </a:lnTo>
                    <a:lnTo>
                      <a:pt x="455" y="687"/>
                    </a:lnTo>
                    <a:lnTo>
                      <a:pt x="456" y="688"/>
                    </a:lnTo>
                    <a:lnTo>
                      <a:pt x="458" y="689"/>
                    </a:lnTo>
                    <a:lnTo>
                      <a:pt x="459" y="690"/>
                    </a:lnTo>
                    <a:lnTo>
                      <a:pt x="461" y="691"/>
                    </a:lnTo>
                    <a:lnTo>
                      <a:pt x="462" y="692"/>
                    </a:lnTo>
                    <a:lnTo>
                      <a:pt x="463" y="693"/>
                    </a:lnTo>
                    <a:lnTo>
                      <a:pt x="465" y="693"/>
                    </a:lnTo>
                    <a:lnTo>
                      <a:pt x="466" y="694"/>
                    </a:lnTo>
                    <a:lnTo>
                      <a:pt x="468" y="695"/>
                    </a:lnTo>
                    <a:lnTo>
                      <a:pt x="469" y="696"/>
                    </a:lnTo>
                    <a:lnTo>
                      <a:pt x="470" y="697"/>
                    </a:lnTo>
                    <a:lnTo>
                      <a:pt x="472" y="698"/>
                    </a:lnTo>
                    <a:lnTo>
                      <a:pt x="473" y="699"/>
                    </a:lnTo>
                    <a:lnTo>
                      <a:pt x="475" y="699"/>
                    </a:lnTo>
                    <a:lnTo>
                      <a:pt x="476" y="700"/>
                    </a:lnTo>
                    <a:lnTo>
                      <a:pt x="478" y="701"/>
                    </a:lnTo>
                    <a:lnTo>
                      <a:pt x="479" y="702"/>
                    </a:lnTo>
                    <a:lnTo>
                      <a:pt x="480" y="703"/>
                    </a:lnTo>
                    <a:lnTo>
                      <a:pt x="482" y="704"/>
                    </a:lnTo>
                    <a:lnTo>
                      <a:pt x="483" y="704"/>
                    </a:lnTo>
                    <a:lnTo>
                      <a:pt x="485" y="705"/>
                    </a:lnTo>
                    <a:lnTo>
                      <a:pt x="486" y="706"/>
                    </a:lnTo>
                    <a:lnTo>
                      <a:pt x="487" y="707"/>
                    </a:lnTo>
                    <a:lnTo>
                      <a:pt x="489" y="707"/>
                    </a:lnTo>
                    <a:lnTo>
                      <a:pt x="490" y="708"/>
                    </a:lnTo>
                    <a:lnTo>
                      <a:pt x="492" y="709"/>
                    </a:lnTo>
                    <a:lnTo>
                      <a:pt x="493" y="710"/>
                    </a:lnTo>
                    <a:lnTo>
                      <a:pt x="494" y="711"/>
                    </a:lnTo>
                    <a:lnTo>
                      <a:pt x="496" y="711"/>
                    </a:lnTo>
                    <a:lnTo>
                      <a:pt x="497" y="712"/>
                    </a:lnTo>
                    <a:lnTo>
                      <a:pt x="499" y="713"/>
                    </a:lnTo>
                    <a:lnTo>
                      <a:pt x="500" y="714"/>
                    </a:lnTo>
                    <a:lnTo>
                      <a:pt x="501" y="714"/>
                    </a:lnTo>
                    <a:lnTo>
                      <a:pt x="503" y="715"/>
                    </a:lnTo>
                    <a:lnTo>
                      <a:pt x="504" y="716"/>
                    </a:lnTo>
                    <a:lnTo>
                      <a:pt x="506" y="717"/>
                    </a:lnTo>
                    <a:lnTo>
                      <a:pt x="507" y="717"/>
                    </a:lnTo>
                    <a:lnTo>
                      <a:pt x="508" y="718"/>
                    </a:lnTo>
                    <a:lnTo>
                      <a:pt x="510" y="719"/>
                    </a:lnTo>
                    <a:lnTo>
                      <a:pt x="511" y="720"/>
                    </a:lnTo>
                    <a:lnTo>
                      <a:pt x="513" y="720"/>
                    </a:lnTo>
                    <a:lnTo>
                      <a:pt x="514" y="721"/>
                    </a:lnTo>
                    <a:lnTo>
                      <a:pt x="515" y="722"/>
                    </a:lnTo>
                    <a:lnTo>
                      <a:pt x="517" y="722"/>
                    </a:lnTo>
                    <a:lnTo>
                      <a:pt x="518" y="723"/>
                    </a:lnTo>
                    <a:lnTo>
                      <a:pt x="520" y="724"/>
                    </a:lnTo>
                    <a:lnTo>
                      <a:pt x="521" y="724"/>
                    </a:lnTo>
                    <a:lnTo>
                      <a:pt x="522" y="725"/>
                    </a:lnTo>
                    <a:lnTo>
                      <a:pt x="524" y="726"/>
                    </a:lnTo>
                    <a:lnTo>
                      <a:pt x="525" y="727"/>
                    </a:lnTo>
                    <a:lnTo>
                      <a:pt x="527" y="727"/>
                    </a:lnTo>
                    <a:lnTo>
                      <a:pt x="528" y="728"/>
                    </a:lnTo>
                    <a:lnTo>
                      <a:pt x="529" y="729"/>
                    </a:lnTo>
                    <a:lnTo>
                      <a:pt x="531" y="729"/>
                    </a:lnTo>
                    <a:lnTo>
                      <a:pt x="532" y="730"/>
                    </a:lnTo>
                    <a:lnTo>
                      <a:pt x="534" y="731"/>
                    </a:lnTo>
                    <a:lnTo>
                      <a:pt x="535" y="731"/>
                    </a:lnTo>
                    <a:lnTo>
                      <a:pt x="537" y="732"/>
                    </a:lnTo>
                    <a:lnTo>
                      <a:pt x="538" y="733"/>
                    </a:lnTo>
                    <a:lnTo>
                      <a:pt x="539" y="733"/>
                    </a:lnTo>
                    <a:lnTo>
                      <a:pt x="541" y="734"/>
                    </a:lnTo>
                    <a:lnTo>
                      <a:pt x="542" y="735"/>
                    </a:lnTo>
                    <a:lnTo>
                      <a:pt x="544" y="736"/>
                    </a:lnTo>
                    <a:lnTo>
                      <a:pt x="545" y="736"/>
                    </a:lnTo>
                    <a:lnTo>
                      <a:pt x="546" y="737"/>
                    </a:lnTo>
                    <a:lnTo>
                      <a:pt x="548" y="738"/>
                    </a:lnTo>
                    <a:lnTo>
                      <a:pt x="549" y="738"/>
                    </a:lnTo>
                    <a:lnTo>
                      <a:pt x="551" y="739"/>
                    </a:lnTo>
                    <a:lnTo>
                      <a:pt x="552" y="740"/>
                    </a:lnTo>
                    <a:lnTo>
                      <a:pt x="553" y="740"/>
                    </a:lnTo>
                    <a:lnTo>
                      <a:pt x="555" y="741"/>
                    </a:lnTo>
                    <a:lnTo>
                      <a:pt x="556" y="742"/>
                    </a:lnTo>
                    <a:lnTo>
                      <a:pt x="558" y="742"/>
                    </a:lnTo>
                    <a:lnTo>
                      <a:pt x="559" y="743"/>
                    </a:lnTo>
                    <a:lnTo>
                      <a:pt x="560" y="744"/>
                    </a:lnTo>
                    <a:lnTo>
                      <a:pt x="562" y="745"/>
                    </a:lnTo>
                    <a:lnTo>
                      <a:pt x="563" y="745"/>
                    </a:lnTo>
                    <a:lnTo>
                      <a:pt x="565" y="746"/>
                    </a:lnTo>
                    <a:lnTo>
                      <a:pt x="566" y="747"/>
                    </a:lnTo>
                    <a:lnTo>
                      <a:pt x="567" y="747"/>
                    </a:lnTo>
                    <a:lnTo>
                      <a:pt x="569" y="748"/>
                    </a:lnTo>
                    <a:lnTo>
                      <a:pt x="570" y="749"/>
                    </a:lnTo>
                    <a:lnTo>
                      <a:pt x="572" y="750"/>
                    </a:lnTo>
                    <a:lnTo>
                      <a:pt x="573" y="750"/>
                    </a:lnTo>
                    <a:lnTo>
                      <a:pt x="574" y="751"/>
                    </a:lnTo>
                    <a:lnTo>
                      <a:pt x="576" y="752"/>
                    </a:lnTo>
                    <a:lnTo>
                      <a:pt x="577" y="753"/>
                    </a:lnTo>
                    <a:lnTo>
                      <a:pt x="579" y="753"/>
                    </a:lnTo>
                    <a:lnTo>
                      <a:pt x="580" y="754"/>
                    </a:lnTo>
                    <a:lnTo>
                      <a:pt x="581" y="755"/>
                    </a:lnTo>
                    <a:lnTo>
                      <a:pt x="583" y="724"/>
                    </a:lnTo>
                    <a:lnTo>
                      <a:pt x="584" y="699"/>
                    </a:lnTo>
                    <a:lnTo>
                      <a:pt x="586" y="697"/>
                    </a:lnTo>
                    <a:lnTo>
                      <a:pt x="587" y="695"/>
                    </a:lnTo>
                    <a:lnTo>
                      <a:pt x="588" y="693"/>
                    </a:lnTo>
                    <a:lnTo>
                      <a:pt x="590" y="692"/>
                    </a:lnTo>
                    <a:lnTo>
                      <a:pt x="591" y="690"/>
                    </a:lnTo>
                    <a:lnTo>
                      <a:pt x="593" y="689"/>
                    </a:lnTo>
                    <a:lnTo>
                      <a:pt x="594" y="687"/>
                    </a:lnTo>
                    <a:lnTo>
                      <a:pt x="595" y="686"/>
                    </a:lnTo>
                    <a:lnTo>
                      <a:pt x="597" y="685"/>
                    </a:lnTo>
                    <a:lnTo>
                      <a:pt x="598" y="684"/>
                    </a:lnTo>
                    <a:lnTo>
                      <a:pt x="600" y="683"/>
                    </a:lnTo>
                    <a:lnTo>
                      <a:pt x="601" y="682"/>
                    </a:lnTo>
                    <a:lnTo>
                      <a:pt x="603" y="681"/>
                    </a:lnTo>
                    <a:lnTo>
                      <a:pt x="604" y="680"/>
                    </a:lnTo>
                    <a:lnTo>
                      <a:pt x="605" y="679"/>
                    </a:lnTo>
                    <a:lnTo>
                      <a:pt x="607" y="678"/>
                    </a:lnTo>
                    <a:lnTo>
                      <a:pt x="608" y="677"/>
                    </a:lnTo>
                    <a:lnTo>
                      <a:pt x="610" y="676"/>
                    </a:lnTo>
                    <a:lnTo>
                      <a:pt x="611" y="675"/>
                    </a:lnTo>
                    <a:lnTo>
                      <a:pt x="612" y="674"/>
                    </a:lnTo>
                    <a:lnTo>
                      <a:pt x="614" y="674"/>
                    </a:lnTo>
                    <a:lnTo>
                      <a:pt x="615" y="673"/>
                    </a:lnTo>
                    <a:lnTo>
                      <a:pt x="617" y="672"/>
                    </a:lnTo>
                    <a:lnTo>
                      <a:pt x="618" y="671"/>
                    </a:lnTo>
                    <a:lnTo>
                      <a:pt x="619" y="671"/>
                    </a:lnTo>
                    <a:lnTo>
                      <a:pt x="621" y="670"/>
                    </a:lnTo>
                    <a:lnTo>
                      <a:pt x="622" y="669"/>
                    </a:lnTo>
                    <a:lnTo>
                      <a:pt x="624" y="669"/>
                    </a:lnTo>
                    <a:lnTo>
                      <a:pt x="625" y="668"/>
                    </a:lnTo>
                    <a:lnTo>
                      <a:pt x="626" y="667"/>
                    </a:lnTo>
                    <a:lnTo>
                      <a:pt x="628" y="667"/>
                    </a:lnTo>
                    <a:lnTo>
                      <a:pt x="629" y="666"/>
                    </a:lnTo>
                    <a:lnTo>
                      <a:pt x="631" y="665"/>
                    </a:lnTo>
                    <a:lnTo>
                      <a:pt x="632" y="665"/>
                    </a:lnTo>
                    <a:lnTo>
                      <a:pt x="633" y="664"/>
                    </a:lnTo>
                    <a:lnTo>
                      <a:pt x="635" y="664"/>
                    </a:lnTo>
                    <a:lnTo>
                      <a:pt x="636" y="663"/>
                    </a:lnTo>
                    <a:lnTo>
                      <a:pt x="638" y="663"/>
                    </a:lnTo>
                    <a:lnTo>
                      <a:pt x="639" y="662"/>
                    </a:lnTo>
                    <a:lnTo>
                      <a:pt x="640" y="661"/>
                    </a:lnTo>
                    <a:lnTo>
                      <a:pt x="642" y="661"/>
                    </a:lnTo>
                    <a:lnTo>
                      <a:pt x="643" y="660"/>
                    </a:lnTo>
                    <a:lnTo>
                      <a:pt x="645" y="660"/>
                    </a:lnTo>
                    <a:lnTo>
                      <a:pt x="646" y="659"/>
                    </a:lnTo>
                    <a:lnTo>
                      <a:pt x="647" y="659"/>
                    </a:lnTo>
                    <a:lnTo>
                      <a:pt x="649" y="658"/>
                    </a:lnTo>
                    <a:lnTo>
                      <a:pt x="650" y="658"/>
                    </a:lnTo>
                    <a:lnTo>
                      <a:pt x="652" y="657"/>
                    </a:lnTo>
                    <a:lnTo>
                      <a:pt x="653" y="657"/>
                    </a:lnTo>
                    <a:lnTo>
                      <a:pt x="654" y="656"/>
                    </a:lnTo>
                    <a:lnTo>
                      <a:pt x="656" y="656"/>
                    </a:lnTo>
                    <a:lnTo>
                      <a:pt x="657" y="655"/>
                    </a:lnTo>
                    <a:lnTo>
                      <a:pt x="659" y="655"/>
                    </a:lnTo>
                    <a:lnTo>
                      <a:pt x="660" y="654"/>
                    </a:lnTo>
                    <a:lnTo>
                      <a:pt x="661" y="654"/>
                    </a:lnTo>
                    <a:lnTo>
                      <a:pt x="663" y="654"/>
                    </a:lnTo>
                    <a:lnTo>
                      <a:pt x="664" y="653"/>
                    </a:lnTo>
                    <a:lnTo>
                      <a:pt x="666" y="653"/>
                    </a:lnTo>
                    <a:lnTo>
                      <a:pt x="667" y="652"/>
                    </a:lnTo>
                    <a:lnTo>
                      <a:pt x="669" y="652"/>
                    </a:lnTo>
                    <a:lnTo>
                      <a:pt x="670" y="651"/>
                    </a:lnTo>
                    <a:lnTo>
                      <a:pt x="671" y="651"/>
                    </a:lnTo>
                    <a:lnTo>
                      <a:pt x="673" y="650"/>
                    </a:lnTo>
                    <a:lnTo>
                      <a:pt x="674" y="650"/>
                    </a:lnTo>
                    <a:lnTo>
                      <a:pt x="676" y="650"/>
                    </a:lnTo>
                    <a:lnTo>
                      <a:pt x="677" y="649"/>
                    </a:lnTo>
                    <a:lnTo>
                      <a:pt x="678" y="649"/>
                    </a:lnTo>
                    <a:lnTo>
                      <a:pt x="680" y="648"/>
                    </a:lnTo>
                    <a:lnTo>
                      <a:pt x="681" y="648"/>
                    </a:lnTo>
                    <a:lnTo>
                      <a:pt x="683" y="648"/>
                    </a:lnTo>
                    <a:lnTo>
                      <a:pt x="684" y="647"/>
                    </a:lnTo>
                    <a:lnTo>
                      <a:pt x="685" y="647"/>
                    </a:lnTo>
                    <a:lnTo>
                      <a:pt x="687" y="647"/>
                    </a:lnTo>
                    <a:lnTo>
                      <a:pt x="688" y="646"/>
                    </a:lnTo>
                    <a:lnTo>
                      <a:pt x="690" y="646"/>
                    </a:lnTo>
                    <a:lnTo>
                      <a:pt x="691" y="645"/>
                    </a:lnTo>
                    <a:lnTo>
                      <a:pt x="692" y="645"/>
                    </a:lnTo>
                    <a:lnTo>
                      <a:pt x="694" y="645"/>
                    </a:lnTo>
                    <a:lnTo>
                      <a:pt x="695" y="644"/>
                    </a:lnTo>
                    <a:lnTo>
                      <a:pt x="697" y="644"/>
                    </a:lnTo>
                    <a:lnTo>
                      <a:pt x="698" y="644"/>
                    </a:lnTo>
                    <a:lnTo>
                      <a:pt x="699" y="643"/>
                    </a:lnTo>
                    <a:lnTo>
                      <a:pt x="701" y="643"/>
                    </a:lnTo>
                    <a:lnTo>
                      <a:pt x="702" y="642"/>
                    </a:lnTo>
                    <a:lnTo>
                      <a:pt x="704" y="642"/>
                    </a:lnTo>
                    <a:lnTo>
                      <a:pt x="705" y="642"/>
                    </a:lnTo>
                    <a:lnTo>
                      <a:pt x="706" y="641"/>
                    </a:lnTo>
                    <a:lnTo>
                      <a:pt x="708" y="641"/>
                    </a:lnTo>
                    <a:lnTo>
                      <a:pt x="709" y="641"/>
                    </a:lnTo>
                    <a:lnTo>
                      <a:pt x="711" y="640"/>
                    </a:lnTo>
                    <a:lnTo>
                      <a:pt x="712" y="640"/>
                    </a:lnTo>
                    <a:lnTo>
                      <a:pt x="713" y="640"/>
                    </a:lnTo>
                    <a:lnTo>
                      <a:pt x="715" y="639"/>
                    </a:lnTo>
                    <a:lnTo>
                      <a:pt x="716" y="639"/>
                    </a:lnTo>
                    <a:lnTo>
                      <a:pt x="718" y="639"/>
                    </a:lnTo>
                    <a:lnTo>
                      <a:pt x="719" y="638"/>
                    </a:lnTo>
                    <a:lnTo>
                      <a:pt x="720" y="638"/>
                    </a:lnTo>
                    <a:lnTo>
                      <a:pt x="722" y="638"/>
                    </a:lnTo>
                    <a:lnTo>
                      <a:pt x="723" y="637"/>
                    </a:lnTo>
                    <a:lnTo>
                      <a:pt x="725" y="637"/>
                    </a:lnTo>
                    <a:lnTo>
                      <a:pt x="726" y="637"/>
                    </a:lnTo>
                    <a:lnTo>
                      <a:pt x="728" y="637"/>
                    </a:lnTo>
                    <a:lnTo>
                      <a:pt x="729" y="636"/>
                    </a:lnTo>
                    <a:lnTo>
                      <a:pt x="730" y="636"/>
                    </a:lnTo>
                    <a:lnTo>
                      <a:pt x="732" y="636"/>
                    </a:lnTo>
                    <a:lnTo>
                      <a:pt x="733" y="635"/>
                    </a:lnTo>
                    <a:lnTo>
                      <a:pt x="735" y="635"/>
                    </a:lnTo>
                    <a:lnTo>
                      <a:pt x="736" y="635"/>
                    </a:lnTo>
                    <a:lnTo>
                      <a:pt x="737" y="634"/>
                    </a:lnTo>
                    <a:lnTo>
                      <a:pt x="739" y="634"/>
                    </a:lnTo>
                    <a:lnTo>
                      <a:pt x="740" y="634"/>
                    </a:lnTo>
                    <a:lnTo>
                      <a:pt x="742" y="634"/>
                    </a:lnTo>
                    <a:lnTo>
                      <a:pt x="743" y="633"/>
                    </a:lnTo>
                    <a:lnTo>
                      <a:pt x="744" y="633"/>
                    </a:lnTo>
                    <a:lnTo>
                      <a:pt x="746" y="633"/>
                    </a:lnTo>
                    <a:lnTo>
                      <a:pt x="747" y="632"/>
                    </a:lnTo>
                    <a:lnTo>
                      <a:pt x="749" y="632"/>
                    </a:lnTo>
                    <a:lnTo>
                      <a:pt x="750" y="632"/>
                    </a:lnTo>
                    <a:lnTo>
                      <a:pt x="751" y="632"/>
                    </a:lnTo>
                    <a:lnTo>
                      <a:pt x="753" y="631"/>
                    </a:lnTo>
                    <a:lnTo>
                      <a:pt x="754" y="631"/>
                    </a:lnTo>
                    <a:lnTo>
                      <a:pt x="756" y="631"/>
                    </a:lnTo>
                    <a:lnTo>
                      <a:pt x="757" y="631"/>
                    </a:lnTo>
                    <a:lnTo>
                      <a:pt x="758" y="630"/>
                    </a:lnTo>
                    <a:lnTo>
                      <a:pt x="760" y="630"/>
                    </a:lnTo>
                    <a:lnTo>
                      <a:pt x="761" y="630"/>
                    </a:lnTo>
                    <a:lnTo>
                      <a:pt x="763" y="629"/>
                    </a:lnTo>
                    <a:lnTo>
                      <a:pt x="764" y="629"/>
                    </a:lnTo>
                    <a:lnTo>
                      <a:pt x="765" y="629"/>
                    </a:lnTo>
                    <a:lnTo>
                      <a:pt x="767" y="629"/>
                    </a:lnTo>
                    <a:lnTo>
                      <a:pt x="768" y="628"/>
                    </a:lnTo>
                    <a:lnTo>
                      <a:pt x="770" y="628"/>
                    </a:lnTo>
                    <a:lnTo>
                      <a:pt x="771" y="628"/>
                    </a:lnTo>
                    <a:lnTo>
                      <a:pt x="772" y="628"/>
                    </a:lnTo>
                    <a:lnTo>
                      <a:pt x="774" y="627"/>
                    </a:lnTo>
                    <a:lnTo>
                      <a:pt x="775" y="627"/>
                    </a:lnTo>
                    <a:lnTo>
                      <a:pt x="777" y="627"/>
                    </a:lnTo>
                    <a:lnTo>
                      <a:pt x="778" y="627"/>
                    </a:lnTo>
                    <a:lnTo>
                      <a:pt x="779" y="626"/>
                    </a:lnTo>
                    <a:lnTo>
                      <a:pt x="781" y="626"/>
                    </a:lnTo>
                    <a:lnTo>
                      <a:pt x="782" y="626"/>
                    </a:lnTo>
                    <a:lnTo>
                      <a:pt x="784" y="626"/>
                    </a:lnTo>
                    <a:lnTo>
                      <a:pt x="785" y="625"/>
                    </a:lnTo>
                    <a:lnTo>
                      <a:pt x="786" y="625"/>
                    </a:lnTo>
                    <a:lnTo>
                      <a:pt x="788" y="625"/>
                    </a:lnTo>
                    <a:lnTo>
                      <a:pt x="789" y="625"/>
                    </a:lnTo>
                    <a:lnTo>
                      <a:pt x="791" y="624"/>
                    </a:lnTo>
                    <a:lnTo>
                      <a:pt x="792" y="624"/>
                    </a:lnTo>
                    <a:lnTo>
                      <a:pt x="794" y="624"/>
                    </a:lnTo>
                    <a:lnTo>
                      <a:pt x="795" y="624"/>
                    </a:lnTo>
                    <a:lnTo>
                      <a:pt x="796" y="624"/>
                    </a:lnTo>
                    <a:lnTo>
                      <a:pt x="798" y="623"/>
                    </a:lnTo>
                    <a:lnTo>
                      <a:pt x="799" y="623"/>
                    </a:lnTo>
                    <a:lnTo>
                      <a:pt x="801" y="623"/>
                    </a:lnTo>
                    <a:lnTo>
                      <a:pt x="802" y="623"/>
                    </a:lnTo>
                    <a:lnTo>
                      <a:pt x="803" y="622"/>
                    </a:lnTo>
                    <a:lnTo>
                      <a:pt x="805" y="622"/>
                    </a:lnTo>
                    <a:lnTo>
                      <a:pt x="806" y="622"/>
                    </a:lnTo>
                    <a:lnTo>
                      <a:pt x="808" y="622"/>
                    </a:lnTo>
                    <a:lnTo>
                      <a:pt x="809" y="622"/>
                    </a:lnTo>
                    <a:lnTo>
                      <a:pt x="810" y="621"/>
                    </a:lnTo>
                    <a:lnTo>
                      <a:pt x="812" y="621"/>
                    </a:lnTo>
                    <a:lnTo>
                      <a:pt x="813" y="621"/>
                    </a:lnTo>
                    <a:lnTo>
                      <a:pt x="815" y="621"/>
                    </a:lnTo>
                    <a:lnTo>
                      <a:pt x="816" y="620"/>
                    </a:lnTo>
                    <a:lnTo>
                      <a:pt x="817" y="620"/>
                    </a:lnTo>
                    <a:lnTo>
                      <a:pt x="819" y="620"/>
                    </a:lnTo>
                    <a:lnTo>
                      <a:pt x="820" y="620"/>
                    </a:lnTo>
                    <a:lnTo>
                      <a:pt x="822" y="620"/>
                    </a:lnTo>
                    <a:lnTo>
                      <a:pt x="823" y="619"/>
                    </a:lnTo>
                    <a:lnTo>
                      <a:pt x="824" y="619"/>
                    </a:lnTo>
                    <a:lnTo>
                      <a:pt x="826" y="619"/>
                    </a:lnTo>
                    <a:lnTo>
                      <a:pt x="827" y="619"/>
                    </a:lnTo>
                    <a:lnTo>
                      <a:pt x="829" y="619"/>
                    </a:lnTo>
                    <a:lnTo>
                      <a:pt x="830" y="618"/>
                    </a:lnTo>
                    <a:lnTo>
                      <a:pt x="831" y="618"/>
                    </a:lnTo>
                    <a:lnTo>
                      <a:pt x="833" y="618"/>
                    </a:lnTo>
                    <a:lnTo>
                      <a:pt x="834" y="618"/>
                    </a:lnTo>
                    <a:lnTo>
                      <a:pt x="836" y="617"/>
                    </a:lnTo>
                    <a:lnTo>
                      <a:pt x="837" y="617"/>
                    </a:lnTo>
                    <a:lnTo>
                      <a:pt x="838" y="617"/>
                    </a:lnTo>
                    <a:lnTo>
                      <a:pt x="840" y="617"/>
                    </a:lnTo>
                    <a:lnTo>
                      <a:pt x="841" y="617"/>
                    </a:lnTo>
                    <a:lnTo>
                      <a:pt x="843" y="616"/>
                    </a:lnTo>
                    <a:lnTo>
                      <a:pt x="844" y="616"/>
                    </a:lnTo>
                    <a:lnTo>
                      <a:pt x="845" y="616"/>
                    </a:lnTo>
                    <a:lnTo>
                      <a:pt x="847" y="616"/>
                    </a:lnTo>
                    <a:lnTo>
                      <a:pt x="848" y="616"/>
                    </a:lnTo>
                    <a:lnTo>
                      <a:pt x="850" y="616"/>
                    </a:lnTo>
                    <a:lnTo>
                      <a:pt x="851" y="615"/>
                    </a:lnTo>
                    <a:lnTo>
                      <a:pt x="852" y="615"/>
                    </a:lnTo>
                    <a:lnTo>
                      <a:pt x="854" y="615"/>
                    </a:lnTo>
                    <a:lnTo>
                      <a:pt x="855" y="615"/>
                    </a:lnTo>
                    <a:lnTo>
                      <a:pt x="857" y="615"/>
                    </a:lnTo>
                    <a:lnTo>
                      <a:pt x="858" y="614"/>
                    </a:lnTo>
                    <a:lnTo>
                      <a:pt x="860" y="614"/>
                    </a:lnTo>
                    <a:lnTo>
                      <a:pt x="861" y="614"/>
                    </a:lnTo>
                    <a:lnTo>
                      <a:pt x="862" y="614"/>
                    </a:lnTo>
                    <a:lnTo>
                      <a:pt x="864" y="614"/>
                    </a:lnTo>
                    <a:lnTo>
                      <a:pt x="865" y="613"/>
                    </a:lnTo>
                    <a:lnTo>
                      <a:pt x="867" y="613"/>
                    </a:lnTo>
                    <a:lnTo>
                      <a:pt x="868" y="613"/>
                    </a:lnTo>
                    <a:lnTo>
                      <a:pt x="869" y="613"/>
                    </a:lnTo>
                    <a:lnTo>
                      <a:pt x="871" y="613"/>
                    </a:lnTo>
                    <a:lnTo>
                      <a:pt x="872" y="612"/>
                    </a:lnTo>
                    <a:lnTo>
                      <a:pt x="874" y="612"/>
                    </a:lnTo>
                    <a:lnTo>
                      <a:pt x="875" y="612"/>
                    </a:lnTo>
                    <a:lnTo>
                      <a:pt x="876" y="612"/>
                    </a:lnTo>
                    <a:lnTo>
                      <a:pt x="878" y="612"/>
                    </a:lnTo>
                    <a:lnTo>
                      <a:pt x="879" y="612"/>
                    </a:lnTo>
                    <a:lnTo>
                      <a:pt x="881" y="611"/>
                    </a:lnTo>
                    <a:lnTo>
                      <a:pt x="882" y="611"/>
                    </a:lnTo>
                    <a:lnTo>
                      <a:pt x="883" y="611"/>
                    </a:lnTo>
                    <a:lnTo>
                      <a:pt x="885" y="611"/>
                    </a:lnTo>
                    <a:lnTo>
                      <a:pt x="886" y="611"/>
                    </a:lnTo>
                    <a:lnTo>
                      <a:pt x="888" y="611"/>
                    </a:lnTo>
                    <a:lnTo>
                      <a:pt x="889" y="610"/>
                    </a:lnTo>
                    <a:lnTo>
                      <a:pt x="890" y="610"/>
                    </a:lnTo>
                    <a:lnTo>
                      <a:pt x="892" y="610"/>
                    </a:lnTo>
                    <a:lnTo>
                      <a:pt x="893" y="610"/>
                    </a:lnTo>
                    <a:lnTo>
                      <a:pt x="895" y="610"/>
                    </a:lnTo>
                    <a:lnTo>
                      <a:pt x="896" y="610"/>
                    </a:lnTo>
                    <a:lnTo>
                      <a:pt x="897" y="609"/>
                    </a:lnTo>
                    <a:lnTo>
                      <a:pt x="899" y="609"/>
                    </a:lnTo>
                    <a:lnTo>
                      <a:pt x="900" y="609"/>
                    </a:lnTo>
                    <a:lnTo>
                      <a:pt x="902" y="609"/>
                    </a:lnTo>
                    <a:lnTo>
                      <a:pt x="903" y="609"/>
                    </a:lnTo>
                    <a:lnTo>
                      <a:pt x="904" y="609"/>
                    </a:lnTo>
                    <a:lnTo>
                      <a:pt x="906" y="608"/>
                    </a:lnTo>
                    <a:lnTo>
                      <a:pt x="907" y="608"/>
                    </a:lnTo>
                    <a:lnTo>
                      <a:pt x="909" y="608"/>
                    </a:lnTo>
                    <a:lnTo>
                      <a:pt x="910" y="608"/>
                    </a:lnTo>
                    <a:lnTo>
                      <a:pt x="911" y="608"/>
                    </a:lnTo>
                    <a:lnTo>
                      <a:pt x="913" y="608"/>
                    </a:lnTo>
                    <a:lnTo>
                      <a:pt x="914" y="607"/>
                    </a:lnTo>
                    <a:lnTo>
                      <a:pt x="916" y="607"/>
                    </a:lnTo>
                    <a:lnTo>
                      <a:pt x="917" y="607"/>
                    </a:lnTo>
                    <a:lnTo>
                      <a:pt x="919" y="607"/>
                    </a:lnTo>
                    <a:lnTo>
                      <a:pt x="920" y="607"/>
                    </a:lnTo>
                    <a:lnTo>
                      <a:pt x="921" y="607"/>
                    </a:lnTo>
                    <a:lnTo>
                      <a:pt x="923" y="606"/>
                    </a:lnTo>
                    <a:lnTo>
                      <a:pt x="924" y="606"/>
                    </a:lnTo>
                    <a:lnTo>
                      <a:pt x="926" y="606"/>
                    </a:lnTo>
                    <a:lnTo>
                      <a:pt x="927" y="606"/>
                    </a:lnTo>
                    <a:lnTo>
                      <a:pt x="928" y="606"/>
                    </a:lnTo>
                    <a:lnTo>
                      <a:pt x="930" y="606"/>
                    </a:lnTo>
                    <a:lnTo>
                      <a:pt x="931" y="606"/>
                    </a:lnTo>
                    <a:lnTo>
                      <a:pt x="933" y="605"/>
                    </a:lnTo>
                    <a:lnTo>
                      <a:pt x="934" y="605"/>
                    </a:lnTo>
                    <a:lnTo>
                      <a:pt x="935" y="605"/>
                    </a:lnTo>
                    <a:lnTo>
                      <a:pt x="937" y="605"/>
                    </a:lnTo>
                    <a:lnTo>
                      <a:pt x="938" y="605"/>
                    </a:lnTo>
                    <a:lnTo>
                      <a:pt x="940" y="605"/>
                    </a:lnTo>
                    <a:lnTo>
                      <a:pt x="941" y="604"/>
                    </a:lnTo>
                    <a:lnTo>
                      <a:pt x="942" y="604"/>
                    </a:lnTo>
                    <a:lnTo>
                      <a:pt x="944" y="604"/>
                    </a:lnTo>
                    <a:lnTo>
                      <a:pt x="945" y="604"/>
                    </a:lnTo>
                    <a:lnTo>
                      <a:pt x="947" y="604"/>
                    </a:lnTo>
                    <a:lnTo>
                      <a:pt x="948" y="604"/>
                    </a:lnTo>
                    <a:lnTo>
                      <a:pt x="949" y="604"/>
                    </a:lnTo>
                    <a:lnTo>
                      <a:pt x="951" y="603"/>
                    </a:lnTo>
                    <a:lnTo>
                      <a:pt x="952" y="603"/>
                    </a:lnTo>
                    <a:lnTo>
                      <a:pt x="954" y="603"/>
                    </a:lnTo>
                    <a:lnTo>
                      <a:pt x="955" y="603"/>
                    </a:lnTo>
                    <a:lnTo>
                      <a:pt x="956" y="603"/>
                    </a:lnTo>
                    <a:lnTo>
                      <a:pt x="958" y="603"/>
                    </a:lnTo>
                    <a:lnTo>
                      <a:pt x="959" y="603"/>
                    </a:lnTo>
                    <a:lnTo>
                      <a:pt x="961" y="602"/>
                    </a:lnTo>
                    <a:lnTo>
                      <a:pt x="962" y="602"/>
                    </a:lnTo>
                    <a:lnTo>
                      <a:pt x="963" y="602"/>
                    </a:lnTo>
                    <a:lnTo>
                      <a:pt x="965" y="602"/>
                    </a:lnTo>
                    <a:lnTo>
                      <a:pt x="966" y="602"/>
                    </a:lnTo>
                    <a:lnTo>
                      <a:pt x="968" y="602"/>
                    </a:lnTo>
                    <a:lnTo>
                      <a:pt x="969" y="602"/>
                    </a:lnTo>
                    <a:lnTo>
                      <a:pt x="970" y="602"/>
                    </a:lnTo>
                    <a:lnTo>
                      <a:pt x="972" y="601"/>
                    </a:lnTo>
                    <a:lnTo>
                      <a:pt x="973" y="601"/>
                    </a:lnTo>
                    <a:lnTo>
                      <a:pt x="975" y="601"/>
                    </a:lnTo>
                    <a:lnTo>
                      <a:pt x="976" y="601"/>
                    </a:lnTo>
                    <a:lnTo>
                      <a:pt x="977" y="601"/>
                    </a:lnTo>
                    <a:lnTo>
                      <a:pt x="979" y="601"/>
                    </a:lnTo>
                    <a:lnTo>
                      <a:pt x="980" y="600"/>
                    </a:lnTo>
                    <a:lnTo>
                      <a:pt x="982" y="600"/>
                    </a:lnTo>
                    <a:lnTo>
                      <a:pt x="983" y="600"/>
                    </a:lnTo>
                    <a:lnTo>
                      <a:pt x="985" y="600"/>
                    </a:lnTo>
                    <a:lnTo>
                      <a:pt x="986" y="600"/>
                    </a:lnTo>
                    <a:lnTo>
                      <a:pt x="987" y="600"/>
                    </a:lnTo>
                    <a:lnTo>
                      <a:pt x="989" y="600"/>
                    </a:lnTo>
                    <a:lnTo>
                      <a:pt x="990" y="600"/>
                    </a:lnTo>
                    <a:lnTo>
                      <a:pt x="992" y="599"/>
                    </a:lnTo>
                    <a:lnTo>
                      <a:pt x="993" y="599"/>
                    </a:lnTo>
                    <a:lnTo>
                      <a:pt x="994" y="599"/>
                    </a:lnTo>
                    <a:lnTo>
                      <a:pt x="996" y="599"/>
                    </a:lnTo>
                    <a:lnTo>
                      <a:pt x="997" y="599"/>
                    </a:lnTo>
                    <a:lnTo>
                      <a:pt x="999" y="599"/>
                    </a:lnTo>
                    <a:lnTo>
                      <a:pt x="1000" y="599"/>
                    </a:lnTo>
                    <a:lnTo>
                      <a:pt x="1001" y="599"/>
                    </a:lnTo>
                    <a:lnTo>
                      <a:pt x="1003" y="598"/>
                    </a:lnTo>
                    <a:lnTo>
                      <a:pt x="1004" y="598"/>
                    </a:lnTo>
                    <a:lnTo>
                      <a:pt x="1006" y="598"/>
                    </a:lnTo>
                    <a:lnTo>
                      <a:pt x="1007" y="598"/>
                    </a:lnTo>
                    <a:lnTo>
                      <a:pt x="1008" y="598"/>
                    </a:lnTo>
                    <a:lnTo>
                      <a:pt x="1010" y="598"/>
                    </a:lnTo>
                    <a:lnTo>
                      <a:pt x="1011" y="598"/>
                    </a:lnTo>
                    <a:lnTo>
                      <a:pt x="1013" y="597"/>
                    </a:lnTo>
                    <a:lnTo>
                      <a:pt x="1014" y="597"/>
                    </a:lnTo>
                    <a:lnTo>
                      <a:pt x="1015" y="597"/>
                    </a:lnTo>
                    <a:lnTo>
                      <a:pt x="1017" y="597"/>
                    </a:lnTo>
                    <a:lnTo>
                      <a:pt x="1018" y="597"/>
                    </a:lnTo>
                    <a:lnTo>
                      <a:pt x="1020" y="597"/>
                    </a:lnTo>
                    <a:lnTo>
                      <a:pt x="1021" y="597"/>
                    </a:lnTo>
                    <a:lnTo>
                      <a:pt x="1022" y="597"/>
                    </a:lnTo>
                    <a:lnTo>
                      <a:pt x="1024" y="597"/>
                    </a:lnTo>
                    <a:lnTo>
                      <a:pt x="1025" y="596"/>
                    </a:lnTo>
                    <a:lnTo>
                      <a:pt x="1027" y="596"/>
                    </a:lnTo>
                    <a:lnTo>
                      <a:pt x="1028" y="596"/>
                    </a:lnTo>
                    <a:lnTo>
                      <a:pt x="1029" y="596"/>
                    </a:lnTo>
                    <a:lnTo>
                      <a:pt x="1031" y="596"/>
                    </a:lnTo>
                    <a:lnTo>
                      <a:pt x="1032" y="596"/>
                    </a:lnTo>
                    <a:lnTo>
                      <a:pt x="1034" y="596"/>
                    </a:lnTo>
                    <a:lnTo>
                      <a:pt x="1035" y="596"/>
                    </a:lnTo>
                    <a:lnTo>
                      <a:pt x="1036" y="595"/>
                    </a:lnTo>
                    <a:lnTo>
                      <a:pt x="1038" y="595"/>
                    </a:lnTo>
                    <a:lnTo>
                      <a:pt x="1039" y="595"/>
                    </a:lnTo>
                    <a:lnTo>
                      <a:pt x="1041" y="595"/>
                    </a:lnTo>
                    <a:lnTo>
                      <a:pt x="1042" y="595"/>
                    </a:lnTo>
                    <a:lnTo>
                      <a:pt x="1043" y="595"/>
                    </a:lnTo>
                    <a:lnTo>
                      <a:pt x="1045" y="595"/>
                    </a:lnTo>
                    <a:lnTo>
                      <a:pt x="1046" y="595"/>
                    </a:lnTo>
                    <a:lnTo>
                      <a:pt x="1048" y="595"/>
                    </a:lnTo>
                    <a:lnTo>
                      <a:pt x="1049" y="594"/>
                    </a:lnTo>
                    <a:lnTo>
                      <a:pt x="1051" y="594"/>
                    </a:lnTo>
                    <a:lnTo>
                      <a:pt x="1052" y="594"/>
                    </a:lnTo>
                    <a:lnTo>
                      <a:pt x="1053" y="594"/>
                    </a:lnTo>
                    <a:lnTo>
                      <a:pt x="1055" y="594"/>
                    </a:lnTo>
                    <a:lnTo>
                      <a:pt x="1056" y="594"/>
                    </a:lnTo>
                    <a:lnTo>
                      <a:pt x="1058" y="594"/>
                    </a:lnTo>
                    <a:lnTo>
                      <a:pt x="1059" y="594"/>
                    </a:lnTo>
                    <a:lnTo>
                      <a:pt x="1060" y="594"/>
                    </a:lnTo>
                    <a:lnTo>
                      <a:pt x="1062" y="593"/>
                    </a:lnTo>
                    <a:lnTo>
                      <a:pt x="1063" y="593"/>
                    </a:lnTo>
                    <a:lnTo>
                      <a:pt x="1065" y="593"/>
                    </a:lnTo>
                    <a:lnTo>
                      <a:pt x="1066" y="593"/>
                    </a:lnTo>
                    <a:lnTo>
                      <a:pt x="1067" y="593"/>
                    </a:lnTo>
                    <a:lnTo>
                      <a:pt x="1069" y="593"/>
                    </a:lnTo>
                    <a:lnTo>
                      <a:pt x="1070" y="593"/>
                    </a:lnTo>
                    <a:lnTo>
                      <a:pt x="1072" y="593"/>
                    </a:lnTo>
                    <a:lnTo>
                      <a:pt x="1073" y="593"/>
                    </a:lnTo>
                    <a:lnTo>
                      <a:pt x="1074" y="592"/>
                    </a:lnTo>
                    <a:lnTo>
                      <a:pt x="1076" y="592"/>
                    </a:lnTo>
                    <a:lnTo>
                      <a:pt x="1077" y="592"/>
                    </a:lnTo>
                    <a:lnTo>
                      <a:pt x="1079" y="592"/>
                    </a:lnTo>
                    <a:lnTo>
                      <a:pt x="1080" y="592"/>
                    </a:lnTo>
                    <a:lnTo>
                      <a:pt x="1081" y="592"/>
                    </a:lnTo>
                    <a:lnTo>
                      <a:pt x="1083" y="592"/>
                    </a:lnTo>
                    <a:lnTo>
                      <a:pt x="1084" y="592"/>
                    </a:lnTo>
                    <a:lnTo>
                      <a:pt x="1086" y="592"/>
                    </a:lnTo>
                    <a:lnTo>
                      <a:pt x="1087" y="591"/>
                    </a:lnTo>
                    <a:lnTo>
                      <a:pt x="1088" y="591"/>
                    </a:lnTo>
                    <a:lnTo>
                      <a:pt x="1090" y="591"/>
                    </a:lnTo>
                    <a:lnTo>
                      <a:pt x="1091" y="591"/>
                    </a:lnTo>
                    <a:lnTo>
                      <a:pt x="1093" y="591"/>
                    </a:lnTo>
                    <a:lnTo>
                      <a:pt x="1094" y="591"/>
                    </a:lnTo>
                    <a:lnTo>
                      <a:pt x="1095" y="591"/>
                    </a:lnTo>
                    <a:lnTo>
                      <a:pt x="1097" y="591"/>
                    </a:lnTo>
                    <a:lnTo>
                      <a:pt x="1098" y="591"/>
                    </a:lnTo>
                    <a:lnTo>
                      <a:pt x="1100" y="591"/>
                    </a:lnTo>
                    <a:lnTo>
                      <a:pt x="1101" y="590"/>
                    </a:lnTo>
                    <a:lnTo>
                      <a:pt x="1102" y="590"/>
                    </a:lnTo>
                    <a:lnTo>
                      <a:pt x="1104" y="590"/>
                    </a:lnTo>
                    <a:lnTo>
                      <a:pt x="1105" y="590"/>
                    </a:lnTo>
                    <a:lnTo>
                      <a:pt x="1107" y="590"/>
                    </a:lnTo>
                    <a:lnTo>
                      <a:pt x="1108" y="590"/>
                    </a:lnTo>
                    <a:lnTo>
                      <a:pt x="1110" y="590"/>
                    </a:lnTo>
                    <a:lnTo>
                      <a:pt x="1111" y="590"/>
                    </a:lnTo>
                    <a:lnTo>
                      <a:pt x="1112" y="590"/>
                    </a:lnTo>
                    <a:lnTo>
                      <a:pt x="1114" y="589"/>
                    </a:lnTo>
                    <a:lnTo>
                      <a:pt x="1115" y="589"/>
                    </a:lnTo>
                    <a:lnTo>
                      <a:pt x="1117" y="589"/>
                    </a:lnTo>
                    <a:lnTo>
                      <a:pt x="1118" y="589"/>
                    </a:lnTo>
                    <a:lnTo>
                      <a:pt x="1119" y="589"/>
                    </a:lnTo>
                    <a:lnTo>
                      <a:pt x="1121" y="589"/>
                    </a:lnTo>
                    <a:lnTo>
                      <a:pt x="1122" y="589"/>
                    </a:lnTo>
                    <a:lnTo>
                      <a:pt x="1124" y="589"/>
                    </a:lnTo>
                    <a:lnTo>
                      <a:pt x="1125" y="589"/>
                    </a:lnTo>
                    <a:lnTo>
                      <a:pt x="1126" y="589"/>
                    </a:lnTo>
                    <a:lnTo>
                      <a:pt x="1128" y="588"/>
                    </a:lnTo>
                    <a:lnTo>
                      <a:pt x="1129" y="588"/>
                    </a:lnTo>
                    <a:lnTo>
                      <a:pt x="1131" y="588"/>
                    </a:lnTo>
                    <a:lnTo>
                      <a:pt x="1132" y="588"/>
                    </a:lnTo>
                    <a:lnTo>
                      <a:pt x="1133" y="588"/>
                    </a:lnTo>
                    <a:lnTo>
                      <a:pt x="1135" y="588"/>
                    </a:lnTo>
                    <a:lnTo>
                      <a:pt x="1136" y="588"/>
                    </a:lnTo>
                    <a:lnTo>
                      <a:pt x="1138" y="588"/>
                    </a:lnTo>
                    <a:lnTo>
                      <a:pt x="1139" y="588"/>
                    </a:lnTo>
                    <a:lnTo>
                      <a:pt x="1140" y="588"/>
                    </a:lnTo>
                    <a:lnTo>
                      <a:pt x="1142" y="588"/>
                    </a:lnTo>
                    <a:lnTo>
                      <a:pt x="1143" y="587"/>
                    </a:lnTo>
                    <a:lnTo>
                      <a:pt x="1145" y="587"/>
                    </a:lnTo>
                    <a:lnTo>
                      <a:pt x="1146" y="587"/>
                    </a:lnTo>
                    <a:lnTo>
                      <a:pt x="1147" y="587"/>
                    </a:lnTo>
                    <a:lnTo>
                      <a:pt x="1149" y="587"/>
                    </a:lnTo>
                    <a:lnTo>
                      <a:pt x="1150" y="587"/>
                    </a:lnTo>
                    <a:lnTo>
                      <a:pt x="1152" y="587"/>
                    </a:lnTo>
                    <a:lnTo>
                      <a:pt x="1153" y="587"/>
                    </a:lnTo>
                    <a:lnTo>
                      <a:pt x="1154" y="587"/>
                    </a:lnTo>
                    <a:lnTo>
                      <a:pt x="1156" y="587"/>
                    </a:lnTo>
                    <a:lnTo>
                      <a:pt x="1157" y="586"/>
                    </a:lnTo>
                    <a:lnTo>
                      <a:pt x="1159" y="586"/>
                    </a:lnTo>
                    <a:lnTo>
                      <a:pt x="1160" y="586"/>
                    </a:lnTo>
                    <a:lnTo>
                      <a:pt x="1161" y="586"/>
                    </a:lnTo>
                    <a:lnTo>
                      <a:pt x="1163" y="586"/>
                    </a:lnTo>
                    <a:lnTo>
                      <a:pt x="1164" y="586"/>
                    </a:lnTo>
                    <a:lnTo>
                      <a:pt x="1166" y="586"/>
                    </a:lnTo>
                    <a:lnTo>
                      <a:pt x="1167" y="586"/>
                    </a:lnTo>
                    <a:lnTo>
                      <a:pt x="1168" y="586"/>
                    </a:lnTo>
                    <a:lnTo>
                      <a:pt x="1170" y="586"/>
                    </a:lnTo>
                    <a:lnTo>
                      <a:pt x="1171" y="586"/>
                    </a:lnTo>
                    <a:lnTo>
                      <a:pt x="1173" y="585"/>
                    </a:lnTo>
                    <a:lnTo>
                      <a:pt x="1174" y="585"/>
                    </a:lnTo>
                    <a:lnTo>
                      <a:pt x="1176" y="585"/>
                    </a:lnTo>
                    <a:lnTo>
                      <a:pt x="1177" y="585"/>
                    </a:lnTo>
                    <a:lnTo>
                      <a:pt x="1178" y="585"/>
                    </a:lnTo>
                    <a:lnTo>
                      <a:pt x="1180" y="585"/>
                    </a:lnTo>
                    <a:lnTo>
                      <a:pt x="1181" y="585"/>
                    </a:lnTo>
                    <a:lnTo>
                      <a:pt x="1183" y="585"/>
                    </a:lnTo>
                    <a:lnTo>
                      <a:pt x="1184" y="585"/>
                    </a:lnTo>
                    <a:lnTo>
                      <a:pt x="1185" y="585"/>
                    </a:lnTo>
                    <a:lnTo>
                      <a:pt x="1187" y="585"/>
                    </a:lnTo>
                    <a:lnTo>
                      <a:pt x="1188" y="585"/>
                    </a:lnTo>
                    <a:lnTo>
                      <a:pt x="1190" y="584"/>
                    </a:lnTo>
                    <a:lnTo>
                      <a:pt x="1191" y="584"/>
                    </a:lnTo>
                    <a:lnTo>
                      <a:pt x="1192" y="584"/>
                    </a:lnTo>
                    <a:lnTo>
                      <a:pt x="1194" y="584"/>
                    </a:lnTo>
                    <a:lnTo>
                      <a:pt x="1195" y="584"/>
                    </a:lnTo>
                    <a:lnTo>
                      <a:pt x="1197" y="584"/>
                    </a:lnTo>
                    <a:lnTo>
                      <a:pt x="1198" y="584"/>
                    </a:lnTo>
                    <a:lnTo>
                      <a:pt x="1199" y="584"/>
                    </a:lnTo>
                    <a:lnTo>
                      <a:pt x="1201" y="584"/>
                    </a:lnTo>
                    <a:lnTo>
                      <a:pt x="1202" y="584"/>
                    </a:lnTo>
                    <a:lnTo>
                      <a:pt x="1204" y="584"/>
                    </a:lnTo>
                    <a:lnTo>
                      <a:pt x="1205" y="584"/>
                    </a:lnTo>
                    <a:lnTo>
                      <a:pt x="1206" y="583"/>
                    </a:lnTo>
                    <a:lnTo>
                      <a:pt x="1208" y="583"/>
                    </a:lnTo>
                    <a:lnTo>
                      <a:pt x="1209" y="583"/>
                    </a:lnTo>
                    <a:lnTo>
                      <a:pt x="1211" y="583"/>
                    </a:lnTo>
                    <a:lnTo>
                      <a:pt x="1212" y="583"/>
                    </a:lnTo>
                    <a:lnTo>
                      <a:pt x="1213" y="583"/>
                    </a:lnTo>
                    <a:lnTo>
                      <a:pt x="1215" y="583"/>
                    </a:lnTo>
                    <a:lnTo>
                      <a:pt x="1216" y="583"/>
                    </a:lnTo>
                    <a:lnTo>
                      <a:pt x="1218" y="583"/>
                    </a:lnTo>
                    <a:lnTo>
                      <a:pt x="1219" y="583"/>
                    </a:lnTo>
                    <a:lnTo>
                      <a:pt x="1220" y="583"/>
                    </a:lnTo>
                    <a:lnTo>
                      <a:pt x="1222" y="583"/>
                    </a:lnTo>
                    <a:lnTo>
                      <a:pt x="1223" y="582"/>
                    </a:lnTo>
                    <a:lnTo>
                      <a:pt x="1225" y="582"/>
                    </a:lnTo>
                    <a:lnTo>
                      <a:pt x="1226" y="582"/>
                    </a:lnTo>
                    <a:lnTo>
                      <a:pt x="1227" y="582"/>
                    </a:lnTo>
                    <a:lnTo>
                      <a:pt x="1229" y="582"/>
                    </a:lnTo>
                    <a:lnTo>
                      <a:pt x="1230" y="582"/>
                    </a:lnTo>
                    <a:lnTo>
                      <a:pt x="1232" y="582"/>
                    </a:lnTo>
                    <a:lnTo>
                      <a:pt x="1233" y="582"/>
                    </a:lnTo>
                    <a:lnTo>
                      <a:pt x="1235" y="582"/>
                    </a:lnTo>
                    <a:lnTo>
                      <a:pt x="1236" y="582"/>
                    </a:lnTo>
                    <a:lnTo>
                      <a:pt x="1237" y="582"/>
                    </a:lnTo>
                    <a:lnTo>
                      <a:pt x="1239" y="582"/>
                    </a:lnTo>
                    <a:lnTo>
                      <a:pt x="1240" y="582"/>
                    </a:lnTo>
                    <a:lnTo>
                      <a:pt x="1242" y="582"/>
                    </a:lnTo>
                    <a:lnTo>
                      <a:pt x="1243" y="581"/>
                    </a:lnTo>
                    <a:lnTo>
                      <a:pt x="1244" y="581"/>
                    </a:lnTo>
                    <a:lnTo>
                      <a:pt x="1246" y="581"/>
                    </a:lnTo>
                    <a:lnTo>
                      <a:pt x="1247" y="581"/>
                    </a:lnTo>
                    <a:lnTo>
                      <a:pt x="1249" y="581"/>
                    </a:lnTo>
                    <a:lnTo>
                      <a:pt x="1250" y="581"/>
                    </a:lnTo>
                    <a:lnTo>
                      <a:pt x="1251" y="581"/>
                    </a:lnTo>
                    <a:lnTo>
                      <a:pt x="1253" y="581"/>
                    </a:lnTo>
                    <a:lnTo>
                      <a:pt x="1254" y="581"/>
                    </a:lnTo>
                    <a:lnTo>
                      <a:pt x="1256" y="581"/>
                    </a:lnTo>
                    <a:lnTo>
                      <a:pt x="1257" y="581"/>
                    </a:lnTo>
                    <a:lnTo>
                      <a:pt x="1258" y="581"/>
                    </a:lnTo>
                    <a:lnTo>
                      <a:pt x="1260" y="581"/>
                    </a:lnTo>
                    <a:lnTo>
                      <a:pt x="1261" y="580"/>
                    </a:lnTo>
                    <a:lnTo>
                      <a:pt x="1263" y="580"/>
                    </a:lnTo>
                    <a:lnTo>
                      <a:pt x="1264" y="580"/>
                    </a:lnTo>
                    <a:lnTo>
                      <a:pt x="1265" y="580"/>
                    </a:lnTo>
                    <a:lnTo>
                      <a:pt x="1267" y="580"/>
                    </a:lnTo>
                    <a:lnTo>
                      <a:pt x="1268" y="580"/>
                    </a:lnTo>
                    <a:lnTo>
                      <a:pt x="1270" y="580"/>
                    </a:lnTo>
                    <a:lnTo>
                      <a:pt x="1271" y="580"/>
                    </a:lnTo>
                    <a:lnTo>
                      <a:pt x="1272" y="580"/>
                    </a:lnTo>
                    <a:lnTo>
                      <a:pt x="1274" y="580"/>
                    </a:lnTo>
                    <a:lnTo>
                      <a:pt x="1275" y="580"/>
                    </a:lnTo>
                    <a:lnTo>
                      <a:pt x="1277" y="580"/>
                    </a:lnTo>
                    <a:lnTo>
                      <a:pt x="1278" y="580"/>
                    </a:lnTo>
                    <a:lnTo>
                      <a:pt x="1279" y="580"/>
                    </a:lnTo>
                    <a:lnTo>
                      <a:pt x="1281" y="579"/>
                    </a:lnTo>
                    <a:lnTo>
                      <a:pt x="1282" y="579"/>
                    </a:lnTo>
                    <a:lnTo>
                      <a:pt x="1284" y="579"/>
                    </a:lnTo>
                    <a:lnTo>
                      <a:pt x="1285" y="579"/>
                    </a:lnTo>
                    <a:lnTo>
                      <a:pt x="1286" y="579"/>
                    </a:lnTo>
                    <a:lnTo>
                      <a:pt x="1288" y="579"/>
                    </a:lnTo>
                    <a:lnTo>
                      <a:pt x="1289" y="579"/>
                    </a:lnTo>
                    <a:lnTo>
                      <a:pt x="1291" y="579"/>
                    </a:lnTo>
                    <a:lnTo>
                      <a:pt x="1292" y="579"/>
                    </a:lnTo>
                    <a:lnTo>
                      <a:pt x="1293" y="579"/>
                    </a:lnTo>
                    <a:lnTo>
                      <a:pt x="1295" y="579"/>
                    </a:lnTo>
                    <a:lnTo>
                      <a:pt x="1296" y="579"/>
                    </a:lnTo>
                    <a:lnTo>
                      <a:pt x="1298" y="579"/>
                    </a:lnTo>
                    <a:lnTo>
                      <a:pt x="1299" y="579"/>
                    </a:lnTo>
                    <a:lnTo>
                      <a:pt x="1301" y="579"/>
                    </a:lnTo>
                    <a:lnTo>
                      <a:pt x="1302" y="578"/>
                    </a:lnTo>
                    <a:lnTo>
                      <a:pt x="1303" y="578"/>
                    </a:lnTo>
                    <a:lnTo>
                      <a:pt x="1305" y="578"/>
                    </a:lnTo>
                    <a:lnTo>
                      <a:pt x="1306" y="578"/>
                    </a:lnTo>
                    <a:lnTo>
                      <a:pt x="1308" y="578"/>
                    </a:lnTo>
                    <a:lnTo>
                      <a:pt x="1309" y="578"/>
                    </a:lnTo>
                    <a:lnTo>
                      <a:pt x="1310" y="578"/>
                    </a:lnTo>
                    <a:lnTo>
                      <a:pt x="1312" y="578"/>
                    </a:lnTo>
                    <a:lnTo>
                      <a:pt x="1313" y="578"/>
                    </a:lnTo>
                    <a:lnTo>
                      <a:pt x="1315" y="578"/>
                    </a:lnTo>
                    <a:lnTo>
                      <a:pt x="1316" y="578"/>
                    </a:lnTo>
                    <a:lnTo>
                      <a:pt x="1317" y="578"/>
                    </a:lnTo>
                    <a:lnTo>
                      <a:pt x="1319" y="578"/>
                    </a:lnTo>
                    <a:lnTo>
                      <a:pt x="1320" y="578"/>
                    </a:lnTo>
                    <a:lnTo>
                      <a:pt x="1322" y="578"/>
                    </a:lnTo>
                    <a:lnTo>
                      <a:pt x="1323" y="577"/>
                    </a:lnTo>
                    <a:lnTo>
                      <a:pt x="1324" y="577"/>
                    </a:lnTo>
                    <a:lnTo>
                      <a:pt x="1326" y="577"/>
                    </a:lnTo>
                    <a:lnTo>
                      <a:pt x="1327" y="577"/>
                    </a:lnTo>
                    <a:lnTo>
                      <a:pt x="1329" y="577"/>
                    </a:lnTo>
                    <a:lnTo>
                      <a:pt x="1330" y="577"/>
                    </a:lnTo>
                    <a:lnTo>
                      <a:pt x="1331" y="577"/>
                    </a:lnTo>
                    <a:lnTo>
                      <a:pt x="1333" y="577"/>
                    </a:lnTo>
                    <a:lnTo>
                      <a:pt x="1334" y="577"/>
                    </a:lnTo>
                    <a:lnTo>
                      <a:pt x="1336" y="577"/>
                    </a:lnTo>
                    <a:lnTo>
                      <a:pt x="1337" y="577"/>
                    </a:lnTo>
                    <a:lnTo>
                      <a:pt x="1338" y="577"/>
                    </a:lnTo>
                    <a:lnTo>
                      <a:pt x="1340" y="577"/>
                    </a:lnTo>
                    <a:lnTo>
                      <a:pt x="1341" y="577"/>
                    </a:lnTo>
                    <a:lnTo>
                      <a:pt x="1343" y="577"/>
                    </a:lnTo>
                    <a:lnTo>
                      <a:pt x="1344" y="577"/>
                    </a:lnTo>
                    <a:lnTo>
                      <a:pt x="1345" y="576"/>
                    </a:lnTo>
                    <a:lnTo>
                      <a:pt x="1347" y="576"/>
                    </a:lnTo>
                    <a:lnTo>
                      <a:pt x="1348" y="576"/>
                    </a:lnTo>
                    <a:lnTo>
                      <a:pt x="1350" y="576"/>
                    </a:lnTo>
                    <a:lnTo>
                      <a:pt x="1351" y="576"/>
                    </a:lnTo>
                    <a:lnTo>
                      <a:pt x="1352" y="576"/>
                    </a:lnTo>
                    <a:lnTo>
                      <a:pt x="1354" y="576"/>
                    </a:lnTo>
                    <a:lnTo>
                      <a:pt x="1355" y="576"/>
                    </a:lnTo>
                    <a:lnTo>
                      <a:pt x="1357" y="576"/>
                    </a:lnTo>
                    <a:lnTo>
                      <a:pt x="1358" y="576"/>
                    </a:lnTo>
                    <a:lnTo>
                      <a:pt x="1359" y="576"/>
                    </a:lnTo>
                    <a:lnTo>
                      <a:pt x="1361" y="576"/>
                    </a:lnTo>
                    <a:lnTo>
                      <a:pt x="1362" y="576"/>
                    </a:lnTo>
                    <a:lnTo>
                      <a:pt x="1364" y="576"/>
                    </a:lnTo>
                    <a:lnTo>
                      <a:pt x="1365" y="576"/>
                    </a:lnTo>
                    <a:lnTo>
                      <a:pt x="1367" y="576"/>
                    </a:lnTo>
                    <a:lnTo>
                      <a:pt x="1368" y="575"/>
                    </a:lnTo>
                    <a:lnTo>
                      <a:pt x="1369" y="575"/>
                    </a:lnTo>
                    <a:lnTo>
                      <a:pt x="1371" y="575"/>
                    </a:lnTo>
                    <a:lnTo>
                      <a:pt x="1372" y="575"/>
                    </a:lnTo>
                    <a:lnTo>
                      <a:pt x="1374" y="575"/>
                    </a:lnTo>
                    <a:lnTo>
                      <a:pt x="1375" y="575"/>
                    </a:lnTo>
                    <a:lnTo>
                      <a:pt x="1376" y="575"/>
                    </a:lnTo>
                    <a:lnTo>
                      <a:pt x="1378" y="575"/>
                    </a:lnTo>
                    <a:lnTo>
                      <a:pt x="1379" y="575"/>
                    </a:lnTo>
                    <a:lnTo>
                      <a:pt x="1381" y="575"/>
                    </a:lnTo>
                    <a:lnTo>
                      <a:pt x="1382" y="575"/>
                    </a:lnTo>
                    <a:lnTo>
                      <a:pt x="1383" y="575"/>
                    </a:lnTo>
                    <a:lnTo>
                      <a:pt x="1385" y="575"/>
                    </a:lnTo>
                    <a:lnTo>
                      <a:pt x="1386" y="575"/>
                    </a:lnTo>
                    <a:lnTo>
                      <a:pt x="1388" y="575"/>
                    </a:lnTo>
                    <a:lnTo>
                      <a:pt x="1389" y="575"/>
                    </a:lnTo>
                    <a:lnTo>
                      <a:pt x="1390" y="575"/>
                    </a:lnTo>
                    <a:lnTo>
                      <a:pt x="1392" y="574"/>
                    </a:lnTo>
                    <a:lnTo>
                      <a:pt x="1393" y="574"/>
                    </a:lnTo>
                    <a:lnTo>
                      <a:pt x="1395" y="574"/>
                    </a:lnTo>
                    <a:lnTo>
                      <a:pt x="1396" y="574"/>
                    </a:lnTo>
                    <a:lnTo>
                      <a:pt x="1397" y="574"/>
                    </a:lnTo>
                    <a:lnTo>
                      <a:pt x="1399" y="574"/>
                    </a:lnTo>
                    <a:lnTo>
                      <a:pt x="1400" y="574"/>
                    </a:lnTo>
                    <a:lnTo>
                      <a:pt x="1402" y="574"/>
                    </a:lnTo>
                    <a:lnTo>
                      <a:pt x="1403" y="574"/>
                    </a:lnTo>
                    <a:lnTo>
                      <a:pt x="1404" y="574"/>
                    </a:lnTo>
                    <a:lnTo>
                      <a:pt x="1406" y="574"/>
                    </a:lnTo>
                    <a:lnTo>
                      <a:pt x="1407" y="574"/>
                    </a:lnTo>
                    <a:lnTo>
                      <a:pt x="1409" y="574"/>
                    </a:lnTo>
                    <a:lnTo>
                      <a:pt x="1410" y="574"/>
                    </a:lnTo>
                    <a:lnTo>
                      <a:pt x="1411" y="574"/>
                    </a:lnTo>
                    <a:lnTo>
                      <a:pt x="1413" y="574"/>
                    </a:lnTo>
                    <a:lnTo>
                      <a:pt x="1414" y="574"/>
                    </a:lnTo>
                    <a:lnTo>
                      <a:pt x="1416" y="574"/>
                    </a:lnTo>
                    <a:lnTo>
                      <a:pt x="1417" y="574"/>
                    </a:lnTo>
                    <a:lnTo>
                      <a:pt x="1418" y="573"/>
                    </a:lnTo>
                    <a:lnTo>
                      <a:pt x="1420" y="573"/>
                    </a:lnTo>
                    <a:lnTo>
                      <a:pt x="1421" y="573"/>
                    </a:lnTo>
                    <a:lnTo>
                      <a:pt x="1423" y="573"/>
                    </a:lnTo>
                    <a:lnTo>
                      <a:pt x="1424" y="573"/>
                    </a:lnTo>
                    <a:lnTo>
                      <a:pt x="1426" y="573"/>
                    </a:lnTo>
                    <a:lnTo>
                      <a:pt x="1427" y="573"/>
                    </a:lnTo>
                    <a:lnTo>
                      <a:pt x="1428" y="573"/>
                    </a:lnTo>
                    <a:lnTo>
                      <a:pt x="1430" y="573"/>
                    </a:lnTo>
                    <a:lnTo>
                      <a:pt x="1431" y="573"/>
                    </a:lnTo>
                    <a:lnTo>
                      <a:pt x="1433" y="573"/>
                    </a:lnTo>
                    <a:lnTo>
                      <a:pt x="1434" y="573"/>
                    </a:lnTo>
                    <a:lnTo>
                      <a:pt x="1435" y="573"/>
                    </a:lnTo>
                    <a:lnTo>
                      <a:pt x="1437" y="573"/>
                    </a:lnTo>
                    <a:lnTo>
                      <a:pt x="1438" y="573"/>
                    </a:lnTo>
                    <a:lnTo>
                      <a:pt x="1440" y="573"/>
                    </a:lnTo>
                    <a:lnTo>
                      <a:pt x="1441" y="573"/>
                    </a:lnTo>
                    <a:lnTo>
                      <a:pt x="1442" y="573"/>
                    </a:lnTo>
                    <a:lnTo>
                      <a:pt x="1444" y="572"/>
                    </a:lnTo>
                    <a:lnTo>
                      <a:pt x="1445" y="572"/>
                    </a:lnTo>
                    <a:lnTo>
                      <a:pt x="1447" y="572"/>
                    </a:lnTo>
                    <a:lnTo>
                      <a:pt x="1448" y="572"/>
                    </a:lnTo>
                    <a:lnTo>
                      <a:pt x="1449" y="572"/>
                    </a:lnTo>
                    <a:lnTo>
                      <a:pt x="1451" y="572"/>
                    </a:lnTo>
                    <a:lnTo>
                      <a:pt x="1452" y="572"/>
                    </a:lnTo>
                    <a:lnTo>
                      <a:pt x="1454" y="572"/>
                    </a:lnTo>
                    <a:lnTo>
                      <a:pt x="1455" y="572"/>
                    </a:lnTo>
                    <a:lnTo>
                      <a:pt x="1456" y="572"/>
                    </a:lnTo>
                    <a:lnTo>
                      <a:pt x="1458" y="572"/>
                    </a:lnTo>
                    <a:lnTo>
                      <a:pt x="1459" y="572"/>
                    </a:lnTo>
                    <a:lnTo>
                      <a:pt x="1461" y="572"/>
                    </a:lnTo>
                    <a:lnTo>
                      <a:pt x="1462" y="572"/>
                    </a:lnTo>
                    <a:lnTo>
                      <a:pt x="1463" y="572"/>
                    </a:lnTo>
                    <a:lnTo>
                      <a:pt x="1465" y="572"/>
                    </a:lnTo>
                    <a:lnTo>
                      <a:pt x="1466" y="572"/>
                    </a:lnTo>
                    <a:lnTo>
                      <a:pt x="1468" y="572"/>
                    </a:lnTo>
                    <a:lnTo>
                      <a:pt x="1469" y="572"/>
                    </a:lnTo>
                    <a:lnTo>
                      <a:pt x="1470" y="571"/>
                    </a:lnTo>
                    <a:lnTo>
                      <a:pt x="1472" y="571"/>
                    </a:lnTo>
                    <a:lnTo>
                      <a:pt x="1473" y="571"/>
                    </a:lnTo>
                    <a:lnTo>
                      <a:pt x="1475" y="571"/>
                    </a:lnTo>
                    <a:lnTo>
                      <a:pt x="1476" y="571"/>
                    </a:lnTo>
                    <a:lnTo>
                      <a:pt x="1477" y="571"/>
                    </a:lnTo>
                    <a:lnTo>
                      <a:pt x="1479" y="571"/>
                    </a:lnTo>
                    <a:lnTo>
                      <a:pt x="1480" y="571"/>
                    </a:lnTo>
                    <a:lnTo>
                      <a:pt x="1482" y="571"/>
                    </a:lnTo>
                    <a:lnTo>
                      <a:pt x="1483" y="571"/>
                    </a:lnTo>
                    <a:lnTo>
                      <a:pt x="1484" y="571"/>
                    </a:lnTo>
                    <a:lnTo>
                      <a:pt x="1486" y="571"/>
                    </a:lnTo>
                    <a:lnTo>
                      <a:pt x="1487" y="571"/>
                    </a:lnTo>
                    <a:lnTo>
                      <a:pt x="1489" y="571"/>
                    </a:lnTo>
                    <a:lnTo>
                      <a:pt x="1490" y="571"/>
                    </a:lnTo>
                    <a:lnTo>
                      <a:pt x="1492" y="571"/>
                    </a:lnTo>
                    <a:lnTo>
                      <a:pt x="1493" y="571"/>
                    </a:lnTo>
                    <a:lnTo>
                      <a:pt x="1494" y="571"/>
                    </a:lnTo>
                    <a:lnTo>
                      <a:pt x="1496" y="571"/>
                    </a:lnTo>
                    <a:lnTo>
                      <a:pt x="1497" y="571"/>
                    </a:lnTo>
                    <a:lnTo>
                      <a:pt x="1499" y="571"/>
                    </a:lnTo>
                    <a:lnTo>
                      <a:pt x="1500" y="570"/>
                    </a:lnTo>
                    <a:lnTo>
                      <a:pt x="1501" y="570"/>
                    </a:lnTo>
                    <a:lnTo>
                      <a:pt x="1503" y="570"/>
                    </a:lnTo>
                    <a:lnTo>
                      <a:pt x="1504" y="570"/>
                    </a:lnTo>
                    <a:lnTo>
                      <a:pt x="1506" y="570"/>
                    </a:lnTo>
                    <a:lnTo>
                      <a:pt x="1507" y="570"/>
                    </a:lnTo>
                    <a:lnTo>
                      <a:pt x="1508" y="570"/>
                    </a:lnTo>
                    <a:lnTo>
                      <a:pt x="1510" y="570"/>
                    </a:lnTo>
                    <a:lnTo>
                      <a:pt x="1511" y="570"/>
                    </a:lnTo>
                    <a:lnTo>
                      <a:pt x="1513" y="570"/>
                    </a:lnTo>
                    <a:lnTo>
                      <a:pt x="1514" y="570"/>
                    </a:lnTo>
                    <a:lnTo>
                      <a:pt x="1515" y="570"/>
                    </a:lnTo>
                    <a:lnTo>
                      <a:pt x="1517" y="570"/>
                    </a:lnTo>
                    <a:lnTo>
                      <a:pt x="1518" y="570"/>
                    </a:lnTo>
                    <a:lnTo>
                      <a:pt x="1520" y="570"/>
                    </a:lnTo>
                    <a:lnTo>
                      <a:pt x="1521" y="570"/>
                    </a:lnTo>
                    <a:lnTo>
                      <a:pt x="1522" y="570"/>
                    </a:lnTo>
                    <a:lnTo>
                      <a:pt x="1524" y="570"/>
                    </a:lnTo>
                    <a:lnTo>
                      <a:pt x="1525" y="570"/>
                    </a:lnTo>
                    <a:lnTo>
                      <a:pt x="1527" y="570"/>
                    </a:lnTo>
                    <a:lnTo>
                      <a:pt x="1528" y="570"/>
                    </a:lnTo>
                    <a:lnTo>
                      <a:pt x="1529" y="570"/>
                    </a:lnTo>
                    <a:lnTo>
                      <a:pt x="1531" y="569"/>
                    </a:lnTo>
                    <a:lnTo>
                      <a:pt x="1532" y="569"/>
                    </a:lnTo>
                    <a:lnTo>
                      <a:pt x="1534" y="569"/>
                    </a:lnTo>
                    <a:lnTo>
                      <a:pt x="1535" y="569"/>
                    </a:lnTo>
                    <a:lnTo>
                      <a:pt x="1536" y="569"/>
                    </a:lnTo>
                    <a:lnTo>
                      <a:pt x="1538" y="569"/>
                    </a:lnTo>
                    <a:lnTo>
                      <a:pt x="1539" y="569"/>
                    </a:lnTo>
                    <a:lnTo>
                      <a:pt x="1541" y="569"/>
                    </a:lnTo>
                    <a:lnTo>
                      <a:pt x="1542" y="569"/>
                    </a:lnTo>
                    <a:lnTo>
                      <a:pt x="1543" y="569"/>
                    </a:lnTo>
                    <a:lnTo>
                      <a:pt x="1545" y="569"/>
                    </a:lnTo>
                    <a:lnTo>
                      <a:pt x="1546" y="569"/>
                    </a:lnTo>
                    <a:lnTo>
                      <a:pt x="1548" y="569"/>
                    </a:lnTo>
                    <a:lnTo>
                      <a:pt x="1549" y="569"/>
                    </a:lnTo>
                    <a:lnTo>
                      <a:pt x="1550" y="569"/>
                    </a:lnTo>
                    <a:lnTo>
                      <a:pt x="1552" y="569"/>
                    </a:lnTo>
                    <a:lnTo>
                      <a:pt x="1553" y="569"/>
                    </a:lnTo>
                    <a:lnTo>
                      <a:pt x="1555" y="569"/>
                    </a:lnTo>
                    <a:lnTo>
                      <a:pt x="1556" y="569"/>
                    </a:lnTo>
                    <a:lnTo>
                      <a:pt x="1558" y="569"/>
                    </a:lnTo>
                    <a:lnTo>
                      <a:pt x="1559" y="569"/>
                    </a:lnTo>
                    <a:lnTo>
                      <a:pt x="1560" y="569"/>
                    </a:lnTo>
                    <a:lnTo>
                      <a:pt x="1562" y="569"/>
                    </a:lnTo>
                    <a:lnTo>
                      <a:pt x="1563" y="569"/>
                    </a:lnTo>
                    <a:lnTo>
                      <a:pt x="1565" y="569"/>
                    </a:lnTo>
                    <a:lnTo>
                      <a:pt x="1566" y="568"/>
                    </a:lnTo>
                    <a:lnTo>
                      <a:pt x="1567" y="568"/>
                    </a:lnTo>
                    <a:lnTo>
                      <a:pt x="1569" y="568"/>
                    </a:lnTo>
                    <a:lnTo>
                      <a:pt x="1570" y="568"/>
                    </a:lnTo>
                    <a:lnTo>
                      <a:pt x="1572" y="568"/>
                    </a:lnTo>
                    <a:lnTo>
                      <a:pt x="1573" y="568"/>
                    </a:lnTo>
                    <a:lnTo>
                      <a:pt x="1574" y="568"/>
                    </a:lnTo>
                    <a:lnTo>
                      <a:pt x="1576" y="568"/>
                    </a:lnTo>
                    <a:lnTo>
                      <a:pt x="1577" y="568"/>
                    </a:lnTo>
                    <a:lnTo>
                      <a:pt x="1579" y="568"/>
                    </a:lnTo>
                    <a:lnTo>
                      <a:pt x="1580" y="568"/>
                    </a:lnTo>
                    <a:lnTo>
                      <a:pt x="1581" y="568"/>
                    </a:lnTo>
                    <a:lnTo>
                      <a:pt x="1583" y="568"/>
                    </a:lnTo>
                    <a:lnTo>
                      <a:pt x="1584" y="568"/>
                    </a:lnTo>
                    <a:lnTo>
                      <a:pt x="1586" y="568"/>
                    </a:lnTo>
                    <a:lnTo>
                      <a:pt x="1587" y="568"/>
                    </a:lnTo>
                    <a:lnTo>
                      <a:pt x="1588" y="568"/>
                    </a:lnTo>
                    <a:lnTo>
                      <a:pt x="1590" y="568"/>
                    </a:lnTo>
                    <a:lnTo>
                      <a:pt x="1591" y="568"/>
                    </a:lnTo>
                    <a:lnTo>
                      <a:pt x="1593" y="568"/>
                    </a:lnTo>
                    <a:lnTo>
                      <a:pt x="1594" y="568"/>
                    </a:lnTo>
                    <a:lnTo>
                      <a:pt x="1595" y="568"/>
                    </a:lnTo>
                    <a:lnTo>
                      <a:pt x="1597" y="568"/>
                    </a:lnTo>
                    <a:lnTo>
                      <a:pt x="1598" y="568"/>
                    </a:lnTo>
                    <a:lnTo>
                      <a:pt x="1600" y="568"/>
                    </a:lnTo>
                    <a:lnTo>
                      <a:pt x="1601" y="568"/>
                    </a:lnTo>
                    <a:lnTo>
                      <a:pt x="1602" y="567"/>
                    </a:lnTo>
                    <a:lnTo>
                      <a:pt x="1604" y="567"/>
                    </a:lnTo>
                    <a:lnTo>
                      <a:pt x="1605" y="567"/>
                    </a:lnTo>
                    <a:lnTo>
                      <a:pt x="1607" y="567"/>
                    </a:lnTo>
                    <a:lnTo>
                      <a:pt x="1608" y="567"/>
                    </a:lnTo>
                    <a:lnTo>
                      <a:pt x="1609" y="567"/>
                    </a:lnTo>
                    <a:lnTo>
                      <a:pt x="1611" y="567"/>
                    </a:lnTo>
                    <a:lnTo>
                      <a:pt x="1612" y="567"/>
                    </a:lnTo>
                    <a:lnTo>
                      <a:pt x="1614" y="567"/>
                    </a:lnTo>
                    <a:lnTo>
                      <a:pt x="1615" y="567"/>
                    </a:lnTo>
                    <a:lnTo>
                      <a:pt x="1617" y="567"/>
                    </a:lnTo>
                    <a:lnTo>
                      <a:pt x="1618" y="567"/>
                    </a:lnTo>
                    <a:lnTo>
                      <a:pt x="1619" y="567"/>
                    </a:lnTo>
                    <a:lnTo>
                      <a:pt x="1621" y="567"/>
                    </a:lnTo>
                    <a:lnTo>
                      <a:pt x="1622" y="567"/>
                    </a:lnTo>
                    <a:lnTo>
                      <a:pt x="1624" y="567"/>
                    </a:lnTo>
                    <a:lnTo>
                      <a:pt x="1625" y="567"/>
                    </a:lnTo>
                    <a:lnTo>
                      <a:pt x="1626" y="567"/>
                    </a:lnTo>
                    <a:lnTo>
                      <a:pt x="1628" y="567"/>
                    </a:lnTo>
                    <a:lnTo>
                      <a:pt x="1629" y="567"/>
                    </a:lnTo>
                    <a:lnTo>
                      <a:pt x="1631" y="567"/>
                    </a:lnTo>
                    <a:lnTo>
                      <a:pt x="1632" y="567"/>
                    </a:lnTo>
                    <a:lnTo>
                      <a:pt x="1633" y="567"/>
                    </a:lnTo>
                    <a:lnTo>
                      <a:pt x="1635" y="567"/>
                    </a:lnTo>
                    <a:lnTo>
                      <a:pt x="1636" y="567"/>
                    </a:lnTo>
                    <a:lnTo>
                      <a:pt x="1638" y="566"/>
                    </a:lnTo>
                    <a:lnTo>
                      <a:pt x="1639" y="566"/>
                    </a:lnTo>
                    <a:lnTo>
                      <a:pt x="1640" y="566"/>
                    </a:lnTo>
                    <a:lnTo>
                      <a:pt x="1642" y="566"/>
                    </a:lnTo>
                    <a:lnTo>
                      <a:pt x="1643" y="566"/>
                    </a:lnTo>
                    <a:lnTo>
                      <a:pt x="1645" y="566"/>
                    </a:lnTo>
                    <a:lnTo>
                      <a:pt x="1646" y="566"/>
                    </a:lnTo>
                    <a:lnTo>
                      <a:pt x="1647" y="566"/>
                    </a:lnTo>
                    <a:lnTo>
                      <a:pt x="1649" y="566"/>
                    </a:lnTo>
                    <a:lnTo>
                      <a:pt x="1650" y="566"/>
                    </a:lnTo>
                    <a:lnTo>
                      <a:pt x="1652" y="566"/>
                    </a:lnTo>
                    <a:lnTo>
                      <a:pt x="1653" y="566"/>
                    </a:lnTo>
                    <a:lnTo>
                      <a:pt x="1654" y="566"/>
                    </a:lnTo>
                    <a:lnTo>
                      <a:pt x="1656" y="566"/>
                    </a:lnTo>
                    <a:lnTo>
                      <a:pt x="1657" y="566"/>
                    </a:lnTo>
                    <a:lnTo>
                      <a:pt x="1659" y="566"/>
                    </a:lnTo>
                    <a:lnTo>
                      <a:pt x="1660" y="566"/>
                    </a:lnTo>
                    <a:lnTo>
                      <a:pt x="1661" y="566"/>
                    </a:lnTo>
                    <a:lnTo>
                      <a:pt x="1663" y="566"/>
                    </a:lnTo>
                    <a:lnTo>
                      <a:pt x="1664" y="566"/>
                    </a:lnTo>
                    <a:lnTo>
                      <a:pt x="1666" y="566"/>
                    </a:lnTo>
                    <a:lnTo>
                      <a:pt x="1667" y="566"/>
                    </a:lnTo>
                    <a:lnTo>
                      <a:pt x="1668" y="566"/>
                    </a:lnTo>
                    <a:lnTo>
                      <a:pt x="1670" y="566"/>
                    </a:lnTo>
                    <a:lnTo>
                      <a:pt x="1671" y="566"/>
                    </a:lnTo>
                    <a:lnTo>
                      <a:pt x="1673" y="566"/>
                    </a:lnTo>
                    <a:lnTo>
                      <a:pt x="1674" y="566"/>
                    </a:lnTo>
                    <a:lnTo>
                      <a:pt x="1675" y="566"/>
                    </a:lnTo>
                    <a:lnTo>
                      <a:pt x="1677" y="566"/>
                    </a:lnTo>
                    <a:lnTo>
                      <a:pt x="1678" y="566"/>
                    </a:lnTo>
                    <a:lnTo>
                      <a:pt x="1680" y="566"/>
                    </a:lnTo>
                    <a:lnTo>
                      <a:pt x="1681" y="565"/>
                    </a:lnTo>
                    <a:lnTo>
                      <a:pt x="1683" y="565"/>
                    </a:lnTo>
                    <a:lnTo>
                      <a:pt x="1684" y="565"/>
                    </a:lnTo>
                    <a:lnTo>
                      <a:pt x="1685" y="565"/>
                    </a:lnTo>
                    <a:lnTo>
                      <a:pt x="1687" y="565"/>
                    </a:lnTo>
                    <a:lnTo>
                      <a:pt x="1688" y="565"/>
                    </a:lnTo>
                    <a:lnTo>
                      <a:pt x="1690" y="565"/>
                    </a:lnTo>
                    <a:lnTo>
                      <a:pt x="1691" y="565"/>
                    </a:lnTo>
                    <a:lnTo>
                      <a:pt x="1692" y="565"/>
                    </a:lnTo>
                    <a:lnTo>
                      <a:pt x="1694" y="565"/>
                    </a:lnTo>
                    <a:lnTo>
                      <a:pt x="1695" y="565"/>
                    </a:lnTo>
                    <a:lnTo>
                      <a:pt x="1697" y="565"/>
                    </a:lnTo>
                    <a:lnTo>
                      <a:pt x="1698" y="565"/>
                    </a:lnTo>
                    <a:lnTo>
                      <a:pt x="1699" y="565"/>
                    </a:lnTo>
                    <a:lnTo>
                      <a:pt x="1701" y="565"/>
                    </a:lnTo>
                    <a:lnTo>
                      <a:pt x="1702" y="565"/>
                    </a:lnTo>
                    <a:lnTo>
                      <a:pt x="1704" y="565"/>
                    </a:lnTo>
                    <a:lnTo>
                      <a:pt x="1705" y="565"/>
                    </a:lnTo>
                    <a:lnTo>
                      <a:pt x="1706" y="565"/>
                    </a:lnTo>
                    <a:lnTo>
                      <a:pt x="1708" y="565"/>
                    </a:lnTo>
                    <a:lnTo>
                      <a:pt x="1709" y="565"/>
                    </a:lnTo>
                    <a:lnTo>
                      <a:pt x="1711" y="565"/>
                    </a:lnTo>
                    <a:lnTo>
                      <a:pt x="1712" y="565"/>
                    </a:lnTo>
                    <a:lnTo>
                      <a:pt x="1713" y="565"/>
                    </a:lnTo>
                    <a:lnTo>
                      <a:pt x="1715" y="565"/>
                    </a:lnTo>
                    <a:lnTo>
                      <a:pt x="1716" y="565"/>
                    </a:lnTo>
                    <a:lnTo>
                      <a:pt x="1718" y="565"/>
                    </a:lnTo>
                    <a:lnTo>
                      <a:pt x="1719" y="565"/>
                    </a:lnTo>
                    <a:lnTo>
                      <a:pt x="1720" y="565"/>
                    </a:lnTo>
                    <a:lnTo>
                      <a:pt x="1722" y="565"/>
                    </a:lnTo>
                    <a:lnTo>
                      <a:pt x="1723" y="565"/>
                    </a:lnTo>
                    <a:lnTo>
                      <a:pt x="1725" y="565"/>
                    </a:lnTo>
                    <a:lnTo>
                      <a:pt x="1726" y="565"/>
                    </a:lnTo>
                    <a:lnTo>
                      <a:pt x="1727" y="564"/>
                    </a:lnTo>
                    <a:lnTo>
                      <a:pt x="1729" y="564"/>
                    </a:lnTo>
                    <a:lnTo>
                      <a:pt x="1730" y="564"/>
                    </a:lnTo>
                    <a:lnTo>
                      <a:pt x="1732" y="564"/>
                    </a:lnTo>
                    <a:lnTo>
                      <a:pt x="1733" y="564"/>
                    </a:lnTo>
                    <a:lnTo>
                      <a:pt x="1734" y="564"/>
                    </a:lnTo>
                    <a:lnTo>
                      <a:pt x="1736" y="564"/>
                    </a:lnTo>
                    <a:lnTo>
                      <a:pt x="1737" y="564"/>
                    </a:lnTo>
                    <a:lnTo>
                      <a:pt x="1739" y="564"/>
                    </a:lnTo>
                    <a:lnTo>
                      <a:pt x="1740" y="564"/>
                    </a:lnTo>
                    <a:lnTo>
                      <a:pt x="1742" y="564"/>
                    </a:lnTo>
                    <a:lnTo>
                      <a:pt x="1743" y="564"/>
                    </a:lnTo>
                    <a:lnTo>
                      <a:pt x="1744" y="564"/>
                    </a:lnTo>
                    <a:lnTo>
                      <a:pt x="1746" y="564"/>
                    </a:lnTo>
                    <a:lnTo>
                      <a:pt x="1747" y="564"/>
                    </a:lnTo>
                    <a:lnTo>
                      <a:pt x="1749" y="564"/>
                    </a:lnTo>
                    <a:lnTo>
                      <a:pt x="1750" y="564"/>
                    </a:lnTo>
                    <a:lnTo>
                      <a:pt x="1751" y="564"/>
                    </a:lnTo>
                    <a:lnTo>
                      <a:pt x="1753" y="564"/>
                    </a:lnTo>
                    <a:lnTo>
                      <a:pt x="1754" y="564"/>
                    </a:lnTo>
                    <a:lnTo>
                      <a:pt x="1756" y="564"/>
                    </a:lnTo>
                    <a:lnTo>
                      <a:pt x="1757" y="564"/>
                    </a:lnTo>
                    <a:lnTo>
                      <a:pt x="1758" y="564"/>
                    </a:lnTo>
                    <a:lnTo>
                      <a:pt x="1760" y="564"/>
                    </a:lnTo>
                    <a:lnTo>
                      <a:pt x="1761" y="564"/>
                    </a:lnTo>
                    <a:lnTo>
                      <a:pt x="1763" y="564"/>
                    </a:lnTo>
                    <a:lnTo>
                      <a:pt x="1764" y="564"/>
                    </a:lnTo>
                    <a:lnTo>
                      <a:pt x="1765" y="564"/>
                    </a:lnTo>
                    <a:lnTo>
                      <a:pt x="1767" y="564"/>
                    </a:lnTo>
                    <a:lnTo>
                      <a:pt x="1768" y="564"/>
                    </a:lnTo>
                    <a:lnTo>
                      <a:pt x="1770" y="564"/>
                    </a:lnTo>
                    <a:lnTo>
                      <a:pt x="1771" y="564"/>
                    </a:lnTo>
                    <a:lnTo>
                      <a:pt x="1772" y="564"/>
                    </a:lnTo>
                    <a:lnTo>
                      <a:pt x="1774" y="564"/>
                    </a:lnTo>
                    <a:lnTo>
                      <a:pt x="1775" y="564"/>
                    </a:lnTo>
                    <a:lnTo>
                      <a:pt x="1777" y="564"/>
                    </a:lnTo>
                    <a:lnTo>
                      <a:pt x="1778" y="563"/>
                    </a:lnTo>
                    <a:lnTo>
                      <a:pt x="1779" y="563"/>
                    </a:lnTo>
                    <a:lnTo>
                      <a:pt x="1781" y="563"/>
                    </a:lnTo>
                    <a:lnTo>
                      <a:pt x="1782" y="563"/>
                    </a:lnTo>
                    <a:lnTo>
                      <a:pt x="1784" y="563"/>
                    </a:lnTo>
                    <a:lnTo>
                      <a:pt x="1785" y="563"/>
                    </a:lnTo>
                    <a:lnTo>
                      <a:pt x="1786" y="563"/>
                    </a:lnTo>
                    <a:lnTo>
                      <a:pt x="1788" y="563"/>
                    </a:lnTo>
                    <a:lnTo>
                      <a:pt x="1789" y="563"/>
                    </a:lnTo>
                    <a:lnTo>
                      <a:pt x="1791" y="563"/>
                    </a:lnTo>
                    <a:lnTo>
                      <a:pt x="1792" y="563"/>
                    </a:lnTo>
                    <a:lnTo>
                      <a:pt x="1793" y="563"/>
                    </a:lnTo>
                    <a:lnTo>
                      <a:pt x="1795" y="563"/>
                    </a:lnTo>
                    <a:lnTo>
                      <a:pt x="1796" y="563"/>
                    </a:lnTo>
                    <a:lnTo>
                      <a:pt x="1798" y="563"/>
                    </a:lnTo>
                    <a:lnTo>
                      <a:pt x="1799" y="563"/>
                    </a:lnTo>
                    <a:lnTo>
                      <a:pt x="1800" y="563"/>
                    </a:lnTo>
                    <a:lnTo>
                      <a:pt x="1802" y="563"/>
                    </a:lnTo>
                    <a:lnTo>
                      <a:pt x="1803" y="563"/>
                    </a:lnTo>
                    <a:lnTo>
                      <a:pt x="1805" y="563"/>
                    </a:lnTo>
                    <a:lnTo>
                      <a:pt x="1806" y="563"/>
                    </a:lnTo>
                    <a:lnTo>
                      <a:pt x="1808" y="563"/>
                    </a:lnTo>
                    <a:lnTo>
                      <a:pt x="1809" y="563"/>
                    </a:lnTo>
                    <a:lnTo>
                      <a:pt x="1810" y="563"/>
                    </a:lnTo>
                    <a:lnTo>
                      <a:pt x="1812" y="563"/>
                    </a:lnTo>
                    <a:lnTo>
                      <a:pt x="1813" y="563"/>
                    </a:lnTo>
                    <a:lnTo>
                      <a:pt x="1815" y="563"/>
                    </a:lnTo>
                    <a:lnTo>
                      <a:pt x="1816" y="563"/>
                    </a:lnTo>
                    <a:lnTo>
                      <a:pt x="1817" y="563"/>
                    </a:lnTo>
                    <a:lnTo>
                      <a:pt x="1819" y="563"/>
                    </a:lnTo>
                    <a:lnTo>
                      <a:pt x="1820" y="563"/>
                    </a:lnTo>
                    <a:lnTo>
                      <a:pt x="1822" y="563"/>
                    </a:lnTo>
                    <a:lnTo>
                      <a:pt x="1823" y="563"/>
                    </a:lnTo>
                    <a:lnTo>
                      <a:pt x="1824" y="563"/>
                    </a:lnTo>
                    <a:lnTo>
                      <a:pt x="1826" y="563"/>
                    </a:lnTo>
                    <a:lnTo>
                      <a:pt x="1827" y="563"/>
                    </a:lnTo>
                    <a:lnTo>
                      <a:pt x="1829" y="563"/>
                    </a:lnTo>
                    <a:lnTo>
                      <a:pt x="1830" y="563"/>
                    </a:lnTo>
                    <a:lnTo>
                      <a:pt x="1831" y="563"/>
                    </a:lnTo>
                    <a:lnTo>
                      <a:pt x="1833" y="562"/>
                    </a:lnTo>
                    <a:lnTo>
                      <a:pt x="1834" y="562"/>
                    </a:lnTo>
                    <a:lnTo>
                      <a:pt x="1836" y="562"/>
                    </a:lnTo>
                    <a:lnTo>
                      <a:pt x="1837" y="562"/>
                    </a:lnTo>
                    <a:lnTo>
                      <a:pt x="1838" y="562"/>
                    </a:lnTo>
                    <a:lnTo>
                      <a:pt x="1840" y="562"/>
                    </a:lnTo>
                    <a:lnTo>
                      <a:pt x="1841" y="562"/>
                    </a:lnTo>
                    <a:lnTo>
                      <a:pt x="1843" y="562"/>
                    </a:lnTo>
                    <a:lnTo>
                      <a:pt x="1844" y="562"/>
                    </a:lnTo>
                    <a:lnTo>
                      <a:pt x="1845" y="562"/>
                    </a:lnTo>
                    <a:lnTo>
                      <a:pt x="1847" y="562"/>
                    </a:lnTo>
                    <a:lnTo>
                      <a:pt x="1848" y="562"/>
                    </a:lnTo>
                    <a:lnTo>
                      <a:pt x="1850" y="562"/>
                    </a:lnTo>
                    <a:lnTo>
                      <a:pt x="1851" y="562"/>
                    </a:lnTo>
                    <a:lnTo>
                      <a:pt x="1852" y="562"/>
                    </a:lnTo>
                    <a:lnTo>
                      <a:pt x="1854" y="562"/>
                    </a:lnTo>
                    <a:lnTo>
                      <a:pt x="1855" y="562"/>
                    </a:lnTo>
                    <a:lnTo>
                      <a:pt x="1857" y="562"/>
                    </a:lnTo>
                    <a:lnTo>
                      <a:pt x="1858" y="562"/>
                    </a:lnTo>
                    <a:lnTo>
                      <a:pt x="1859" y="562"/>
                    </a:lnTo>
                    <a:lnTo>
                      <a:pt x="1861" y="562"/>
                    </a:lnTo>
                    <a:lnTo>
                      <a:pt x="1862" y="562"/>
                    </a:lnTo>
                    <a:lnTo>
                      <a:pt x="1864" y="562"/>
                    </a:lnTo>
                    <a:lnTo>
                      <a:pt x="1865" y="562"/>
                    </a:lnTo>
                    <a:lnTo>
                      <a:pt x="1866" y="562"/>
                    </a:lnTo>
                    <a:lnTo>
                      <a:pt x="1868" y="562"/>
                    </a:lnTo>
                    <a:lnTo>
                      <a:pt x="1869" y="562"/>
                    </a:lnTo>
                    <a:lnTo>
                      <a:pt x="1871" y="562"/>
                    </a:lnTo>
                    <a:lnTo>
                      <a:pt x="1872" y="562"/>
                    </a:lnTo>
                    <a:lnTo>
                      <a:pt x="1874" y="562"/>
                    </a:lnTo>
                    <a:lnTo>
                      <a:pt x="1875" y="562"/>
                    </a:lnTo>
                    <a:lnTo>
                      <a:pt x="1876" y="562"/>
                    </a:lnTo>
                    <a:lnTo>
                      <a:pt x="1878" y="562"/>
                    </a:lnTo>
                    <a:lnTo>
                      <a:pt x="1879" y="562"/>
                    </a:lnTo>
                    <a:lnTo>
                      <a:pt x="1881" y="562"/>
                    </a:lnTo>
                    <a:lnTo>
                      <a:pt x="1882" y="562"/>
                    </a:lnTo>
                    <a:lnTo>
                      <a:pt x="1883" y="562"/>
                    </a:lnTo>
                    <a:lnTo>
                      <a:pt x="1885" y="562"/>
                    </a:lnTo>
                    <a:lnTo>
                      <a:pt x="1886" y="562"/>
                    </a:lnTo>
                    <a:lnTo>
                      <a:pt x="1888" y="562"/>
                    </a:lnTo>
                    <a:lnTo>
                      <a:pt x="1889" y="562"/>
                    </a:lnTo>
                    <a:lnTo>
                      <a:pt x="1890" y="562"/>
                    </a:lnTo>
                    <a:lnTo>
                      <a:pt x="1892" y="562"/>
                    </a:lnTo>
                    <a:lnTo>
                      <a:pt x="1893" y="562"/>
                    </a:lnTo>
                    <a:lnTo>
                      <a:pt x="1895" y="562"/>
                    </a:lnTo>
                    <a:lnTo>
                      <a:pt x="1896" y="562"/>
                    </a:lnTo>
                    <a:lnTo>
                      <a:pt x="1897" y="561"/>
                    </a:lnTo>
                    <a:lnTo>
                      <a:pt x="1899" y="561"/>
                    </a:lnTo>
                    <a:lnTo>
                      <a:pt x="1900" y="561"/>
                    </a:lnTo>
                    <a:lnTo>
                      <a:pt x="1902" y="561"/>
                    </a:lnTo>
                    <a:lnTo>
                      <a:pt x="1903" y="561"/>
                    </a:lnTo>
                    <a:lnTo>
                      <a:pt x="1904" y="561"/>
                    </a:lnTo>
                    <a:lnTo>
                      <a:pt x="1906" y="561"/>
                    </a:lnTo>
                    <a:lnTo>
                      <a:pt x="1907" y="561"/>
                    </a:lnTo>
                    <a:lnTo>
                      <a:pt x="1909" y="561"/>
                    </a:lnTo>
                    <a:lnTo>
                      <a:pt x="1910" y="561"/>
                    </a:lnTo>
                    <a:lnTo>
                      <a:pt x="1911" y="561"/>
                    </a:lnTo>
                    <a:lnTo>
                      <a:pt x="1913" y="561"/>
                    </a:lnTo>
                    <a:lnTo>
                      <a:pt x="1914" y="561"/>
                    </a:lnTo>
                    <a:lnTo>
                      <a:pt x="1916" y="561"/>
                    </a:lnTo>
                    <a:lnTo>
                      <a:pt x="1917" y="561"/>
                    </a:lnTo>
                    <a:lnTo>
                      <a:pt x="1918" y="561"/>
                    </a:lnTo>
                    <a:lnTo>
                      <a:pt x="1920" y="561"/>
                    </a:lnTo>
                    <a:lnTo>
                      <a:pt x="1921" y="561"/>
                    </a:lnTo>
                    <a:lnTo>
                      <a:pt x="1923" y="561"/>
                    </a:lnTo>
                    <a:lnTo>
                      <a:pt x="1924" y="561"/>
                    </a:lnTo>
                    <a:lnTo>
                      <a:pt x="1925" y="561"/>
                    </a:lnTo>
                    <a:lnTo>
                      <a:pt x="1927" y="561"/>
                    </a:lnTo>
                    <a:lnTo>
                      <a:pt x="1928" y="561"/>
                    </a:lnTo>
                    <a:lnTo>
                      <a:pt x="1930" y="561"/>
                    </a:lnTo>
                    <a:lnTo>
                      <a:pt x="1931" y="561"/>
                    </a:lnTo>
                    <a:lnTo>
                      <a:pt x="1933" y="561"/>
                    </a:lnTo>
                    <a:lnTo>
                      <a:pt x="1934" y="561"/>
                    </a:lnTo>
                    <a:lnTo>
                      <a:pt x="1935" y="561"/>
                    </a:lnTo>
                    <a:lnTo>
                      <a:pt x="1937" y="561"/>
                    </a:lnTo>
                    <a:lnTo>
                      <a:pt x="1938" y="561"/>
                    </a:lnTo>
                    <a:lnTo>
                      <a:pt x="1940" y="561"/>
                    </a:lnTo>
                    <a:lnTo>
                      <a:pt x="1941" y="561"/>
                    </a:lnTo>
                    <a:lnTo>
                      <a:pt x="1942" y="561"/>
                    </a:lnTo>
                    <a:lnTo>
                      <a:pt x="1944" y="561"/>
                    </a:lnTo>
                    <a:lnTo>
                      <a:pt x="1945" y="561"/>
                    </a:lnTo>
                    <a:lnTo>
                      <a:pt x="1947" y="561"/>
                    </a:lnTo>
                    <a:lnTo>
                      <a:pt x="1948" y="561"/>
                    </a:lnTo>
                    <a:lnTo>
                      <a:pt x="1949" y="561"/>
                    </a:lnTo>
                    <a:lnTo>
                      <a:pt x="1951" y="561"/>
                    </a:lnTo>
                    <a:lnTo>
                      <a:pt x="1952" y="561"/>
                    </a:lnTo>
                    <a:lnTo>
                      <a:pt x="1954" y="561"/>
                    </a:lnTo>
                    <a:lnTo>
                      <a:pt x="1955" y="561"/>
                    </a:lnTo>
                    <a:lnTo>
                      <a:pt x="1956" y="561"/>
                    </a:lnTo>
                    <a:lnTo>
                      <a:pt x="1958" y="561"/>
                    </a:lnTo>
                    <a:lnTo>
                      <a:pt x="1959" y="561"/>
                    </a:lnTo>
                    <a:lnTo>
                      <a:pt x="1961" y="561"/>
                    </a:lnTo>
                    <a:lnTo>
                      <a:pt x="1962" y="560"/>
                    </a:lnTo>
                    <a:lnTo>
                      <a:pt x="1963" y="560"/>
                    </a:lnTo>
                    <a:lnTo>
                      <a:pt x="1965" y="560"/>
                    </a:lnTo>
                    <a:lnTo>
                      <a:pt x="1966" y="560"/>
                    </a:lnTo>
                    <a:lnTo>
                      <a:pt x="1968" y="560"/>
                    </a:lnTo>
                    <a:lnTo>
                      <a:pt x="1969" y="560"/>
                    </a:lnTo>
                    <a:lnTo>
                      <a:pt x="1970" y="560"/>
                    </a:lnTo>
                    <a:lnTo>
                      <a:pt x="1972" y="560"/>
                    </a:lnTo>
                    <a:lnTo>
                      <a:pt x="1973" y="560"/>
                    </a:lnTo>
                    <a:lnTo>
                      <a:pt x="1975" y="560"/>
                    </a:lnTo>
                    <a:lnTo>
                      <a:pt x="1976" y="560"/>
                    </a:lnTo>
                    <a:lnTo>
                      <a:pt x="1977" y="560"/>
                    </a:lnTo>
                    <a:lnTo>
                      <a:pt x="1979" y="560"/>
                    </a:lnTo>
                    <a:lnTo>
                      <a:pt x="1980" y="560"/>
                    </a:lnTo>
                    <a:lnTo>
                      <a:pt x="1982" y="560"/>
                    </a:lnTo>
                    <a:lnTo>
                      <a:pt x="1983" y="560"/>
                    </a:lnTo>
                    <a:lnTo>
                      <a:pt x="1984" y="560"/>
                    </a:lnTo>
                    <a:lnTo>
                      <a:pt x="1986" y="560"/>
                    </a:lnTo>
                    <a:lnTo>
                      <a:pt x="1987" y="560"/>
                    </a:lnTo>
                    <a:lnTo>
                      <a:pt x="1989" y="560"/>
                    </a:lnTo>
                    <a:lnTo>
                      <a:pt x="1990" y="560"/>
                    </a:lnTo>
                    <a:lnTo>
                      <a:pt x="1991" y="560"/>
                    </a:lnTo>
                    <a:lnTo>
                      <a:pt x="1993" y="560"/>
                    </a:lnTo>
                    <a:lnTo>
                      <a:pt x="1994" y="560"/>
                    </a:lnTo>
                    <a:lnTo>
                      <a:pt x="1996" y="561"/>
                    </a:lnTo>
                    <a:lnTo>
                      <a:pt x="1997" y="561"/>
                    </a:lnTo>
                    <a:lnTo>
                      <a:pt x="1999" y="562"/>
                    </a:lnTo>
                    <a:lnTo>
                      <a:pt x="2000" y="562"/>
                    </a:lnTo>
                    <a:lnTo>
                      <a:pt x="2001" y="561"/>
                    </a:lnTo>
                    <a:lnTo>
                      <a:pt x="2003" y="562"/>
                    </a:lnTo>
                    <a:lnTo>
                      <a:pt x="2004" y="562"/>
                    </a:lnTo>
                    <a:lnTo>
                      <a:pt x="2006" y="562"/>
                    </a:lnTo>
                    <a:lnTo>
                      <a:pt x="2007" y="562"/>
                    </a:lnTo>
                    <a:lnTo>
                      <a:pt x="2008" y="562"/>
                    </a:lnTo>
                    <a:lnTo>
                      <a:pt x="2010" y="562"/>
                    </a:lnTo>
                    <a:lnTo>
                      <a:pt x="2011" y="562"/>
                    </a:lnTo>
                    <a:lnTo>
                      <a:pt x="2013" y="562"/>
                    </a:lnTo>
                    <a:lnTo>
                      <a:pt x="2014" y="559"/>
                    </a:lnTo>
                    <a:lnTo>
                      <a:pt x="2015" y="559"/>
                    </a:lnTo>
                    <a:lnTo>
                      <a:pt x="2017" y="559"/>
                    </a:lnTo>
                    <a:lnTo>
                      <a:pt x="2018" y="559"/>
                    </a:lnTo>
                    <a:lnTo>
                      <a:pt x="2020" y="559"/>
                    </a:lnTo>
                    <a:lnTo>
                      <a:pt x="2021" y="559"/>
                    </a:lnTo>
                    <a:lnTo>
                      <a:pt x="2022" y="558"/>
                    </a:lnTo>
                    <a:lnTo>
                      <a:pt x="2024" y="558"/>
                    </a:lnTo>
                    <a:lnTo>
                      <a:pt x="2025" y="558"/>
                    </a:lnTo>
                    <a:lnTo>
                      <a:pt x="2027" y="558"/>
                    </a:lnTo>
                    <a:lnTo>
                      <a:pt x="2028" y="559"/>
                    </a:lnTo>
                    <a:lnTo>
                      <a:pt x="2029" y="561"/>
                    </a:lnTo>
                    <a:lnTo>
                      <a:pt x="2031" y="561"/>
                    </a:lnTo>
                    <a:lnTo>
                      <a:pt x="2032" y="562"/>
                    </a:lnTo>
                    <a:lnTo>
                      <a:pt x="2034" y="562"/>
                    </a:lnTo>
                    <a:lnTo>
                      <a:pt x="2035" y="562"/>
                    </a:lnTo>
                    <a:lnTo>
                      <a:pt x="2036" y="562"/>
                    </a:lnTo>
                    <a:lnTo>
                      <a:pt x="2038" y="562"/>
                    </a:lnTo>
                    <a:lnTo>
                      <a:pt x="2039" y="561"/>
                    </a:lnTo>
                    <a:lnTo>
                      <a:pt x="2041" y="560"/>
                    </a:lnTo>
                    <a:lnTo>
                      <a:pt x="2042" y="559"/>
                    </a:lnTo>
                    <a:lnTo>
                      <a:pt x="2043" y="558"/>
                    </a:lnTo>
                    <a:lnTo>
                      <a:pt x="2045" y="557"/>
                    </a:lnTo>
                    <a:lnTo>
                      <a:pt x="2046" y="556"/>
                    </a:lnTo>
                    <a:lnTo>
                      <a:pt x="2048" y="556"/>
                    </a:lnTo>
                    <a:lnTo>
                      <a:pt x="2049" y="556"/>
                    </a:lnTo>
                    <a:lnTo>
                      <a:pt x="2050" y="556"/>
                    </a:lnTo>
                    <a:lnTo>
                      <a:pt x="2052" y="556"/>
                    </a:lnTo>
                    <a:lnTo>
                      <a:pt x="2053" y="556"/>
                    </a:lnTo>
                    <a:lnTo>
                      <a:pt x="2055" y="556"/>
                    </a:lnTo>
                    <a:lnTo>
                      <a:pt x="2056" y="556"/>
                    </a:lnTo>
                    <a:lnTo>
                      <a:pt x="2057" y="555"/>
                    </a:lnTo>
                    <a:lnTo>
                      <a:pt x="2059" y="555"/>
                    </a:lnTo>
                    <a:lnTo>
                      <a:pt x="2060" y="556"/>
                    </a:lnTo>
                    <a:lnTo>
                      <a:pt x="2062" y="555"/>
                    </a:lnTo>
                    <a:lnTo>
                      <a:pt x="2063" y="555"/>
                    </a:lnTo>
                    <a:lnTo>
                      <a:pt x="2065" y="555"/>
                    </a:lnTo>
                    <a:lnTo>
                      <a:pt x="2066" y="555"/>
                    </a:lnTo>
                    <a:lnTo>
                      <a:pt x="2067" y="555"/>
                    </a:lnTo>
                    <a:lnTo>
                      <a:pt x="2069" y="556"/>
                    </a:lnTo>
                    <a:lnTo>
                      <a:pt x="2070" y="556"/>
                    </a:lnTo>
                    <a:lnTo>
                      <a:pt x="2072" y="556"/>
                    </a:lnTo>
                    <a:lnTo>
                      <a:pt x="2073" y="556"/>
                    </a:lnTo>
                    <a:lnTo>
                      <a:pt x="2074" y="556"/>
                    </a:lnTo>
                    <a:lnTo>
                      <a:pt x="2076" y="555"/>
                    </a:lnTo>
                    <a:lnTo>
                      <a:pt x="2077" y="555"/>
                    </a:lnTo>
                    <a:lnTo>
                      <a:pt x="2079" y="555"/>
                    </a:lnTo>
                    <a:lnTo>
                      <a:pt x="2080" y="555"/>
                    </a:lnTo>
                    <a:lnTo>
                      <a:pt x="2081" y="555"/>
                    </a:lnTo>
                    <a:lnTo>
                      <a:pt x="2083" y="555"/>
                    </a:lnTo>
                    <a:lnTo>
                      <a:pt x="2084" y="556"/>
                    </a:lnTo>
                    <a:lnTo>
                      <a:pt x="2086" y="556"/>
                    </a:lnTo>
                    <a:lnTo>
                      <a:pt x="2087" y="556"/>
                    </a:lnTo>
                    <a:lnTo>
                      <a:pt x="2088" y="555"/>
                    </a:lnTo>
                    <a:lnTo>
                      <a:pt x="2090" y="555"/>
                    </a:lnTo>
                    <a:lnTo>
                      <a:pt x="2091" y="555"/>
                    </a:lnTo>
                    <a:lnTo>
                      <a:pt x="2093" y="555"/>
                    </a:lnTo>
                    <a:lnTo>
                      <a:pt x="2094" y="555"/>
                    </a:lnTo>
                    <a:lnTo>
                      <a:pt x="2095" y="555"/>
                    </a:lnTo>
                    <a:lnTo>
                      <a:pt x="2097" y="555"/>
                    </a:lnTo>
                    <a:lnTo>
                      <a:pt x="2098" y="555"/>
                    </a:lnTo>
                    <a:lnTo>
                      <a:pt x="2100" y="555"/>
                    </a:lnTo>
                    <a:lnTo>
                      <a:pt x="2101" y="555"/>
                    </a:lnTo>
                    <a:lnTo>
                      <a:pt x="2102" y="555"/>
                    </a:lnTo>
                    <a:lnTo>
                      <a:pt x="2104" y="555"/>
                    </a:lnTo>
                    <a:lnTo>
                      <a:pt x="2105" y="555"/>
                    </a:lnTo>
                    <a:lnTo>
                      <a:pt x="2107" y="555"/>
                    </a:lnTo>
                    <a:lnTo>
                      <a:pt x="2108" y="555"/>
                    </a:lnTo>
                    <a:lnTo>
                      <a:pt x="2109" y="555"/>
                    </a:lnTo>
                    <a:lnTo>
                      <a:pt x="2111" y="555"/>
                    </a:lnTo>
                    <a:lnTo>
                      <a:pt x="2112" y="555"/>
                    </a:lnTo>
                    <a:lnTo>
                      <a:pt x="2114" y="555"/>
                    </a:lnTo>
                    <a:lnTo>
                      <a:pt x="2115" y="556"/>
                    </a:lnTo>
                    <a:lnTo>
                      <a:pt x="2116" y="556"/>
                    </a:lnTo>
                    <a:lnTo>
                      <a:pt x="2118" y="556"/>
                    </a:lnTo>
                    <a:lnTo>
                      <a:pt x="2119" y="556"/>
                    </a:lnTo>
                    <a:lnTo>
                      <a:pt x="2121" y="556"/>
                    </a:lnTo>
                    <a:lnTo>
                      <a:pt x="2122" y="556"/>
                    </a:lnTo>
                    <a:lnTo>
                      <a:pt x="2124" y="556"/>
                    </a:lnTo>
                    <a:lnTo>
                      <a:pt x="2125" y="556"/>
                    </a:lnTo>
                    <a:lnTo>
                      <a:pt x="2126" y="556"/>
                    </a:lnTo>
                    <a:lnTo>
                      <a:pt x="2128" y="556"/>
                    </a:lnTo>
                    <a:lnTo>
                      <a:pt x="2129" y="556"/>
                    </a:lnTo>
                    <a:lnTo>
                      <a:pt x="2131" y="556"/>
                    </a:lnTo>
                    <a:lnTo>
                      <a:pt x="2132" y="556"/>
                    </a:lnTo>
                    <a:lnTo>
                      <a:pt x="2133" y="556"/>
                    </a:lnTo>
                    <a:lnTo>
                      <a:pt x="2135" y="556"/>
                    </a:lnTo>
                    <a:lnTo>
                      <a:pt x="2136" y="556"/>
                    </a:lnTo>
                    <a:lnTo>
                      <a:pt x="2138" y="556"/>
                    </a:lnTo>
                    <a:lnTo>
                      <a:pt x="2139" y="556"/>
                    </a:lnTo>
                    <a:lnTo>
                      <a:pt x="2140" y="556"/>
                    </a:lnTo>
                    <a:lnTo>
                      <a:pt x="2142" y="556"/>
                    </a:lnTo>
                    <a:lnTo>
                      <a:pt x="2143" y="556"/>
                    </a:lnTo>
                    <a:lnTo>
                      <a:pt x="2145" y="556"/>
                    </a:lnTo>
                    <a:lnTo>
                      <a:pt x="2146" y="556"/>
                    </a:lnTo>
                    <a:lnTo>
                      <a:pt x="2147" y="555"/>
                    </a:lnTo>
                    <a:lnTo>
                      <a:pt x="2149" y="555"/>
                    </a:lnTo>
                    <a:lnTo>
                      <a:pt x="2150" y="555"/>
                    </a:lnTo>
                    <a:lnTo>
                      <a:pt x="2152" y="555"/>
                    </a:lnTo>
                    <a:lnTo>
                      <a:pt x="2153" y="555"/>
                    </a:lnTo>
                    <a:lnTo>
                      <a:pt x="2154" y="555"/>
                    </a:lnTo>
                    <a:lnTo>
                      <a:pt x="2156" y="555"/>
                    </a:lnTo>
                    <a:lnTo>
                      <a:pt x="2157" y="555"/>
                    </a:lnTo>
                    <a:lnTo>
                      <a:pt x="2159" y="555"/>
                    </a:lnTo>
                    <a:lnTo>
                      <a:pt x="2160" y="555"/>
                    </a:lnTo>
                    <a:lnTo>
                      <a:pt x="2161" y="555"/>
                    </a:lnTo>
                  </a:path>
                </a:pathLst>
              </a:custGeom>
              <a:noFill/>
              <a:ln cap="flat" cmpd="sng" w="25400">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815" name="Google Shape;815;p18"/>
              <p:cNvSpPr/>
              <p:nvPr/>
            </p:nvSpPr>
            <p:spPr>
              <a:xfrm flipH="1" rot="10800000">
                <a:off x="10529888" y="3981450"/>
                <a:ext cx="350837" cy="14287"/>
              </a:xfrm>
              <a:custGeom>
                <a:rect b="b" l="l" r="r" t="t"/>
                <a:pathLst>
                  <a:path extrusionOk="0" h="10" w="238">
                    <a:moveTo>
                      <a:pt x="0" y="10"/>
                    </a:moveTo>
                    <a:lnTo>
                      <a:pt x="1" y="10"/>
                    </a:lnTo>
                    <a:lnTo>
                      <a:pt x="2" y="10"/>
                    </a:lnTo>
                    <a:lnTo>
                      <a:pt x="4" y="10"/>
                    </a:lnTo>
                    <a:lnTo>
                      <a:pt x="5" y="10"/>
                    </a:lnTo>
                    <a:lnTo>
                      <a:pt x="7" y="10"/>
                    </a:lnTo>
                    <a:lnTo>
                      <a:pt x="8" y="10"/>
                    </a:lnTo>
                    <a:lnTo>
                      <a:pt x="9" y="10"/>
                    </a:lnTo>
                    <a:lnTo>
                      <a:pt x="11" y="10"/>
                    </a:lnTo>
                    <a:lnTo>
                      <a:pt x="12" y="10"/>
                    </a:lnTo>
                    <a:lnTo>
                      <a:pt x="14" y="10"/>
                    </a:lnTo>
                    <a:lnTo>
                      <a:pt x="15" y="10"/>
                    </a:lnTo>
                    <a:lnTo>
                      <a:pt x="16" y="7"/>
                    </a:lnTo>
                    <a:lnTo>
                      <a:pt x="18" y="7"/>
                    </a:lnTo>
                    <a:lnTo>
                      <a:pt x="19" y="6"/>
                    </a:lnTo>
                    <a:lnTo>
                      <a:pt x="21" y="6"/>
                    </a:lnTo>
                    <a:lnTo>
                      <a:pt x="22" y="6"/>
                    </a:lnTo>
                    <a:lnTo>
                      <a:pt x="23" y="6"/>
                    </a:lnTo>
                    <a:lnTo>
                      <a:pt x="25" y="6"/>
                    </a:lnTo>
                    <a:lnTo>
                      <a:pt x="26" y="6"/>
                    </a:lnTo>
                    <a:lnTo>
                      <a:pt x="28" y="6"/>
                    </a:lnTo>
                    <a:lnTo>
                      <a:pt x="29" y="5"/>
                    </a:lnTo>
                    <a:lnTo>
                      <a:pt x="31" y="5"/>
                    </a:lnTo>
                    <a:lnTo>
                      <a:pt x="32" y="8"/>
                    </a:lnTo>
                    <a:lnTo>
                      <a:pt x="33" y="8"/>
                    </a:lnTo>
                    <a:lnTo>
                      <a:pt x="35" y="8"/>
                    </a:lnTo>
                    <a:lnTo>
                      <a:pt x="36" y="8"/>
                    </a:lnTo>
                    <a:lnTo>
                      <a:pt x="38" y="8"/>
                    </a:lnTo>
                    <a:lnTo>
                      <a:pt x="39" y="8"/>
                    </a:lnTo>
                    <a:lnTo>
                      <a:pt x="40" y="8"/>
                    </a:lnTo>
                    <a:lnTo>
                      <a:pt x="42" y="7"/>
                    </a:lnTo>
                    <a:lnTo>
                      <a:pt x="43" y="7"/>
                    </a:lnTo>
                    <a:lnTo>
                      <a:pt x="45" y="6"/>
                    </a:lnTo>
                    <a:lnTo>
                      <a:pt x="46" y="4"/>
                    </a:lnTo>
                    <a:lnTo>
                      <a:pt x="47" y="3"/>
                    </a:lnTo>
                    <a:lnTo>
                      <a:pt x="49" y="3"/>
                    </a:lnTo>
                    <a:lnTo>
                      <a:pt x="50" y="2"/>
                    </a:lnTo>
                    <a:lnTo>
                      <a:pt x="52" y="2"/>
                    </a:lnTo>
                    <a:lnTo>
                      <a:pt x="53" y="3"/>
                    </a:lnTo>
                    <a:lnTo>
                      <a:pt x="54" y="2"/>
                    </a:lnTo>
                    <a:lnTo>
                      <a:pt x="56" y="3"/>
                    </a:lnTo>
                    <a:lnTo>
                      <a:pt x="57" y="3"/>
                    </a:lnTo>
                    <a:lnTo>
                      <a:pt x="59" y="3"/>
                    </a:lnTo>
                    <a:lnTo>
                      <a:pt x="60" y="1"/>
                    </a:lnTo>
                    <a:lnTo>
                      <a:pt x="61" y="0"/>
                    </a:lnTo>
                    <a:lnTo>
                      <a:pt x="63" y="2"/>
                    </a:lnTo>
                    <a:lnTo>
                      <a:pt x="64" y="1"/>
                    </a:lnTo>
                    <a:lnTo>
                      <a:pt x="66" y="1"/>
                    </a:lnTo>
                    <a:lnTo>
                      <a:pt x="67" y="2"/>
                    </a:lnTo>
                    <a:lnTo>
                      <a:pt x="68" y="2"/>
                    </a:lnTo>
                    <a:lnTo>
                      <a:pt x="70" y="2"/>
                    </a:lnTo>
                    <a:lnTo>
                      <a:pt x="71" y="2"/>
                    </a:lnTo>
                    <a:lnTo>
                      <a:pt x="73" y="2"/>
                    </a:lnTo>
                    <a:lnTo>
                      <a:pt x="74" y="2"/>
                    </a:lnTo>
                    <a:lnTo>
                      <a:pt x="75" y="2"/>
                    </a:lnTo>
                    <a:lnTo>
                      <a:pt x="77" y="2"/>
                    </a:lnTo>
                    <a:lnTo>
                      <a:pt x="78" y="2"/>
                    </a:lnTo>
                    <a:lnTo>
                      <a:pt x="80" y="2"/>
                    </a:lnTo>
                    <a:lnTo>
                      <a:pt x="81" y="2"/>
                    </a:lnTo>
                    <a:lnTo>
                      <a:pt x="82" y="2"/>
                    </a:lnTo>
                    <a:lnTo>
                      <a:pt x="84" y="2"/>
                    </a:lnTo>
                    <a:lnTo>
                      <a:pt x="85" y="2"/>
                    </a:lnTo>
                    <a:lnTo>
                      <a:pt x="87" y="2"/>
                    </a:lnTo>
                    <a:lnTo>
                      <a:pt x="88" y="2"/>
                    </a:lnTo>
                    <a:lnTo>
                      <a:pt x="90" y="2"/>
                    </a:lnTo>
                    <a:lnTo>
                      <a:pt x="91" y="2"/>
                    </a:lnTo>
                    <a:lnTo>
                      <a:pt x="92" y="2"/>
                    </a:lnTo>
                    <a:lnTo>
                      <a:pt x="94" y="2"/>
                    </a:lnTo>
                    <a:lnTo>
                      <a:pt x="95" y="2"/>
                    </a:lnTo>
                    <a:lnTo>
                      <a:pt x="97" y="2"/>
                    </a:lnTo>
                    <a:lnTo>
                      <a:pt x="98" y="2"/>
                    </a:lnTo>
                    <a:lnTo>
                      <a:pt x="99" y="2"/>
                    </a:lnTo>
                    <a:lnTo>
                      <a:pt x="101" y="2"/>
                    </a:lnTo>
                    <a:lnTo>
                      <a:pt x="102" y="2"/>
                    </a:lnTo>
                    <a:lnTo>
                      <a:pt x="104" y="2"/>
                    </a:lnTo>
                    <a:lnTo>
                      <a:pt x="105" y="2"/>
                    </a:lnTo>
                    <a:lnTo>
                      <a:pt x="106" y="2"/>
                    </a:lnTo>
                    <a:lnTo>
                      <a:pt x="108" y="2"/>
                    </a:lnTo>
                    <a:lnTo>
                      <a:pt x="109" y="2"/>
                    </a:lnTo>
                    <a:lnTo>
                      <a:pt x="111" y="2"/>
                    </a:lnTo>
                    <a:lnTo>
                      <a:pt x="112" y="2"/>
                    </a:lnTo>
                    <a:lnTo>
                      <a:pt x="113" y="2"/>
                    </a:lnTo>
                    <a:lnTo>
                      <a:pt x="115" y="2"/>
                    </a:lnTo>
                    <a:lnTo>
                      <a:pt x="116" y="2"/>
                    </a:lnTo>
                    <a:lnTo>
                      <a:pt x="118" y="2"/>
                    </a:lnTo>
                    <a:lnTo>
                      <a:pt x="119" y="2"/>
                    </a:lnTo>
                    <a:lnTo>
                      <a:pt x="120" y="2"/>
                    </a:lnTo>
                    <a:lnTo>
                      <a:pt x="122" y="2"/>
                    </a:lnTo>
                    <a:lnTo>
                      <a:pt x="123" y="2"/>
                    </a:lnTo>
                    <a:lnTo>
                      <a:pt x="125" y="2"/>
                    </a:lnTo>
                    <a:lnTo>
                      <a:pt x="126" y="2"/>
                    </a:lnTo>
                    <a:lnTo>
                      <a:pt x="127" y="2"/>
                    </a:lnTo>
                    <a:lnTo>
                      <a:pt x="129" y="3"/>
                    </a:lnTo>
                    <a:lnTo>
                      <a:pt x="130" y="3"/>
                    </a:lnTo>
                    <a:lnTo>
                      <a:pt x="132" y="3"/>
                    </a:lnTo>
                    <a:lnTo>
                      <a:pt x="133" y="3"/>
                    </a:lnTo>
                    <a:lnTo>
                      <a:pt x="134" y="3"/>
                    </a:lnTo>
                    <a:lnTo>
                      <a:pt x="136" y="3"/>
                    </a:lnTo>
                    <a:lnTo>
                      <a:pt x="137" y="3"/>
                    </a:lnTo>
                    <a:lnTo>
                      <a:pt x="139" y="3"/>
                    </a:lnTo>
                    <a:lnTo>
                      <a:pt x="140" y="3"/>
                    </a:lnTo>
                    <a:lnTo>
                      <a:pt x="141" y="3"/>
                    </a:lnTo>
                    <a:lnTo>
                      <a:pt x="143" y="3"/>
                    </a:lnTo>
                    <a:lnTo>
                      <a:pt x="144" y="3"/>
                    </a:lnTo>
                    <a:lnTo>
                      <a:pt x="146" y="3"/>
                    </a:lnTo>
                    <a:lnTo>
                      <a:pt x="147" y="3"/>
                    </a:lnTo>
                    <a:lnTo>
                      <a:pt x="148" y="3"/>
                    </a:lnTo>
                    <a:lnTo>
                      <a:pt x="150" y="3"/>
                    </a:lnTo>
                    <a:lnTo>
                      <a:pt x="151" y="3"/>
                    </a:lnTo>
                    <a:lnTo>
                      <a:pt x="153" y="3"/>
                    </a:lnTo>
                    <a:lnTo>
                      <a:pt x="154" y="3"/>
                    </a:lnTo>
                    <a:lnTo>
                      <a:pt x="156" y="3"/>
                    </a:lnTo>
                    <a:lnTo>
                      <a:pt x="157" y="3"/>
                    </a:lnTo>
                    <a:lnTo>
                      <a:pt x="158" y="3"/>
                    </a:lnTo>
                    <a:lnTo>
                      <a:pt x="160" y="3"/>
                    </a:lnTo>
                    <a:lnTo>
                      <a:pt x="161" y="3"/>
                    </a:lnTo>
                    <a:lnTo>
                      <a:pt x="163" y="3"/>
                    </a:lnTo>
                    <a:lnTo>
                      <a:pt x="164" y="3"/>
                    </a:lnTo>
                    <a:lnTo>
                      <a:pt x="165" y="3"/>
                    </a:lnTo>
                    <a:lnTo>
                      <a:pt x="167" y="3"/>
                    </a:lnTo>
                    <a:lnTo>
                      <a:pt x="168" y="3"/>
                    </a:lnTo>
                    <a:lnTo>
                      <a:pt x="170" y="3"/>
                    </a:lnTo>
                    <a:lnTo>
                      <a:pt x="171" y="3"/>
                    </a:lnTo>
                    <a:lnTo>
                      <a:pt x="172" y="3"/>
                    </a:lnTo>
                    <a:lnTo>
                      <a:pt x="174" y="3"/>
                    </a:lnTo>
                    <a:lnTo>
                      <a:pt x="175" y="3"/>
                    </a:lnTo>
                    <a:lnTo>
                      <a:pt x="177" y="3"/>
                    </a:lnTo>
                    <a:lnTo>
                      <a:pt x="178" y="3"/>
                    </a:lnTo>
                    <a:lnTo>
                      <a:pt x="179" y="3"/>
                    </a:lnTo>
                    <a:lnTo>
                      <a:pt x="181" y="3"/>
                    </a:lnTo>
                    <a:lnTo>
                      <a:pt x="182" y="4"/>
                    </a:lnTo>
                    <a:lnTo>
                      <a:pt x="184" y="4"/>
                    </a:lnTo>
                    <a:lnTo>
                      <a:pt x="185" y="4"/>
                    </a:lnTo>
                    <a:lnTo>
                      <a:pt x="186" y="4"/>
                    </a:lnTo>
                    <a:lnTo>
                      <a:pt x="188" y="4"/>
                    </a:lnTo>
                    <a:lnTo>
                      <a:pt x="189" y="4"/>
                    </a:lnTo>
                    <a:lnTo>
                      <a:pt x="191" y="4"/>
                    </a:lnTo>
                    <a:lnTo>
                      <a:pt x="192" y="4"/>
                    </a:lnTo>
                    <a:lnTo>
                      <a:pt x="193" y="4"/>
                    </a:lnTo>
                    <a:lnTo>
                      <a:pt x="195" y="4"/>
                    </a:lnTo>
                    <a:lnTo>
                      <a:pt x="196" y="4"/>
                    </a:lnTo>
                    <a:lnTo>
                      <a:pt x="198" y="4"/>
                    </a:lnTo>
                    <a:lnTo>
                      <a:pt x="199" y="4"/>
                    </a:lnTo>
                    <a:lnTo>
                      <a:pt x="200" y="4"/>
                    </a:lnTo>
                    <a:lnTo>
                      <a:pt x="202" y="4"/>
                    </a:lnTo>
                    <a:lnTo>
                      <a:pt x="203" y="4"/>
                    </a:lnTo>
                    <a:lnTo>
                      <a:pt x="205" y="4"/>
                    </a:lnTo>
                    <a:lnTo>
                      <a:pt x="206" y="4"/>
                    </a:lnTo>
                    <a:lnTo>
                      <a:pt x="207" y="4"/>
                    </a:lnTo>
                    <a:lnTo>
                      <a:pt x="209" y="4"/>
                    </a:lnTo>
                    <a:lnTo>
                      <a:pt x="210" y="4"/>
                    </a:lnTo>
                    <a:lnTo>
                      <a:pt x="212" y="4"/>
                    </a:lnTo>
                    <a:lnTo>
                      <a:pt x="213" y="4"/>
                    </a:lnTo>
                    <a:lnTo>
                      <a:pt x="214" y="4"/>
                    </a:lnTo>
                    <a:lnTo>
                      <a:pt x="216" y="4"/>
                    </a:lnTo>
                    <a:lnTo>
                      <a:pt x="217" y="4"/>
                    </a:lnTo>
                    <a:lnTo>
                      <a:pt x="219" y="4"/>
                    </a:lnTo>
                    <a:lnTo>
                      <a:pt x="220" y="4"/>
                    </a:lnTo>
                    <a:lnTo>
                      <a:pt x="222" y="4"/>
                    </a:lnTo>
                    <a:lnTo>
                      <a:pt x="223" y="4"/>
                    </a:lnTo>
                    <a:lnTo>
                      <a:pt x="224" y="4"/>
                    </a:lnTo>
                    <a:lnTo>
                      <a:pt x="226" y="4"/>
                    </a:lnTo>
                    <a:lnTo>
                      <a:pt x="227" y="4"/>
                    </a:lnTo>
                    <a:lnTo>
                      <a:pt x="229" y="4"/>
                    </a:lnTo>
                    <a:lnTo>
                      <a:pt x="230" y="4"/>
                    </a:lnTo>
                    <a:lnTo>
                      <a:pt x="231" y="4"/>
                    </a:lnTo>
                    <a:lnTo>
                      <a:pt x="233" y="4"/>
                    </a:lnTo>
                    <a:lnTo>
                      <a:pt x="234" y="4"/>
                    </a:lnTo>
                    <a:lnTo>
                      <a:pt x="236" y="4"/>
                    </a:lnTo>
                    <a:lnTo>
                      <a:pt x="237" y="4"/>
                    </a:lnTo>
                    <a:lnTo>
                      <a:pt x="238" y="5"/>
                    </a:lnTo>
                  </a:path>
                </a:pathLst>
              </a:custGeom>
              <a:noFill/>
              <a:ln cap="flat" cmpd="sng" w="25400">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816" name="Google Shape;816;p18"/>
              <p:cNvSpPr/>
              <p:nvPr/>
            </p:nvSpPr>
            <p:spPr>
              <a:xfrm flipH="1" rot="10800000">
                <a:off x="7058025" y="2151063"/>
                <a:ext cx="3192462" cy="2035175"/>
              </a:xfrm>
              <a:custGeom>
                <a:rect b="b" l="l" r="r" t="t"/>
                <a:pathLst>
                  <a:path extrusionOk="0" h="1376" w="2161">
                    <a:moveTo>
                      <a:pt x="0" y="0"/>
                    </a:moveTo>
                    <a:lnTo>
                      <a:pt x="1" y="0"/>
                    </a:lnTo>
                    <a:lnTo>
                      <a:pt x="3" y="0"/>
                    </a:lnTo>
                    <a:lnTo>
                      <a:pt x="4" y="0"/>
                    </a:lnTo>
                    <a:lnTo>
                      <a:pt x="6" y="0"/>
                    </a:lnTo>
                    <a:lnTo>
                      <a:pt x="7" y="0"/>
                    </a:lnTo>
                    <a:lnTo>
                      <a:pt x="8" y="1"/>
                    </a:lnTo>
                    <a:lnTo>
                      <a:pt x="10" y="1"/>
                    </a:lnTo>
                    <a:lnTo>
                      <a:pt x="11" y="1"/>
                    </a:lnTo>
                    <a:lnTo>
                      <a:pt x="13" y="1"/>
                    </a:lnTo>
                    <a:lnTo>
                      <a:pt x="14" y="1"/>
                    </a:lnTo>
                    <a:lnTo>
                      <a:pt x="15" y="1"/>
                    </a:lnTo>
                    <a:lnTo>
                      <a:pt x="17" y="1"/>
                    </a:lnTo>
                    <a:lnTo>
                      <a:pt x="18" y="1"/>
                    </a:lnTo>
                    <a:lnTo>
                      <a:pt x="20" y="1"/>
                    </a:lnTo>
                    <a:lnTo>
                      <a:pt x="21" y="1"/>
                    </a:lnTo>
                    <a:lnTo>
                      <a:pt x="22" y="1"/>
                    </a:lnTo>
                    <a:lnTo>
                      <a:pt x="24" y="1"/>
                    </a:lnTo>
                    <a:lnTo>
                      <a:pt x="25" y="1"/>
                    </a:lnTo>
                    <a:lnTo>
                      <a:pt x="27" y="1"/>
                    </a:lnTo>
                    <a:lnTo>
                      <a:pt x="28" y="1"/>
                    </a:lnTo>
                    <a:lnTo>
                      <a:pt x="30" y="1"/>
                    </a:lnTo>
                    <a:lnTo>
                      <a:pt x="31" y="1"/>
                    </a:lnTo>
                    <a:lnTo>
                      <a:pt x="32" y="1"/>
                    </a:lnTo>
                    <a:lnTo>
                      <a:pt x="34" y="1"/>
                    </a:lnTo>
                    <a:lnTo>
                      <a:pt x="35" y="1"/>
                    </a:lnTo>
                    <a:lnTo>
                      <a:pt x="37" y="1"/>
                    </a:lnTo>
                    <a:lnTo>
                      <a:pt x="38" y="1"/>
                    </a:lnTo>
                    <a:lnTo>
                      <a:pt x="39" y="1"/>
                    </a:lnTo>
                    <a:lnTo>
                      <a:pt x="41" y="1"/>
                    </a:lnTo>
                    <a:lnTo>
                      <a:pt x="42" y="1"/>
                    </a:lnTo>
                    <a:lnTo>
                      <a:pt x="44" y="1"/>
                    </a:lnTo>
                    <a:lnTo>
                      <a:pt x="45" y="1"/>
                    </a:lnTo>
                    <a:lnTo>
                      <a:pt x="46" y="1"/>
                    </a:lnTo>
                    <a:lnTo>
                      <a:pt x="48" y="1"/>
                    </a:lnTo>
                    <a:lnTo>
                      <a:pt x="49" y="1"/>
                    </a:lnTo>
                    <a:lnTo>
                      <a:pt x="51" y="1"/>
                    </a:lnTo>
                    <a:lnTo>
                      <a:pt x="52" y="1"/>
                    </a:lnTo>
                    <a:lnTo>
                      <a:pt x="53" y="1"/>
                    </a:lnTo>
                    <a:lnTo>
                      <a:pt x="55" y="1"/>
                    </a:lnTo>
                    <a:lnTo>
                      <a:pt x="56" y="1"/>
                    </a:lnTo>
                    <a:lnTo>
                      <a:pt x="58" y="1"/>
                    </a:lnTo>
                    <a:lnTo>
                      <a:pt x="59" y="1"/>
                    </a:lnTo>
                    <a:lnTo>
                      <a:pt x="60" y="1"/>
                    </a:lnTo>
                    <a:lnTo>
                      <a:pt x="62" y="1"/>
                    </a:lnTo>
                    <a:lnTo>
                      <a:pt x="63" y="1"/>
                    </a:lnTo>
                    <a:lnTo>
                      <a:pt x="65" y="1"/>
                    </a:lnTo>
                    <a:lnTo>
                      <a:pt x="66" y="1"/>
                    </a:lnTo>
                    <a:lnTo>
                      <a:pt x="67" y="1"/>
                    </a:lnTo>
                    <a:lnTo>
                      <a:pt x="69" y="1"/>
                    </a:lnTo>
                    <a:lnTo>
                      <a:pt x="70" y="1"/>
                    </a:lnTo>
                    <a:lnTo>
                      <a:pt x="72" y="1"/>
                    </a:lnTo>
                    <a:lnTo>
                      <a:pt x="73" y="1"/>
                    </a:lnTo>
                    <a:lnTo>
                      <a:pt x="74" y="1"/>
                    </a:lnTo>
                    <a:lnTo>
                      <a:pt x="76" y="1"/>
                    </a:lnTo>
                    <a:lnTo>
                      <a:pt x="77" y="1"/>
                    </a:lnTo>
                    <a:lnTo>
                      <a:pt x="79" y="1"/>
                    </a:lnTo>
                    <a:lnTo>
                      <a:pt x="80" y="1"/>
                    </a:lnTo>
                    <a:lnTo>
                      <a:pt x="81" y="1"/>
                    </a:lnTo>
                    <a:lnTo>
                      <a:pt x="83" y="1"/>
                    </a:lnTo>
                    <a:lnTo>
                      <a:pt x="84" y="1"/>
                    </a:lnTo>
                    <a:lnTo>
                      <a:pt x="86" y="1"/>
                    </a:lnTo>
                    <a:lnTo>
                      <a:pt x="87" y="1"/>
                    </a:lnTo>
                    <a:lnTo>
                      <a:pt x="88" y="1"/>
                    </a:lnTo>
                    <a:lnTo>
                      <a:pt x="90" y="1"/>
                    </a:lnTo>
                    <a:lnTo>
                      <a:pt x="91" y="1"/>
                    </a:lnTo>
                    <a:lnTo>
                      <a:pt x="93" y="1"/>
                    </a:lnTo>
                    <a:lnTo>
                      <a:pt x="94" y="1"/>
                    </a:lnTo>
                    <a:lnTo>
                      <a:pt x="96" y="1"/>
                    </a:lnTo>
                    <a:lnTo>
                      <a:pt x="97" y="1"/>
                    </a:lnTo>
                    <a:lnTo>
                      <a:pt x="98" y="1"/>
                    </a:lnTo>
                    <a:lnTo>
                      <a:pt x="100" y="1"/>
                    </a:lnTo>
                    <a:lnTo>
                      <a:pt x="101" y="1"/>
                    </a:lnTo>
                    <a:lnTo>
                      <a:pt x="103" y="1"/>
                    </a:lnTo>
                    <a:lnTo>
                      <a:pt x="104" y="1"/>
                    </a:lnTo>
                    <a:lnTo>
                      <a:pt x="105" y="1"/>
                    </a:lnTo>
                    <a:lnTo>
                      <a:pt x="107" y="1"/>
                    </a:lnTo>
                    <a:lnTo>
                      <a:pt x="108" y="1"/>
                    </a:lnTo>
                    <a:lnTo>
                      <a:pt x="110" y="1"/>
                    </a:lnTo>
                    <a:lnTo>
                      <a:pt x="111" y="1"/>
                    </a:lnTo>
                    <a:lnTo>
                      <a:pt x="112" y="1"/>
                    </a:lnTo>
                    <a:lnTo>
                      <a:pt x="114" y="1"/>
                    </a:lnTo>
                    <a:lnTo>
                      <a:pt x="115" y="1"/>
                    </a:lnTo>
                    <a:lnTo>
                      <a:pt x="117" y="1"/>
                    </a:lnTo>
                    <a:lnTo>
                      <a:pt x="118" y="1"/>
                    </a:lnTo>
                    <a:lnTo>
                      <a:pt x="119" y="1"/>
                    </a:lnTo>
                    <a:lnTo>
                      <a:pt x="121" y="1"/>
                    </a:lnTo>
                    <a:lnTo>
                      <a:pt x="122" y="1"/>
                    </a:lnTo>
                    <a:lnTo>
                      <a:pt x="124" y="1"/>
                    </a:lnTo>
                    <a:lnTo>
                      <a:pt x="125" y="1"/>
                    </a:lnTo>
                    <a:lnTo>
                      <a:pt x="126" y="1"/>
                    </a:lnTo>
                    <a:lnTo>
                      <a:pt x="128" y="1"/>
                    </a:lnTo>
                    <a:lnTo>
                      <a:pt x="129" y="1"/>
                    </a:lnTo>
                    <a:lnTo>
                      <a:pt x="131" y="1"/>
                    </a:lnTo>
                    <a:lnTo>
                      <a:pt x="132" y="1"/>
                    </a:lnTo>
                    <a:lnTo>
                      <a:pt x="133" y="1"/>
                    </a:lnTo>
                    <a:lnTo>
                      <a:pt x="135" y="1"/>
                    </a:lnTo>
                    <a:lnTo>
                      <a:pt x="136" y="1"/>
                    </a:lnTo>
                    <a:lnTo>
                      <a:pt x="138" y="1"/>
                    </a:lnTo>
                    <a:lnTo>
                      <a:pt x="139" y="1"/>
                    </a:lnTo>
                    <a:lnTo>
                      <a:pt x="140" y="1"/>
                    </a:lnTo>
                    <a:lnTo>
                      <a:pt x="142" y="1"/>
                    </a:lnTo>
                    <a:lnTo>
                      <a:pt x="143" y="1"/>
                    </a:lnTo>
                    <a:lnTo>
                      <a:pt x="145" y="1"/>
                    </a:lnTo>
                    <a:lnTo>
                      <a:pt x="146" y="1"/>
                    </a:lnTo>
                    <a:lnTo>
                      <a:pt x="147" y="1"/>
                    </a:lnTo>
                    <a:lnTo>
                      <a:pt x="149" y="1"/>
                    </a:lnTo>
                    <a:lnTo>
                      <a:pt x="150" y="1"/>
                    </a:lnTo>
                    <a:lnTo>
                      <a:pt x="152" y="1"/>
                    </a:lnTo>
                    <a:lnTo>
                      <a:pt x="153" y="1"/>
                    </a:lnTo>
                    <a:lnTo>
                      <a:pt x="154" y="1"/>
                    </a:lnTo>
                    <a:lnTo>
                      <a:pt x="156" y="1"/>
                    </a:lnTo>
                    <a:lnTo>
                      <a:pt x="157" y="1"/>
                    </a:lnTo>
                    <a:lnTo>
                      <a:pt x="159" y="1"/>
                    </a:lnTo>
                    <a:lnTo>
                      <a:pt x="160" y="0"/>
                    </a:lnTo>
                    <a:lnTo>
                      <a:pt x="162" y="1"/>
                    </a:lnTo>
                    <a:lnTo>
                      <a:pt x="163" y="1"/>
                    </a:lnTo>
                    <a:lnTo>
                      <a:pt x="164" y="36"/>
                    </a:lnTo>
                    <a:lnTo>
                      <a:pt x="166" y="71"/>
                    </a:lnTo>
                    <a:lnTo>
                      <a:pt x="167" y="92"/>
                    </a:lnTo>
                    <a:lnTo>
                      <a:pt x="169" y="109"/>
                    </a:lnTo>
                    <a:lnTo>
                      <a:pt x="170" y="126"/>
                    </a:lnTo>
                    <a:lnTo>
                      <a:pt x="171" y="142"/>
                    </a:lnTo>
                    <a:lnTo>
                      <a:pt x="173" y="158"/>
                    </a:lnTo>
                    <a:lnTo>
                      <a:pt x="174" y="174"/>
                    </a:lnTo>
                    <a:lnTo>
                      <a:pt x="176" y="189"/>
                    </a:lnTo>
                    <a:lnTo>
                      <a:pt x="177" y="205"/>
                    </a:lnTo>
                    <a:lnTo>
                      <a:pt x="178" y="220"/>
                    </a:lnTo>
                    <a:lnTo>
                      <a:pt x="180" y="236"/>
                    </a:lnTo>
                    <a:lnTo>
                      <a:pt x="181" y="251"/>
                    </a:lnTo>
                    <a:lnTo>
                      <a:pt x="183" y="266"/>
                    </a:lnTo>
                    <a:lnTo>
                      <a:pt x="184" y="281"/>
                    </a:lnTo>
                    <a:lnTo>
                      <a:pt x="185" y="296"/>
                    </a:lnTo>
                    <a:lnTo>
                      <a:pt x="187" y="311"/>
                    </a:lnTo>
                    <a:lnTo>
                      <a:pt x="188" y="326"/>
                    </a:lnTo>
                    <a:lnTo>
                      <a:pt x="190" y="341"/>
                    </a:lnTo>
                    <a:lnTo>
                      <a:pt x="191" y="355"/>
                    </a:lnTo>
                    <a:lnTo>
                      <a:pt x="192" y="370"/>
                    </a:lnTo>
                    <a:lnTo>
                      <a:pt x="194" y="385"/>
                    </a:lnTo>
                    <a:lnTo>
                      <a:pt x="195" y="400"/>
                    </a:lnTo>
                    <a:lnTo>
                      <a:pt x="197" y="414"/>
                    </a:lnTo>
                    <a:lnTo>
                      <a:pt x="198" y="429"/>
                    </a:lnTo>
                    <a:lnTo>
                      <a:pt x="199" y="443"/>
                    </a:lnTo>
                    <a:lnTo>
                      <a:pt x="201" y="457"/>
                    </a:lnTo>
                    <a:lnTo>
                      <a:pt x="202" y="472"/>
                    </a:lnTo>
                    <a:lnTo>
                      <a:pt x="204" y="486"/>
                    </a:lnTo>
                    <a:lnTo>
                      <a:pt x="205" y="500"/>
                    </a:lnTo>
                    <a:lnTo>
                      <a:pt x="206" y="514"/>
                    </a:lnTo>
                    <a:lnTo>
                      <a:pt x="208" y="528"/>
                    </a:lnTo>
                    <a:lnTo>
                      <a:pt x="209" y="542"/>
                    </a:lnTo>
                    <a:lnTo>
                      <a:pt x="211" y="556"/>
                    </a:lnTo>
                    <a:lnTo>
                      <a:pt x="212" y="569"/>
                    </a:lnTo>
                    <a:lnTo>
                      <a:pt x="213" y="583"/>
                    </a:lnTo>
                    <a:lnTo>
                      <a:pt x="215" y="597"/>
                    </a:lnTo>
                    <a:lnTo>
                      <a:pt x="216" y="611"/>
                    </a:lnTo>
                    <a:lnTo>
                      <a:pt x="218" y="624"/>
                    </a:lnTo>
                    <a:lnTo>
                      <a:pt x="219" y="637"/>
                    </a:lnTo>
                    <a:lnTo>
                      <a:pt x="221" y="650"/>
                    </a:lnTo>
                    <a:lnTo>
                      <a:pt x="222" y="664"/>
                    </a:lnTo>
                    <a:lnTo>
                      <a:pt x="223" y="676"/>
                    </a:lnTo>
                    <a:lnTo>
                      <a:pt x="225" y="689"/>
                    </a:lnTo>
                    <a:lnTo>
                      <a:pt x="226" y="701"/>
                    </a:lnTo>
                    <a:lnTo>
                      <a:pt x="228" y="713"/>
                    </a:lnTo>
                    <a:lnTo>
                      <a:pt x="229" y="724"/>
                    </a:lnTo>
                    <a:lnTo>
                      <a:pt x="230" y="736"/>
                    </a:lnTo>
                    <a:lnTo>
                      <a:pt x="232" y="747"/>
                    </a:lnTo>
                    <a:lnTo>
                      <a:pt x="233" y="758"/>
                    </a:lnTo>
                    <a:lnTo>
                      <a:pt x="235" y="768"/>
                    </a:lnTo>
                    <a:lnTo>
                      <a:pt x="236" y="779"/>
                    </a:lnTo>
                    <a:lnTo>
                      <a:pt x="237" y="789"/>
                    </a:lnTo>
                    <a:lnTo>
                      <a:pt x="239" y="798"/>
                    </a:lnTo>
                    <a:lnTo>
                      <a:pt x="240" y="808"/>
                    </a:lnTo>
                    <a:lnTo>
                      <a:pt x="242" y="817"/>
                    </a:lnTo>
                    <a:lnTo>
                      <a:pt x="243" y="827"/>
                    </a:lnTo>
                    <a:lnTo>
                      <a:pt x="244" y="836"/>
                    </a:lnTo>
                    <a:lnTo>
                      <a:pt x="246" y="845"/>
                    </a:lnTo>
                    <a:lnTo>
                      <a:pt x="247" y="853"/>
                    </a:lnTo>
                    <a:lnTo>
                      <a:pt x="249" y="862"/>
                    </a:lnTo>
                    <a:lnTo>
                      <a:pt x="250" y="870"/>
                    </a:lnTo>
                    <a:lnTo>
                      <a:pt x="251" y="879"/>
                    </a:lnTo>
                    <a:lnTo>
                      <a:pt x="253" y="887"/>
                    </a:lnTo>
                    <a:lnTo>
                      <a:pt x="254" y="895"/>
                    </a:lnTo>
                    <a:lnTo>
                      <a:pt x="256" y="903"/>
                    </a:lnTo>
                    <a:lnTo>
                      <a:pt x="257" y="910"/>
                    </a:lnTo>
                    <a:lnTo>
                      <a:pt x="258" y="918"/>
                    </a:lnTo>
                    <a:lnTo>
                      <a:pt x="260" y="926"/>
                    </a:lnTo>
                    <a:lnTo>
                      <a:pt x="261" y="933"/>
                    </a:lnTo>
                    <a:lnTo>
                      <a:pt x="263" y="940"/>
                    </a:lnTo>
                    <a:lnTo>
                      <a:pt x="264" y="948"/>
                    </a:lnTo>
                    <a:lnTo>
                      <a:pt x="265" y="955"/>
                    </a:lnTo>
                    <a:lnTo>
                      <a:pt x="267" y="962"/>
                    </a:lnTo>
                    <a:lnTo>
                      <a:pt x="268" y="970"/>
                    </a:lnTo>
                    <a:lnTo>
                      <a:pt x="270" y="977"/>
                    </a:lnTo>
                    <a:lnTo>
                      <a:pt x="271" y="984"/>
                    </a:lnTo>
                    <a:lnTo>
                      <a:pt x="272" y="991"/>
                    </a:lnTo>
                    <a:lnTo>
                      <a:pt x="274" y="998"/>
                    </a:lnTo>
                    <a:lnTo>
                      <a:pt x="275" y="1005"/>
                    </a:lnTo>
                    <a:lnTo>
                      <a:pt x="277" y="1012"/>
                    </a:lnTo>
                    <a:lnTo>
                      <a:pt x="278" y="1019"/>
                    </a:lnTo>
                    <a:lnTo>
                      <a:pt x="279" y="1026"/>
                    </a:lnTo>
                    <a:lnTo>
                      <a:pt x="281" y="1033"/>
                    </a:lnTo>
                    <a:lnTo>
                      <a:pt x="282" y="1040"/>
                    </a:lnTo>
                    <a:lnTo>
                      <a:pt x="284" y="1047"/>
                    </a:lnTo>
                    <a:lnTo>
                      <a:pt x="285" y="1054"/>
                    </a:lnTo>
                    <a:lnTo>
                      <a:pt x="287" y="1061"/>
                    </a:lnTo>
                    <a:lnTo>
                      <a:pt x="288" y="1068"/>
                    </a:lnTo>
                    <a:lnTo>
                      <a:pt x="289" y="1075"/>
                    </a:lnTo>
                    <a:lnTo>
                      <a:pt x="291" y="1082"/>
                    </a:lnTo>
                    <a:lnTo>
                      <a:pt x="292" y="1089"/>
                    </a:lnTo>
                    <a:lnTo>
                      <a:pt x="294" y="1097"/>
                    </a:lnTo>
                    <a:lnTo>
                      <a:pt x="295" y="1104"/>
                    </a:lnTo>
                    <a:lnTo>
                      <a:pt x="296" y="1111"/>
                    </a:lnTo>
                    <a:lnTo>
                      <a:pt x="298" y="1117"/>
                    </a:lnTo>
                    <a:lnTo>
                      <a:pt x="299" y="1124"/>
                    </a:lnTo>
                    <a:lnTo>
                      <a:pt x="301" y="1131"/>
                    </a:lnTo>
                    <a:lnTo>
                      <a:pt x="302" y="1138"/>
                    </a:lnTo>
                    <a:lnTo>
                      <a:pt x="303" y="1145"/>
                    </a:lnTo>
                    <a:lnTo>
                      <a:pt x="305" y="1152"/>
                    </a:lnTo>
                    <a:lnTo>
                      <a:pt x="306" y="1158"/>
                    </a:lnTo>
                    <a:lnTo>
                      <a:pt x="308" y="1165"/>
                    </a:lnTo>
                    <a:lnTo>
                      <a:pt x="309" y="1171"/>
                    </a:lnTo>
                    <a:lnTo>
                      <a:pt x="310" y="1178"/>
                    </a:lnTo>
                    <a:lnTo>
                      <a:pt x="312" y="1184"/>
                    </a:lnTo>
                    <a:lnTo>
                      <a:pt x="313" y="1190"/>
                    </a:lnTo>
                    <a:lnTo>
                      <a:pt x="315" y="1196"/>
                    </a:lnTo>
                    <a:lnTo>
                      <a:pt x="316" y="1202"/>
                    </a:lnTo>
                    <a:lnTo>
                      <a:pt x="317" y="1208"/>
                    </a:lnTo>
                    <a:lnTo>
                      <a:pt x="319" y="1213"/>
                    </a:lnTo>
                    <a:lnTo>
                      <a:pt x="320" y="1219"/>
                    </a:lnTo>
                    <a:lnTo>
                      <a:pt x="322" y="1224"/>
                    </a:lnTo>
                    <a:lnTo>
                      <a:pt x="323" y="1230"/>
                    </a:lnTo>
                    <a:lnTo>
                      <a:pt x="324" y="1235"/>
                    </a:lnTo>
                    <a:lnTo>
                      <a:pt x="326" y="1239"/>
                    </a:lnTo>
                    <a:lnTo>
                      <a:pt x="327" y="1244"/>
                    </a:lnTo>
                    <a:lnTo>
                      <a:pt x="329" y="1249"/>
                    </a:lnTo>
                    <a:lnTo>
                      <a:pt x="330" y="1253"/>
                    </a:lnTo>
                    <a:lnTo>
                      <a:pt x="331" y="1257"/>
                    </a:lnTo>
                    <a:lnTo>
                      <a:pt x="333" y="1261"/>
                    </a:lnTo>
                    <a:lnTo>
                      <a:pt x="334" y="1265"/>
                    </a:lnTo>
                    <a:lnTo>
                      <a:pt x="336" y="1269"/>
                    </a:lnTo>
                    <a:lnTo>
                      <a:pt x="337" y="1273"/>
                    </a:lnTo>
                    <a:lnTo>
                      <a:pt x="338" y="1276"/>
                    </a:lnTo>
                    <a:lnTo>
                      <a:pt x="340" y="1280"/>
                    </a:lnTo>
                    <a:lnTo>
                      <a:pt x="341" y="1283"/>
                    </a:lnTo>
                    <a:lnTo>
                      <a:pt x="343" y="1286"/>
                    </a:lnTo>
                    <a:lnTo>
                      <a:pt x="344" y="1289"/>
                    </a:lnTo>
                    <a:lnTo>
                      <a:pt x="345" y="1292"/>
                    </a:lnTo>
                    <a:lnTo>
                      <a:pt x="347" y="1294"/>
                    </a:lnTo>
                    <a:lnTo>
                      <a:pt x="348" y="1297"/>
                    </a:lnTo>
                    <a:lnTo>
                      <a:pt x="350" y="1300"/>
                    </a:lnTo>
                    <a:lnTo>
                      <a:pt x="351" y="1302"/>
                    </a:lnTo>
                    <a:lnTo>
                      <a:pt x="353" y="1304"/>
                    </a:lnTo>
                    <a:lnTo>
                      <a:pt x="354" y="1306"/>
                    </a:lnTo>
                    <a:lnTo>
                      <a:pt x="355" y="1309"/>
                    </a:lnTo>
                    <a:lnTo>
                      <a:pt x="357" y="1311"/>
                    </a:lnTo>
                    <a:lnTo>
                      <a:pt x="358" y="1313"/>
                    </a:lnTo>
                    <a:lnTo>
                      <a:pt x="360" y="1314"/>
                    </a:lnTo>
                    <a:lnTo>
                      <a:pt x="361" y="1316"/>
                    </a:lnTo>
                    <a:lnTo>
                      <a:pt x="362" y="1318"/>
                    </a:lnTo>
                    <a:lnTo>
                      <a:pt x="364" y="1320"/>
                    </a:lnTo>
                    <a:lnTo>
                      <a:pt x="365" y="1321"/>
                    </a:lnTo>
                    <a:lnTo>
                      <a:pt x="367" y="1323"/>
                    </a:lnTo>
                    <a:lnTo>
                      <a:pt x="368" y="1324"/>
                    </a:lnTo>
                    <a:lnTo>
                      <a:pt x="369" y="1326"/>
                    </a:lnTo>
                    <a:lnTo>
                      <a:pt x="371" y="1327"/>
                    </a:lnTo>
                    <a:lnTo>
                      <a:pt x="372" y="1329"/>
                    </a:lnTo>
                    <a:lnTo>
                      <a:pt x="374" y="1330"/>
                    </a:lnTo>
                    <a:lnTo>
                      <a:pt x="375" y="1332"/>
                    </a:lnTo>
                    <a:lnTo>
                      <a:pt x="376" y="1333"/>
                    </a:lnTo>
                    <a:lnTo>
                      <a:pt x="378" y="1334"/>
                    </a:lnTo>
                    <a:lnTo>
                      <a:pt x="379" y="1335"/>
                    </a:lnTo>
                    <a:lnTo>
                      <a:pt x="381" y="1336"/>
                    </a:lnTo>
                    <a:lnTo>
                      <a:pt x="382" y="1337"/>
                    </a:lnTo>
                    <a:lnTo>
                      <a:pt x="383" y="1339"/>
                    </a:lnTo>
                    <a:lnTo>
                      <a:pt x="385" y="1339"/>
                    </a:lnTo>
                    <a:lnTo>
                      <a:pt x="386" y="1340"/>
                    </a:lnTo>
                    <a:lnTo>
                      <a:pt x="388" y="1341"/>
                    </a:lnTo>
                    <a:lnTo>
                      <a:pt x="389" y="1342"/>
                    </a:lnTo>
                    <a:lnTo>
                      <a:pt x="390" y="1343"/>
                    </a:lnTo>
                    <a:lnTo>
                      <a:pt x="392" y="1344"/>
                    </a:lnTo>
                    <a:lnTo>
                      <a:pt x="393" y="1345"/>
                    </a:lnTo>
                    <a:lnTo>
                      <a:pt x="395" y="1345"/>
                    </a:lnTo>
                    <a:lnTo>
                      <a:pt x="396" y="1346"/>
                    </a:lnTo>
                    <a:lnTo>
                      <a:pt x="397" y="1347"/>
                    </a:lnTo>
                    <a:lnTo>
                      <a:pt x="399" y="1347"/>
                    </a:lnTo>
                    <a:lnTo>
                      <a:pt x="400" y="1348"/>
                    </a:lnTo>
                    <a:lnTo>
                      <a:pt x="402" y="1348"/>
                    </a:lnTo>
                    <a:lnTo>
                      <a:pt x="403" y="1349"/>
                    </a:lnTo>
                    <a:lnTo>
                      <a:pt x="404" y="1350"/>
                    </a:lnTo>
                    <a:lnTo>
                      <a:pt x="406" y="1350"/>
                    </a:lnTo>
                    <a:lnTo>
                      <a:pt x="407" y="1351"/>
                    </a:lnTo>
                    <a:lnTo>
                      <a:pt x="409" y="1351"/>
                    </a:lnTo>
                    <a:lnTo>
                      <a:pt x="410" y="1352"/>
                    </a:lnTo>
                    <a:lnTo>
                      <a:pt x="412" y="1352"/>
                    </a:lnTo>
                    <a:lnTo>
                      <a:pt x="413" y="1353"/>
                    </a:lnTo>
                    <a:lnTo>
                      <a:pt x="414" y="1353"/>
                    </a:lnTo>
                    <a:lnTo>
                      <a:pt x="416" y="1353"/>
                    </a:lnTo>
                    <a:lnTo>
                      <a:pt x="417" y="1354"/>
                    </a:lnTo>
                    <a:lnTo>
                      <a:pt x="419" y="1354"/>
                    </a:lnTo>
                    <a:lnTo>
                      <a:pt x="420" y="1355"/>
                    </a:lnTo>
                    <a:lnTo>
                      <a:pt x="421" y="1355"/>
                    </a:lnTo>
                    <a:lnTo>
                      <a:pt x="423" y="1355"/>
                    </a:lnTo>
                    <a:lnTo>
                      <a:pt x="424" y="1356"/>
                    </a:lnTo>
                    <a:lnTo>
                      <a:pt x="426" y="1356"/>
                    </a:lnTo>
                    <a:lnTo>
                      <a:pt x="427" y="1356"/>
                    </a:lnTo>
                    <a:lnTo>
                      <a:pt x="428" y="1357"/>
                    </a:lnTo>
                    <a:lnTo>
                      <a:pt x="430" y="1357"/>
                    </a:lnTo>
                    <a:lnTo>
                      <a:pt x="431" y="1357"/>
                    </a:lnTo>
                    <a:lnTo>
                      <a:pt x="433" y="1357"/>
                    </a:lnTo>
                    <a:lnTo>
                      <a:pt x="434" y="1358"/>
                    </a:lnTo>
                    <a:lnTo>
                      <a:pt x="435" y="1358"/>
                    </a:lnTo>
                    <a:lnTo>
                      <a:pt x="437" y="1358"/>
                    </a:lnTo>
                    <a:lnTo>
                      <a:pt x="438" y="1358"/>
                    </a:lnTo>
                    <a:lnTo>
                      <a:pt x="440" y="1359"/>
                    </a:lnTo>
                    <a:lnTo>
                      <a:pt x="441" y="1359"/>
                    </a:lnTo>
                    <a:lnTo>
                      <a:pt x="442" y="1359"/>
                    </a:lnTo>
                    <a:lnTo>
                      <a:pt x="444" y="1359"/>
                    </a:lnTo>
                    <a:lnTo>
                      <a:pt x="445" y="1359"/>
                    </a:lnTo>
                    <a:lnTo>
                      <a:pt x="447" y="1359"/>
                    </a:lnTo>
                    <a:lnTo>
                      <a:pt x="448" y="1360"/>
                    </a:lnTo>
                    <a:lnTo>
                      <a:pt x="449" y="1360"/>
                    </a:lnTo>
                    <a:lnTo>
                      <a:pt x="451" y="1360"/>
                    </a:lnTo>
                    <a:lnTo>
                      <a:pt x="452" y="1360"/>
                    </a:lnTo>
                    <a:lnTo>
                      <a:pt x="454" y="1360"/>
                    </a:lnTo>
                    <a:lnTo>
                      <a:pt x="455" y="1360"/>
                    </a:lnTo>
                    <a:lnTo>
                      <a:pt x="456" y="1361"/>
                    </a:lnTo>
                    <a:lnTo>
                      <a:pt x="458" y="1361"/>
                    </a:lnTo>
                    <a:lnTo>
                      <a:pt x="459" y="1361"/>
                    </a:lnTo>
                    <a:lnTo>
                      <a:pt x="461" y="1361"/>
                    </a:lnTo>
                    <a:lnTo>
                      <a:pt x="462" y="1361"/>
                    </a:lnTo>
                    <a:lnTo>
                      <a:pt x="463" y="1361"/>
                    </a:lnTo>
                    <a:lnTo>
                      <a:pt x="465" y="1362"/>
                    </a:lnTo>
                    <a:lnTo>
                      <a:pt x="466" y="1362"/>
                    </a:lnTo>
                    <a:lnTo>
                      <a:pt x="468" y="1362"/>
                    </a:lnTo>
                    <a:lnTo>
                      <a:pt x="469" y="1362"/>
                    </a:lnTo>
                    <a:lnTo>
                      <a:pt x="470" y="1362"/>
                    </a:lnTo>
                    <a:lnTo>
                      <a:pt x="472" y="1362"/>
                    </a:lnTo>
                    <a:lnTo>
                      <a:pt x="473" y="1363"/>
                    </a:lnTo>
                    <a:lnTo>
                      <a:pt x="475" y="1363"/>
                    </a:lnTo>
                    <a:lnTo>
                      <a:pt x="476" y="1363"/>
                    </a:lnTo>
                    <a:lnTo>
                      <a:pt x="478" y="1363"/>
                    </a:lnTo>
                    <a:lnTo>
                      <a:pt x="479" y="1363"/>
                    </a:lnTo>
                    <a:lnTo>
                      <a:pt x="480" y="1363"/>
                    </a:lnTo>
                    <a:lnTo>
                      <a:pt x="482" y="1364"/>
                    </a:lnTo>
                    <a:lnTo>
                      <a:pt x="483" y="1364"/>
                    </a:lnTo>
                    <a:lnTo>
                      <a:pt x="485" y="1364"/>
                    </a:lnTo>
                    <a:lnTo>
                      <a:pt x="486" y="1364"/>
                    </a:lnTo>
                    <a:lnTo>
                      <a:pt x="487" y="1364"/>
                    </a:lnTo>
                    <a:lnTo>
                      <a:pt x="489" y="1365"/>
                    </a:lnTo>
                    <a:lnTo>
                      <a:pt x="490" y="1365"/>
                    </a:lnTo>
                    <a:lnTo>
                      <a:pt x="492" y="1365"/>
                    </a:lnTo>
                    <a:lnTo>
                      <a:pt x="493" y="1365"/>
                    </a:lnTo>
                    <a:lnTo>
                      <a:pt x="494" y="1365"/>
                    </a:lnTo>
                    <a:lnTo>
                      <a:pt x="496" y="1366"/>
                    </a:lnTo>
                    <a:lnTo>
                      <a:pt x="497" y="1366"/>
                    </a:lnTo>
                    <a:lnTo>
                      <a:pt x="499" y="1366"/>
                    </a:lnTo>
                    <a:lnTo>
                      <a:pt x="500" y="1366"/>
                    </a:lnTo>
                    <a:lnTo>
                      <a:pt x="501" y="1366"/>
                    </a:lnTo>
                    <a:lnTo>
                      <a:pt x="503" y="1366"/>
                    </a:lnTo>
                    <a:lnTo>
                      <a:pt x="504" y="1367"/>
                    </a:lnTo>
                    <a:lnTo>
                      <a:pt x="506" y="1367"/>
                    </a:lnTo>
                    <a:lnTo>
                      <a:pt x="507" y="1367"/>
                    </a:lnTo>
                    <a:lnTo>
                      <a:pt x="508" y="1367"/>
                    </a:lnTo>
                    <a:lnTo>
                      <a:pt x="510" y="1367"/>
                    </a:lnTo>
                    <a:lnTo>
                      <a:pt x="511" y="1367"/>
                    </a:lnTo>
                    <a:lnTo>
                      <a:pt x="513" y="1368"/>
                    </a:lnTo>
                    <a:lnTo>
                      <a:pt x="514" y="1368"/>
                    </a:lnTo>
                    <a:lnTo>
                      <a:pt x="515" y="1368"/>
                    </a:lnTo>
                    <a:lnTo>
                      <a:pt x="517" y="1368"/>
                    </a:lnTo>
                    <a:lnTo>
                      <a:pt x="518" y="1368"/>
                    </a:lnTo>
                    <a:lnTo>
                      <a:pt x="520" y="1368"/>
                    </a:lnTo>
                    <a:lnTo>
                      <a:pt x="521" y="1368"/>
                    </a:lnTo>
                    <a:lnTo>
                      <a:pt x="522" y="1368"/>
                    </a:lnTo>
                    <a:lnTo>
                      <a:pt x="524" y="1368"/>
                    </a:lnTo>
                    <a:lnTo>
                      <a:pt x="525" y="1369"/>
                    </a:lnTo>
                    <a:lnTo>
                      <a:pt x="527" y="1369"/>
                    </a:lnTo>
                    <a:lnTo>
                      <a:pt x="528" y="1369"/>
                    </a:lnTo>
                    <a:lnTo>
                      <a:pt x="529" y="1369"/>
                    </a:lnTo>
                    <a:lnTo>
                      <a:pt x="531" y="1369"/>
                    </a:lnTo>
                    <a:lnTo>
                      <a:pt x="532" y="1369"/>
                    </a:lnTo>
                    <a:lnTo>
                      <a:pt x="534" y="1369"/>
                    </a:lnTo>
                    <a:lnTo>
                      <a:pt x="535" y="1369"/>
                    </a:lnTo>
                    <a:lnTo>
                      <a:pt x="537" y="1369"/>
                    </a:lnTo>
                    <a:lnTo>
                      <a:pt x="538" y="1370"/>
                    </a:lnTo>
                    <a:lnTo>
                      <a:pt x="539" y="1370"/>
                    </a:lnTo>
                    <a:lnTo>
                      <a:pt x="541" y="1370"/>
                    </a:lnTo>
                    <a:lnTo>
                      <a:pt x="542" y="1370"/>
                    </a:lnTo>
                    <a:lnTo>
                      <a:pt x="544" y="1370"/>
                    </a:lnTo>
                    <a:lnTo>
                      <a:pt x="545" y="1370"/>
                    </a:lnTo>
                    <a:lnTo>
                      <a:pt x="546" y="1370"/>
                    </a:lnTo>
                    <a:lnTo>
                      <a:pt x="548" y="1370"/>
                    </a:lnTo>
                    <a:lnTo>
                      <a:pt x="549" y="1371"/>
                    </a:lnTo>
                    <a:lnTo>
                      <a:pt x="551" y="1371"/>
                    </a:lnTo>
                    <a:lnTo>
                      <a:pt x="552" y="1371"/>
                    </a:lnTo>
                    <a:lnTo>
                      <a:pt x="553" y="1371"/>
                    </a:lnTo>
                    <a:lnTo>
                      <a:pt x="555" y="1371"/>
                    </a:lnTo>
                    <a:lnTo>
                      <a:pt x="556" y="1371"/>
                    </a:lnTo>
                    <a:lnTo>
                      <a:pt x="558" y="1371"/>
                    </a:lnTo>
                    <a:lnTo>
                      <a:pt x="559" y="1372"/>
                    </a:lnTo>
                    <a:lnTo>
                      <a:pt x="560" y="1372"/>
                    </a:lnTo>
                    <a:lnTo>
                      <a:pt x="562" y="1372"/>
                    </a:lnTo>
                    <a:lnTo>
                      <a:pt x="563" y="1372"/>
                    </a:lnTo>
                    <a:lnTo>
                      <a:pt x="565" y="1372"/>
                    </a:lnTo>
                    <a:lnTo>
                      <a:pt x="566" y="1373"/>
                    </a:lnTo>
                    <a:lnTo>
                      <a:pt x="567" y="1373"/>
                    </a:lnTo>
                    <a:lnTo>
                      <a:pt x="569" y="1373"/>
                    </a:lnTo>
                    <a:lnTo>
                      <a:pt x="570" y="1373"/>
                    </a:lnTo>
                    <a:lnTo>
                      <a:pt x="572" y="1373"/>
                    </a:lnTo>
                    <a:lnTo>
                      <a:pt x="573" y="1374"/>
                    </a:lnTo>
                    <a:lnTo>
                      <a:pt x="574" y="1374"/>
                    </a:lnTo>
                    <a:lnTo>
                      <a:pt x="576" y="1374"/>
                    </a:lnTo>
                    <a:lnTo>
                      <a:pt x="577" y="1374"/>
                    </a:lnTo>
                    <a:lnTo>
                      <a:pt x="579" y="1375"/>
                    </a:lnTo>
                    <a:lnTo>
                      <a:pt x="580" y="1375"/>
                    </a:lnTo>
                    <a:lnTo>
                      <a:pt x="581" y="1375"/>
                    </a:lnTo>
                    <a:lnTo>
                      <a:pt x="583" y="1376"/>
                    </a:lnTo>
                    <a:lnTo>
                      <a:pt x="584" y="1348"/>
                    </a:lnTo>
                    <a:lnTo>
                      <a:pt x="586" y="1322"/>
                    </a:lnTo>
                    <a:lnTo>
                      <a:pt x="587" y="1317"/>
                    </a:lnTo>
                    <a:lnTo>
                      <a:pt x="588" y="1313"/>
                    </a:lnTo>
                    <a:lnTo>
                      <a:pt x="590" y="1311"/>
                    </a:lnTo>
                    <a:lnTo>
                      <a:pt x="591" y="1308"/>
                    </a:lnTo>
                    <a:lnTo>
                      <a:pt x="593" y="1306"/>
                    </a:lnTo>
                    <a:lnTo>
                      <a:pt x="594" y="1304"/>
                    </a:lnTo>
                    <a:lnTo>
                      <a:pt x="595" y="1302"/>
                    </a:lnTo>
                    <a:lnTo>
                      <a:pt x="597" y="1300"/>
                    </a:lnTo>
                    <a:lnTo>
                      <a:pt x="598" y="1298"/>
                    </a:lnTo>
                    <a:lnTo>
                      <a:pt x="600" y="1296"/>
                    </a:lnTo>
                    <a:lnTo>
                      <a:pt x="601" y="1294"/>
                    </a:lnTo>
                    <a:lnTo>
                      <a:pt x="603" y="1293"/>
                    </a:lnTo>
                    <a:lnTo>
                      <a:pt x="604" y="1291"/>
                    </a:lnTo>
                    <a:lnTo>
                      <a:pt x="605" y="1289"/>
                    </a:lnTo>
                    <a:lnTo>
                      <a:pt x="607" y="1288"/>
                    </a:lnTo>
                    <a:lnTo>
                      <a:pt x="608" y="1286"/>
                    </a:lnTo>
                    <a:lnTo>
                      <a:pt x="610" y="1284"/>
                    </a:lnTo>
                    <a:lnTo>
                      <a:pt x="611" y="1283"/>
                    </a:lnTo>
                    <a:lnTo>
                      <a:pt x="612" y="1281"/>
                    </a:lnTo>
                    <a:lnTo>
                      <a:pt x="614" y="1280"/>
                    </a:lnTo>
                    <a:lnTo>
                      <a:pt x="615" y="1278"/>
                    </a:lnTo>
                    <a:lnTo>
                      <a:pt x="617" y="1277"/>
                    </a:lnTo>
                    <a:lnTo>
                      <a:pt x="618" y="1275"/>
                    </a:lnTo>
                    <a:lnTo>
                      <a:pt x="619" y="1274"/>
                    </a:lnTo>
                    <a:lnTo>
                      <a:pt x="621" y="1273"/>
                    </a:lnTo>
                    <a:lnTo>
                      <a:pt x="622" y="1271"/>
                    </a:lnTo>
                    <a:lnTo>
                      <a:pt x="624" y="1270"/>
                    </a:lnTo>
                    <a:lnTo>
                      <a:pt x="625" y="1269"/>
                    </a:lnTo>
                    <a:lnTo>
                      <a:pt x="626" y="1267"/>
                    </a:lnTo>
                    <a:lnTo>
                      <a:pt x="628" y="1266"/>
                    </a:lnTo>
                    <a:lnTo>
                      <a:pt x="629" y="1265"/>
                    </a:lnTo>
                    <a:lnTo>
                      <a:pt x="631" y="1264"/>
                    </a:lnTo>
                    <a:lnTo>
                      <a:pt x="632" y="1263"/>
                    </a:lnTo>
                    <a:lnTo>
                      <a:pt x="633" y="1261"/>
                    </a:lnTo>
                    <a:lnTo>
                      <a:pt x="635" y="1260"/>
                    </a:lnTo>
                    <a:lnTo>
                      <a:pt x="636" y="1259"/>
                    </a:lnTo>
                    <a:lnTo>
                      <a:pt x="638" y="1258"/>
                    </a:lnTo>
                    <a:lnTo>
                      <a:pt x="639" y="1257"/>
                    </a:lnTo>
                    <a:lnTo>
                      <a:pt x="640" y="1256"/>
                    </a:lnTo>
                    <a:lnTo>
                      <a:pt x="642" y="1255"/>
                    </a:lnTo>
                    <a:lnTo>
                      <a:pt x="643" y="1253"/>
                    </a:lnTo>
                    <a:lnTo>
                      <a:pt x="645" y="1252"/>
                    </a:lnTo>
                    <a:lnTo>
                      <a:pt x="646" y="1251"/>
                    </a:lnTo>
                    <a:lnTo>
                      <a:pt x="647" y="1250"/>
                    </a:lnTo>
                    <a:lnTo>
                      <a:pt x="649" y="1249"/>
                    </a:lnTo>
                    <a:lnTo>
                      <a:pt x="650" y="1248"/>
                    </a:lnTo>
                    <a:lnTo>
                      <a:pt x="652" y="1247"/>
                    </a:lnTo>
                    <a:lnTo>
                      <a:pt x="653" y="1246"/>
                    </a:lnTo>
                    <a:lnTo>
                      <a:pt x="654" y="1245"/>
                    </a:lnTo>
                    <a:lnTo>
                      <a:pt x="656" y="1244"/>
                    </a:lnTo>
                    <a:lnTo>
                      <a:pt x="657" y="1243"/>
                    </a:lnTo>
                    <a:lnTo>
                      <a:pt x="659" y="1242"/>
                    </a:lnTo>
                    <a:lnTo>
                      <a:pt x="660" y="1241"/>
                    </a:lnTo>
                    <a:lnTo>
                      <a:pt x="661" y="1240"/>
                    </a:lnTo>
                    <a:lnTo>
                      <a:pt x="663" y="1239"/>
                    </a:lnTo>
                    <a:lnTo>
                      <a:pt x="664" y="1238"/>
                    </a:lnTo>
                    <a:lnTo>
                      <a:pt x="666" y="1237"/>
                    </a:lnTo>
                    <a:lnTo>
                      <a:pt x="667" y="1237"/>
                    </a:lnTo>
                    <a:lnTo>
                      <a:pt x="669" y="1236"/>
                    </a:lnTo>
                    <a:lnTo>
                      <a:pt x="670" y="1235"/>
                    </a:lnTo>
                    <a:lnTo>
                      <a:pt x="671" y="1234"/>
                    </a:lnTo>
                    <a:lnTo>
                      <a:pt x="673" y="1233"/>
                    </a:lnTo>
                    <a:lnTo>
                      <a:pt x="674" y="1232"/>
                    </a:lnTo>
                    <a:lnTo>
                      <a:pt x="676" y="1231"/>
                    </a:lnTo>
                    <a:lnTo>
                      <a:pt x="677" y="1230"/>
                    </a:lnTo>
                    <a:lnTo>
                      <a:pt x="678" y="1229"/>
                    </a:lnTo>
                    <a:lnTo>
                      <a:pt x="680" y="1229"/>
                    </a:lnTo>
                    <a:lnTo>
                      <a:pt x="681" y="1228"/>
                    </a:lnTo>
                    <a:lnTo>
                      <a:pt x="683" y="1227"/>
                    </a:lnTo>
                    <a:lnTo>
                      <a:pt x="684" y="1226"/>
                    </a:lnTo>
                    <a:lnTo>
                      <a:pt x="685" y="1225"/>
                    </a:lnTo>
                    <a:lnTo>
                      <a:pt x="687" y="1225"/>
                    </a:lnTo>
                    <a:lnTo>
                      <a:pt x="688" y="1224"/>
                    </a:lnTo>
                    <a:lnTo>
                      <a:pt x="690" y="1223"/>
                    </a:lnTo>
                    <a:lnTo>
                      <a:pt x="691" y="1222"/>
                    </a:lnTo>
                    <a:lnTo>
                      <a:pt x="692" y="1221"/>
                    </a:lnTo>
                    <a:lnTo>
                      <a:pt x="694" y="1220"/>
                    </a:lnTo>
                    <a:lnTo>
                      <a:pt x="695" y="1220"/>
                    </a:lnTo>
                    <a:lnTo>
                      <a:pt x="697" y="1219"/>
                    </a:lnTo>
                    <a:lnTo>
                      <a:pt x="698" y="1218"/>
                    </a:lnTo>
                    <a:lnTo>
                      <a:pt x="699" y="1217"/>
                    </a:lnTo>
                    <a:lnTo>
                      <a:pt x="701" y="1217"/>
                    </a:lnTo>
                    <a:lnTo>
                      <a:pt x="702" y="1216"/>
                    </a:lnTo>
                    <a:lnTo>
                      <a:pt x="704" y="1215"/>
                    </a:lnTo>
                    <a:lnTo>
                      <a:pt x="705" y="1215"/>
                    </a:lnTo>
                    <a:lnTo>
                      <a:pt x="706" y="1214"/>
                    </a:lnTo>
                    <a:lnTo>
                      <a:pt x="708" y="1213"/>
                    </a:lnTo>
                    <a:lnTo>
                      <a:pt x="709" y="1212"/>
                    </a:lnTo>
                    <a:lnTo>
                      <a:pt x="711" y="1212"/>
                    </a:lnTo>
                    <a:lnTo>
                      <a:pt x="712" y="1211"/>
                    </a:lnTo>
                    <a:lnTo>
                      <a:pt x="713" y="1210"/>
                    </a:lnTo>
                    <a:lnTo>
                      <a:pt x="715" y="1209"/>
                    </a:lnTo>
                    <a:lnTo>
                      <a:pt x="716" y="1209"/>
                    </a:lnTo>
                    <a:lnTo>
                      <a:pt x="718" y="1208"/>
                    </a:lnTo>
                    <a:lnTo>
                      <a:pt x="719" y="1207"/>
                    </a:lnTo>
                    <a:lnTo>
                      <a:pt x="720" y="1207"/>
                    </a:lnTo>
                    <a:lnTo>
                      <a:pt x="722" y="1206"/>
                    </a:lnTo>
                    <a:lnTo>
                      <a:pt x="723" y="1205"/>
                    </a:lnTo>
                    <a:lnTo>
                      <a:pt x="725" y="1205"/>
                    </a:lnTo>
                    <a:lnTo>
                      <a:pt x="726" y="1204"/>
                    </a:lnTo>
                    <a:lnTo>
                      <a:pt x="728" y="1203"/>
                    </a:lnTo>
                    <a:lnTo>
                      <a:pt x="729" y="1203"/>
                    </a:lnTo>
                    <a:lnTo>
                      <a:pt x="730" y="1202"/>
                    </a:lnTo>
                    <a:lnTo>
                      <a:pt x="732" y="1201"/>
                    </a:lnTo>
                    <a:lnTo>
                      <a:pt x="733" y="1201"/>
                    </a:lnTo>
                    <a:lnTo>
                      <a:pt x="735" y="1200"/>
                    </a:lnTo>
                    <a:lnTo>
                      <a:pt x="736" y="1199"/>
                    </a:lnTo>
                    <a:lnTo>
                      <a:pt x="737" y="1199"/>
                    </a:lnTo>
                    <a:lnTo>
                      <a:pt x="739" y="1198"/>
                    </a:lnTo>
                    <a:lnTo>
                      <a:pt x="740" y="1198"/>
                    </a:lnTo>
                    <a:lnTo>
                      <a:pt x="742" y="1197"/>
                    </a:lnTo>
                    <a:lnTo>
                      <a:pt x="743" y="1196"/>
                    </a:lnTo>
                    <a:lnTo>
                      <a:pt x="744" y="1196"/>
                    </a:lnTo>
                    <a:lnTo>
                      <a:pt x="746" y="1195"/>
                    </a:lnTo>
                    <a:lnTo>
                      <a:pt x="747" y="1195"/>
                    </a:lnTo>
                    <a:lnTo>
                      <a:pt x="749" y="1194"/>
                    </a:lnTo>
                    <a:lnTo>
                      <a:pt x="750" y="1193"/>
                    </a:lnTo>
                    <a:lnTo>
                      <a:pt x="751" y="1193"/>
                    </a:lnTo>
                    <a:lnTo>
                      <a:pt x="753" y="1192"/>
                    </a:lnTo>
                    <a:lnTo>
                      <a:pt x="754" y="1192"/>
                    </a:lnTo>
                    <a:lnTo>
                      <a:pt x="756" y="1191"/>
                    </a:lnTo>
                    <a:lnTo>
                      <a:pt x="757" y="1190"/>
                    </a:lnTo>
                    <a:lnTo>
                      <a:pt x="758" y="1190"/>
                    </a:lnTo>
                    <a:lnTo>
                      <a:pt x="760" y="1189"/>
                    </a:lnTo>
                    <a:lnTo>
                      <a:pt x="761" y="1189"/>
                    </a:lnTo>
                    <a:lnTo>
                      <a:pt x="763" y="1188"/>
                    </a:lnTo>
                    <a:lnTo>
                      <a:pt x="764" y="1187"/>
                    </a:lnTo>
                    <a:lnTo>
                      <a:pt x="765" y="1187"/>
                    </a:lnTo>
                    <a:lnTo>
                      <a:pt x="767" y="1186"/>
                    </a:lnTo>
                    <a:lnTo>
                      <a:pt x="768" y="1186"/>
                    </a:lnTo>
                    <a:lnTo>
                      <a:pt x="770" y="1185"/>
                    </a:lnTo>
                    <a:lnTo>
                      <a:pt x="771" y="1185"/>
                    </a:lnTo>
                    <a:lnTo>
                      <a:pt x="772" y="1184"/>
                    </a:lnTo>
                    <a:lnTo>
                      <a:pt x="774" y="1183"/>
                    </a:lnTo>
                    <a:lnTo>
                      <a:pt x="775" y="1183"/>
                    </a:lnTo>
                    <a:lnTo>
                      <a:pt x="777" y="1182"/>
                    </a:lnTo>
                    <a:lnTo>
                      <a:pt x="778" y="1182"/>
                    </a:lnTo>
                    <a:lnTo>
                      <a:pt x="779" y="1181"/>
                    </a:lnTo>
                    <a:lnTo>
                      <a:pt x="781" y="1181"/>
                    </a:lnTo>
                    <a:lnTo>
                      <a:pt x="782" y="1180"/>
                    </a:lnTo>
                    <a:lnTo>
                      <a:pt x="784" y="1180"/>
                    </a:lnTo>
                    <a:lnTo>
                      <a:pt x="785" y="1179"/>
                    </a:lnTo>
                    <a:lnTo>
                      <a:pt x="786" y="1178"/>
                    </a:lnTo>
                    <a:lnTo>
                      <a:pt x="788" y="1178"/>
                    </a:lnTo>
                    <a:lnTo>
                      <a:pt x="789" y="1177"/>
                    </a:lnTo>
                    <a:lnTo>
                      <a:pt x="791" y="1177"/>
                    </a:lnTo>
                    <a:lnTo>
                      <a:pt x="792" y="1176"/>
                    </a:lnTo>
                    <a:lnTo>
                      <a:pt x="794" y="1176"/>
                    </a:lnTo>
                    <a:lnTo>
                      <a:pt x="795" y="1175"/>
                    </a:lnTo>
                    <a:lnTo>
                      <a:pt x="796" y="1175"/>
                    </a:lnTo>
                    <a:lnTo>
                      <a:pt x="798" y="1174"/>
                    </a:lnTo>
                    <a:lnTo>
                      <a:pt x="799" y="1174"/>
                    </a:lnTo>
                    <a:lnTo>
                      <a:pt x="801" y="1173"/>
                    </a:lnTo>
                    <a:lnTo>
                      <a:pt x="802" y="1173"/>
                    </a:lnTo>
                    <a:lnTo>
                      <a:pt x="803" y="1172"/>
                    </a:lnTo>
                    <a:lnTo>
                      <a:pt x="805" y="1172"/>
                    </a:lnTo>
                    <a:lnTo>
                      <a:pt x="806" y="1171"/>
                    </a:lnTo>
                    <a:lnTo>
                      <a:pt x="808" y="1171"/>
                    </a:lnTo>
                    <a:lnTo>
                      <a:pt x="809" y="1170"/>
                    </a:lnTo>
                    <a:lnTo>
                      <a:pt x="810" y="1170"/>
                    </a:lnTo>
                    <a:lnTo>
                      <a:pt x="812" y="1169"/>
                    </a:lnTo>
                    <a:lnTo>
                      <a:pt x="813" y="1169"/>
                    </a:lnTo>
                    <a:lnTo>
                      <a:pt x="815" y="1168"/>
                    </a:lnTo>
                    <a:lnTo>
                      <a:pt x="816" y="1168"/>
                    </a:lnTo>
                    <a:lnTo>
                      <a:pt x="817" y="1167"/>
                    </a:lnTo>
                    <a:lnTo>
                      <a:pt x="819" y="1167"/>
                    </a:lnTo>
                    <a:lnTo>
                      <a:pt x="820" y="1166"/>
                    </a:lnTo>
                    <a:lnTo>
                      <a:pt x="822" y="1166"/>
                    </a:lnTo>
                    <a:lnTo>
                      <a:pt x="823" y="1165"/>
                    </a:lnTo>
                    <a:lnTo>
                      <a:pt x="824" y="1165"/>
                    </a:lnTo>
                    <a:lnTo>
                      <a:pt x="826" y="1164"/>
                    </a:lnTo>
                    <a:lnTo>
                      <a:pt x="827" y="1164"/>
                    </a:lnTo>
                    <a:lnTo>
                      <a:pt x="829" y="1163"/>
                    </a:lnTo>
                    <a:lnTo>
                      <a:pt x="830" y="1163"/>
                    </a:lnTo>
                    <a:lnTo>
                      <a:pt x="831" y="1162"/>
                    </a:lnTo>
                    <a:lnTo>
                      <a:pt x="833" y="1162"/>
                    </a:lnTo>
                    <a:lnTo>
                      <a:pt x="834" y="1161"/>
                    </a:lnTo>
                    <a:lnTo>
                      <a:pt x="836" y="1161"/>
                    </a:lnTo>
                    <a:lnTo>
                      <a:pt x="837" y="1160"/>
                    </a:lnTo>
                    <a:lnTo>
                      <a:pt x="838" y="1160"/>
                    </a:lnTo>
                    <a:lnTo>
                      <a:pt x="840" y="1160"/>
                    </a:lnTo>
                    <a:lnTo>
                      <a:pt x="841" y="1159"/>
                    </a:lnTo>
                    <a:lnTo>
                      <a:pt x="843" y="1159"/>
                    </a:lnTo>
                    <a:lnTo>
                      <a:pt x="844" y="1158"/>
                    </a:lnTo>
                    <a:lnTo>
                      <a:pt x="845" y="1158"/>
                    </a:lnTo>
                    <a:lnTo>
                      <a:pt x="847" y="1157"/>
                    </a:lnTo>
                    <a:lnTo>
                      <a:pt x="848" y="1157"/>
                    </a:lnTo>
                    <a:lnTo>
                      <a:pt x="850" y="1156"/>
                    </a:lnTo>
                    <a:lnTo>
                      <a:pt x="851" y="1156"/>
                    </a:lnTo>
                    <a:lnTo>
                      <a:pt x="852" y="1155"/>
                    </a:lnTo>
                    <a:lnTo>
                      <a:pt x="854" y="1155"/>
                    </a:lnTo>
                    <a:lnTo>
                      <a:pt x="855" y="1155"/>
                    </a:lnTo>
                    <a:lnTo>
                      <a:pt x="857" y="1154"/>
                    </a:lnTo>
                    <a:lnTo>
                      <a:pt x="858" y="1154"/>
                    </a:lnTo>
                    <a:lnTo>
                      <a:pt x="860" y="1153"/>
                    </a:lnTo>
                    <a:lnTo>
                      <a:pt x="861" y="1153"/>
                    </a:lnTo>
                    <a:lnTo>
                      <a:pt x="862" y="1152"/>
                    </a:lnTo>
                    <a:lnTo>
                      <a:pt x="864" y="1152"/>
                    </a:lnTo>
                    <a:lnTo>
                      <a:pt x="865" y="1151"/>
                    </a:lnTo>
                    <a:lnTo>
                      <a:pt x="867" y="1151"/>
                    </a:lnTo>
                    <a:lnTo>
                      <a:pt x="868" y="1151"/>
                    </a:lnTo>
                    <a:lnTo>
                      <a:pt x="869" y="1150"/>
                    </a:lnTo>
                    <a:lnTo>
                      <a:pt x="871" y="1150"/>
                    </a:lnTo>
                    <a:lnTo>
                      <a:pt x="872" y="1149"/>
                    </a:lnTo>
                    <a:lnTo>
                      <a:pt x="874" y="1149"/>
                    </a:lnTo>
                    <a:lnTo>
                      <a:pt x="875" y="1148"/>
                    </a:lnTo>
                    <a:lnTo>
                      <a:pt x="876" y="1148"/>
                    </a:lnTo>
                    <a:lnTo>
                      <a:pt x="878" y="1148"/>
                    </a:lnTo>
                    <a:lnTo>
                      <a:pt x="879" y="1147"/>
                    </a:lnTo>
                    <a:lnTo>
                      <a:pt x="881" y="1147"/>
                    </a:lnTo>
                    <a:lnTo>
                      <a:pt x="882" y="1146"/>
                    </a:lnTo>
                    <a:lnTo>
                      <a:pt x="883" y="1146"/>
                    </a:lnTo>
                    <a:lnTo>
                      <a:pt x="885" y="1145"/>
                    </a:lnTo>
                    <a:lnTo>
                      <a:pt x="886" y="1145"/>
                    </a:lnTo>
                    <a:lnTo>
                      <a:pt x="888" y="1145"/>
                    </a:lnTo>
                    <a:lnTo>
                      <a:pt x="889" y="1144"/>
                    </a:lnTo>
                    <a:lnTo>
                      <a:pt x="890" y="1144"/>
                    </a:lnTo>
                    <a:lnTo>
                      <a:pt x="892" y="1143"/>
                    </a:lnTo>
                    <a:lnTo>
                      <a:pt x="893" y="1143"/>
                    </a:lnTo>
                    <a:lnTo>
                      <a:pt x="895" y="1143"/>
                    </a:lnTo>
                    <a:lnTo>
                      <a:pt x="896" y="1142"/>
                    </a:lnTo>
                    <a:lnTo>
                      <a:pt x="897" y="1142"/>
                    </a:lnTo>
                    <a:lnTo>
                      <a:pt x="899" y="1141"/>
                    </a:lnTo>
                    <a:lnTo>
                      <a:pt x="900" y="1141"/>
                    </a:lnTo>
                    <a:lnTo>
                      <a:pt x="902" y="1140"/>
                    </a:lnTo>
                    <a:lnTo>
                      <a:pt x="903" y="1140"/>
                    </a:lnTo>
                    <a:lnTo>
                      <a:pt x="904" y="1140"/>
                    </a:lnTo>
                    <a:lnTo>
                      <a:pt x="906" y="1139"/>
                    </a:lnTo>
                    <a:lnTo>
                      <a:pt x="907" y="1139"/>
                    </a:lnTo>
                    <a:lnTo>
                      <a:pt x="909" y="1138"/>
                    </a:lnTo>
                    <a:lnTo>
                      <a:pt x="910" y="1138"/>
                    </a:lnTo>
                    <a:lnTo>
                      <a:pt x="911" y="1138"/>
                    </a:lnTo>
                    <a:lnTo>
                      <a:pt x="913" y="1137"/>
                    </a:lnTo>
                    <a:lnTo>
                      <a:pt x="914" y="1137"/>
                    </a:lnTo>
                    <a:lnTo>
                      <a:pt x="916" y="1136"/>
                    </a:lnTo>
                    <a:lnTo>
                      <a:pt x="917" y="1136"/>
                    </a:lnTo>
                    <a:lnTo>
                      <a:pt x="919" y="1136"/>
                    </a:lnTo>
                    <a:lnTo>
                      <a:pt x="920" y="1135"/>
                    </a:lnTo>
                    <a:lnTo>
                      <a:pt x="921" y="1135"/>
                    </a:lnTo>
                    <a:lnTo>
                      <a:pt x="923" y="1134"/>
                    </a:lnTo>
                    <a:lnTo>
                      <a:pt x="924" y="1134"/>
                    </a:lnTo>
                    <a:lnTo>
                      <a:pt x="926" y="1134"/>
                    </a:lnTo>
                    <a:lnTo>
                      <a:pt x="927" y="1133"/>
                    </a:lnTo>
                    <a:lnTo>
                      <a:pt x="928" y="1133"/>
                    </a:lnTo>
                    <a:lnTo>
                      <a:pt x="930" y="1133"/>
                    </a:lnTo>
                    <a:lnTo>
                      <a:pt x="931" y="1132"/>
                    </a:lnTo>
                    <a:lnTo>
                      <a:pt x="933" y="1132"/>
                    </a:lnTo>
                    <a:lnTo>
                      <a:pt x="934" y="1131"/>
                    </a:lnTo>
                    <a:lnTo>
                      <a:pt x="935" y="1131"/>
                    </a:lnTo>
                    <a:lnTo>
                      <a:pt x="937" y="1131"/>
                    </a:lnTo>
                    <a:lnTo>
                      <a:pt x="938" y="1130"/>
                    </a:lnTo>
                    <a:lnTo>
                      <a:pt x="940" y="1130"/>
                    </a:lnTo>
                    <a:lnTo>
                      <a:pt x="941" y="1129"/>
                    </a:lnTo>
                    <a:lnTo>
                      <a:pt x="942" y="1129"/>
                    </a:lnTo>
                    <a:lnTo>
                      <a:pt x="944" y="1129"/>
                    </a:lnTo>
                    <a:lnTo>
                      <a:pt x="945" y="1128"/>
                    </a:lnTo>
                    <a:lnTo>
                      <a:pt x="947" y="1128"/>
                    </a:lnTo>
                    <a:lnTo>
                      <a:pt x="948" y="1128"/>
                    </a:lnTo>
                    <a:lnTo>
                      <a:pt x="949" y="1127"/>
                    </a:lnTo>
                    <a:lnTo>
                      <a:pt x="951" y="1127"/>
                    </a:lnTo>
                    <a:lnTo>
                      <a:pt x="952" y="1127"/>
                    </a:lnTo>
                    <a:lnTo>
                      <a:pt x="954" y="1126"/>
                    </a:lnTo>
                    <a:lnTo>
                      <a:pt x="955" y="1126"/>
                    </a:lnTo>
                    <a:lnTo>
                      <a:pt x="956" y="1125"/>
                    </a:lnTo>
                    <a:lnTo>
                      <a:pt x="958" y="1125"/>
                    </a:lnTo>
                    <a:lnTo>
                      <a:pt x="959" y="1125"/>
                    </a:lnTo>
                    <a:lnTo>
                      <a:pt x="961" y="1124"/>
                    </a:lnTo>
                    <a:lnTo>
                      <a:pt x="962" y="1124"/>
                    </a:lnTo>
                    <a:lnTo>
                      <a:pt x="963" y="1124"/>
                    </a:lnTo>
                    <a:lnTo>
                      <a:pt x="965" y="1123"/>
                    </a:lnTo>
                    <a:lnTo>
                      <a:pt x="966" y="1123"/>
                    </a:lnTo>
                    <a:lnTo>
                      <a:pt x="968" y="1122"/>
                    </a:lnTo>
                    <a:lnTo>
                      <a:pt x="969" y="1122"/>
                    </a:lnTo>
                    <a:lnTo>
                      <a:pt x="970" y="1122"/>
                    </a:lnTo>
                    <a:lnTo>
                      <a:pt x="972" y="1121"/>
                    </a:lnTo>
                    <a:lnTo>
                      <a:pt x="973" y="1121"/>
                    </a:lnTo>
                    <a:lnTo>
                      <a:pt x="975" y="1121"/>
                    </a:lnTo>
                    <a:lnTo>
                      <a:pt x="976" y="1120"/>
                    </a:lnTo>
                    <a:lnTo>
                      <a:pt x="977" y="1120"/>
                    </a:lnTo>
                    <a:lnTo>
                      <a:pt x="979" y="1120"/>
                    </a:lnTo>
                    <a:lnTo>
                      <a:pt x="980" y="1119"/>
                    </a:lnTo>
                    <a:lnTo>
                      <a:pt x="982" y="1119"/>
                    </a:lnTo>
                    <a:lnTo>
                      <a:pt x="983" y="1119"/>
                    </a:lnTo>
                    <a:lnTo>
                      <a:pt x="985" y="1118"/>
                    </a:lnTo>
                    <a:lnTo>
                      <a:pt x="986" y="1118"/>
                    </a:lnTo>
                    <a:lnTo>
                      <a:pt x="987" y="1118"/>
                    </a:lnTo>
                    <a:lnTo>
                      <a:pt x="989" y="1117"/>
                    </a:lnTo>
                    <a:lnTo>
                      <a:pt x="990" y="1117"/>
                    </a:lnTo>
                    <a:lnTo>
                      <a:pt x="992" y="1116"/>
                    </a:lnTo>
                    <a:lnTo>
                      <a:pt x="993" y="1116"/>
                    </a:lnTo>
                    <a:lnTo>
                      <a:pt x="994" y="1116"/>
                    </a:lnTo>
                    <a:lnTo>
                      <a:pt x="996" y="1115"/>
                    </a:lnTo>
                    <a:lnTo>
                      <a:pt x="997" y="1115"/>
                    </a:lnTo>
                    <a:lnTo>
                      <a:pt x="999" y="1115"/>
                    </a:lnTo>
                    <a:lnTo>
                      <a:pt x="1000" y="1114"/>
                    </a:lnTo>
                    <a:lnTo>
                      <a:pt x="1001" y="1114"/>
                    </a:lnTo>
                    <a:lnTo>
                      <a:pt x="1003" y="1114"/>
                    </a:lnTo>
                    <a:lnTo>
                      <a:pt x="1004" y="1113"/>
                    </a:lnTo>
                    <a:lnTo>
                      <a:pt x="1006" y="1113"/>
                    </a:lnTo>
                    <a:lnTo>
                      <a:pt x="1007" y="1113"/>
                    </a:lnTo>
                    <a:lnTo>
                      <a:pt x="1008" y="1112"/>
                    </a:lnTo>
                    <a:lnTo>
                      <a:pt x="1010" y="1112"/>
                    </a:lnTo>
                    <a:lnTo>
                      <a:pt x="1011" y="1112"/>
                    </a:lnTo>
                    <a:lnTo>
                      <a:pt x="1013" y="1111"/>
                    </a:lnTo>
                    <a:lnTo>
                      <a:pt x="1014" y="1111"/>
                    </a:lnTo>
                    <a:lnTo>
                      <a:pt x="1015" y="1111"/>
                    </a:lnTo>
                    <a:lnTo>
                      <a:pt x="1017" y="1110"/>
                    </a:lnTo>
                    <a:lnTo>
                      <a:pt x="1018" y="1110"/>
                    </a:lnTo>
                    <a:lnTo>
                      <a:pt x="1020" y="1110"/>
                    </a:lnTo>
                    <a:lnTo>
                      <a:pt x="1021" y="1109"/>
                    </a:lnTo>
                    <a:lnTo>
                      <a:pt x="1022" y="1109"/>
                    </a:lnTo>
                    <a:lnTo>
                      <a:pt x="1024" y="1109"/>
                    </a:lnTo>
                    <a:lnTo>
                      <a:pt x="1025" y="1108"/>
                    </a:lnTo>
                    <a:lnTo>
                      <a:pt x="1027" y="1108"/>
                    </a:lnTo>
                    <a:lnTo>
                      <a:pt x="1028" y="1108"/>
                    </a:lnTo>
                    <a:lnTo>
                      <a:pt x="1029" y="1107"/>
                    </a:lnTo>
                    <a:lnTo>
                      <a:pt x="1031" y="1107"/>
                    </a:lnTo>
                    <a:lnTo>
                      <a:pt x="1032" y="1107"/>
                    </a:lnTo>
                    <a:lnTo>
                      <a:pt x="1034" y="1106"/>
                    </a:lnTo>
                    <a:lnTo>
                      <a:pt x="1035" y="1106"/>
                    </a:lnTo>
                    <a:lnTo>
                      <a:pt x="1036" y="1106"/>
                    </a:lnTo>
                    <a:lnTo>
                      <a:pt x="1038" y="1105"/>
                    </a:lnTo>
                    <a:lnTo>
                      <a:pt x="1039" y="1105"/>
                    </a:lnTo>
                    <a:lnTo>
                      <a:pt x="1041" y="1105"/>
                    </a:lnTo>
                    <a:lnTo>
                      <a:pt x="1042" y="1104"/>
                    </a:lnTo>
                    <a:lnTo>
                      <a:pt x="1043" y="1104"/>
                    </a:lnTo>
                    <a:lnTo>
                      <a:pt x="1045" y="1104"/>
                    </a:lnTo>
                    <a:lnTo>
                      <a:pt x="1046" y="1104"/>
                    </a:lnTo>
                    <a:lnTo>
                      <a:pt x="1048" y="1103"/>
                    </a:lnTo>
                    <a:lnTo>
                      <a:pt x="1049" y="1103"/>
                    </a:lnTo>
                    <a:lnTo>
                      <a:pt x="1051" y="1103"/>
                    </a:lnTo>
                    <a:lnTo>
                      <a:pt x="1052" y="1102"/>
                    </a:lnTo>
                    <a:lnTo>
                      <a:pt x="1053" y="1102"/>
                    </a:lnTo>
                    <a:lnTo>
                      <a:pt x="1055" y="1102"/>
                    </a:lnTo>
                    <a:lnTo>
                      <a:pt x="1056" y="1101"/>
                    </a:lnTo>
                    <a:lnTo>
                      <a:pt x="1058" y="1101"/>
                    </a:lnTo>
                    <a:lnTo>
                      <a:pt x="1059" y="1101"/>
                    </a:lnTo>
                    <a:lnTo>
                      <a:pt x="1060" y="1100"/>
                    </a:lnTo>
                    <a:lnTo>
                      <a:pt x="1062" y="1100"/>
                    </a:lnTo>
                    <a:lnTo>
                      <a:pt x="1063" y="1100"/>
                    </a:lnTo>
                    <a:lnTo>
                      <a:pt x="1065" y="1099"/>
                    </a:lnTo>
                    <a:lnTo>
                      <a:pt x="1066" y="1099"/>
                    </a:lnTo>
                    <a:lnTo>
                      <a:pt x="1067" y="1099"/>
                    </a:lnTo>
                    <a:lnTo>
                      <a:pt x="1069" y="1098"/>
                    </a:lnTo>
                    <a:lnTo>
                      <a:pt x="1070" y="1098"/>
                    </a:lnTo>
                    <a:lnTo>
                      <a:pt x="1072" y="1098"/>
                    </a:lnTo>
                    <a:lnTo>
                      <a:pt x="1073" y="1098"/>
                    </a:lnTo>
                    <a:lnTo>
                      <a:pt x="1074" y="1097"/>
                    </a:lnTo>
                    <a:lnTo>
                      <a:pt x="1076" y="1097"/>
                    </a:lnTo>
                    <a:lnTo>
                      <a:pt x="1077" y="1097"/>
                    </a:lnTo>
                    <a:lnTo>
                      <a:pt x="1079" y="1096"/>
                    </a:lnTo>
                    <a:lnTo>
                      <a:pt x="1080" y="1096"/>
                    </a:lnTo>
                    <a:lnTo>
                      <a:pt x="1081" y="1096"/>
                    </a:lnTo>
                    <a:lnTo>
                      <a:pt x="1083" y="1095"/>
                    </a:lnTo>
                    <a:lnTo>
                      <a:pt x="1084" y="1095"/>
                    </a:lnTo>
                    <a:lnTo>
                      <a:pt x="1086" y="1095"/>
                    </a:lnTo>
                    <a:lnTo>
                      <a:pt x="1087" y="1095"/>
                    </a:lnTo>
                    <a:lnTo>
                      <a:pt x="1088" y="1094"/>
                    </a:lnTo>
                    <a:lnTo>
                      <a:pt x="1090" y="1094"/>
                    </a:lnTo>
                    <a:lnTo>
                      <a:pt x="1091" y="1094"/>
                    </a:lnTo>
                    <a:lnTo>
                      <a:pt x="1093" y="1093"/>
                    </a:lnTo>
                    <a:lnTo>
                      <a:pt x="1094" y="1093"/>
                    </a:lnTo>
                    <a:lnTo>
                      <a:pt x="1095" y="1093"/>
                    </a:lnTo>
                    <a:lnTo>
                      <a:pt x="1097" y="1092"/>
                    </a:lnTo>
                    <a:lnTo>
                      <a:pt x="1098" y="1092"/>
                    </a:lnTo>
                    <a:lnTo>
                      <a:pt x="1100" y="1092"/>
                    </a:lnTo>
                    <a:lnTo>
                      <a:pt x="1101" y="1091"/>
                    </a:lnTo>
                    <a:lnTo>
                      <a:pt x="1102" y="1091"/>
                    </a:lnTo>
                    <a:lnTo>
                      <a:pt x="1104" y="1091"/>
                    </a:lnTo>
                    <a:lnTo>
                      <a:pt x="1105" y="1091"/>
                    </a:lnTo>
                    <a:lnTo>
                      <a:pt x="1107" y="1090"/>
                    </a:lnTo>
                    <a:lnTo>
                      <a:pt x="1108" y="1090"/>
                    </a:lnTo>
                    <a:lnTo>
                      <a:pt x="1110" y="1090"/>
                    </a:lnTo>
                    <a:lnTo>
                      <a:pt x="1111" y="1089"/>
                    </a:lnTo>
                    <a:lnTo>
                      <a:pt x="1112" y="1089"/>
                    </a:lnTo>
                    <a:lnTo>
                      <a:pt x="1114" y="1089"/>
                    </a:lnTo>
                    <a:lnTo>
                      <a:pt x="1115" y="1088"/>
                    </a:lnTo>
                    <a:lnTo>
                      <a:pt x="1117" y="1088"/>
                    </a:lnTo>
                    <a:lnTo>
                      <a:pt x="1118" y="1088"/>
                    </a:lnTo>
                    <a:lnTo>
                      <a:pt x="1119" y="1088"/>
                    </a:lnTo>
                    <a:lnTo>
                      <a:pt x="1121" y="1087"/>
                    </a:lnTo>
                    <a:lnTo>
                      <a:pt x="1122" y="1087"/>
                    </a:lnTo>
                    <a:lnTo>
                      <a:pt x="1124" y="1087"/>
                    </a:lnTo>
                    <a:lnTo>
                      <a:pt x="1125" y="1086"/>
                    </a:lnTo>
                    <a:lnTo>
                      <a:pt x="1126" y="1086"/>
                    </a:lnTo>
                    <a:lnTo>
                      <a:pt x="1128" y="1086"/>
                    </a:lnTo>
                    <a:lnTo>
                      <a:pt x="1129" y="1086"/>
                    </a:lnTo>
                    <a:lnTo>
                      <a:pt x="1131" y="1085"/>
                    </a:lnTo>
                    <a:lnTo>
                      <a:pt x="1132" y="1085"/>
                    </a:lnTo>
                    <a:lnTo>
                      <a:pt x="1133" y="1085"/>
                    </a:lnTo>
                    <a:lnTo>
                      <a:pt x="1135" y="1085"/>
                    </a:lnTo>
                    <a:lnTo>
                      <a:pt x="1136" y="1084"/>
                    </a:lnTo>
                    <a:lnTo>
                      <a:pt x="1138" y="1084"/>
                    </a:lnTo>
                    <a:lnTo>
                      <a:pt x="1139" y="1084"/>
                    </a:lnTo>
                    <a:lnTo>
                      <a:pt x="1140" y="1083"/>
                    </a:lnTo>
                    <a:lnTo>
                      <a:pt x="1142" y="1083"/>
                    </a:lnTo>
                    <a:lnTo>
                      <a:pt x="1143" y="1083"/>
                    </a:lnTo>
                    <a:lnTo>
                      <a:pt x="1145" y="1082"/>
                    </a:lnTo>
                    <a:lnTo>
                      <a:pt x="1146" y="1082"/>
                    </a:lnTo>
                    <a:lnTo>
                      <a:pt x="1147" y="1082"/>
                    </a:lnTo>
                    <a:lnTo>
                      <a:pt x="1149" y="1082"/>
                    </a:lnTo>
                    <a:lnTo>
                      <a:pt x="1150" y="1081"/>
                    </a:lnTo>
                    <a:lnTo>
                      <a:pt x="1152" y="1081"/>
                    </a:lnTo>
                    <a:lnTo>
                      <a:pt x="1153" y="1081"/>
                    </a:lnTo>
                    <a:lnTo>
                      <a:pt x="1154" y="1081"/>
                    </a:lnTo>
                    <a:lnTo>
                      <a:pt x="1156" y="1080"/>
                    </a:lnTo>
                    <a:lnTo>
                      <a:pt x="1157" y="1080"/>
                    </a:lnTo>
                    <a:lnTo>
                      <a:pt x="1159" y="1080"/>
                    </a:lnTo>
                    <a:lnTo>
                      <a:pt x="1160" y="1079"/>
                    </a:lnTo>
                    <a:lnTo>
                      <a:pt x="1161" y="1079"/>
                    </a:lnTo>
                    <a:lnTo>
                      <a:pt x="1163" y="1079"/>
                    </a:lnTo>
                    <a:lnTo>
                      <a:pt x="1164" y="1079"/>
                    </a:lnTo>
                    <a:lnTo>
                      <a:pt x="1166" y="1078"/>
                    </a:lnTo>
                    <a:lnTo>
                      <a:pt x="1167" y="1078"/>
                    </a:lnTo>
                    <a:lnTo>
                      <a:pt x="1168" y="1078"/>
                    </a:lnTo>
                    <a:lnTo>
                      <a:pt x="1170" y="1078"/>
                    </a:lnTo>
                    <a:lnTo>
                      <a:pt x="1171" y="1077"/>
                    </a:lnTo>
                    <a:lnTo>
                      <a:pt x="1173" y="1077"/>
                    </a:lnTo>
                    <a:lnTo>
                      <a:pt x="1174" y="1077"/>
                    </a:lnTo>
                    <a:lnTo>
                      <a:pt x="1176" y="1076"/>
                    </a:lnTo>
                    <a:lnTo>
                      <a:pt x="1177" y="1076"/>
                    </a:lnTo>
                    <a:lnTo>
                      <a:pt x="1178" y="1076"/>
                    </a:lnTo>
                    <a:lnTo>
                      <a:pt x="1180" y="1076"/>
                    </a:lnTo>
                    <a:lnTo>
                      <a:pt x="1181" y="1075"/>
                    </a:lnTo>
                    <a:lnTo>
                      <a:pt x="1183" y="1075"/>
                    </a:lnTo>
                    <a:lnTo>
                      <a:pt x="1184" y="1075"/>
                    </a:lnTo>
                    <a:lnTo>
                      <a:pt x="1185" y="1074"/>
                    </a:lnTo>
                    <a:lnTo>
                      <a:pt x="1187" y="1074"/>
                    </a:lnTo>
                    <a:lnTo>
                      <a:pt x="1188" y="1074"/>
                    </a:lnTo>
                    <a:lnTo>
                      <a:pt x="1190" y="1074"/>
                    </a:lnTo>
                    <a:lnTo>
                      <a:pt x="1191" y="1073"/>
                    </a:lnTo>
                    <a:lnTo>
                      <a:pt x="1192" y="1073"/>
                    </a:lnTo>
                    <a:lnTo>
                      <a:pt x="1194" y="1073"/>
                    </a:lnTo>
                    <a:lnTo>
                      <a:pt x="1195" y="1073"/>
                    </a:lnTo>
                    <a:lnTo>
                      <a:pt x="1197" y="1072"/>
                    </a:lnTo>
                    <a:lnTo>
                      <a:pt x="1198" y="1072"/>
                    </a:lnTo>
                    <a:lnTo>
                      <a:pt x="1199" y="1072"/>
                    </a:lnTo>
                    <a:lnTo>
                      <a:pt x="1201" y="1072"/>
                    </a:lnTo>
                    <a:lnTo>
                      <a:pt x="1202" y="1071"/>
                    </a:lnTo>
                    <a:lnTo>
                      <a:pt x="1204" y="1071"/>
                    </a:lnTo>
                    <a:lnTo>
                      <a:pt x="1205" y="1071"/>
                    </a:lnTo>
                    <a:lnTo>
                      <a:pt x="1206" y="1071"/>
                    </a:lnTo>
                    <a:lnTo>
                      <a:pt x="1208" y="1070"/>
                    </a:lnTo>
                    <a:lnTo>
                      <a:pt x="1209" y="1070"/>
                    </a:lnTo>
                    <a:lnTo>
                      <a:pt x="1211" y="1070"/>
                    </a:lnTo>
                    <a:lnTo>
                      <a:pt x="1212" y="1069"/>
                    </a:lnTo>
                    <a:lnTo>
                      <a:pt x="1213" y="1069"/>
                    </a:lnTo>
                    <a:lnTo>
                      <a:pt x="1215" y="1069"/>
                    </a:lnTo>
                    <a:lnTo>
                      <a:pt x="1216" y="1069"/>
                    </a:lnTo>
                    <a:lnTo>
                      <a:pt x="1218" y="1068"/>
                    </a:lnTo>
                    <a:lnTo>
                      <a:pt x="1219" y="1068"/>
                    </a:lnTo>
                    <a:lnTo>
                      <a:pt x="1220" y="1068"/>
                    </a:lnTo>
                    <a:lnTo>
                      <a:pt x="1222" y="1068"/>
                    </a:lnTo>
                    <a:lnTo>
                      <a:pt x="1223" y="1067"/>
                    </a:lnTo>
                    <a:lnTo>
                      <a:pt x="1225" y="1067"/>
                    </a:lnTo>
                    <a:lnTo>
                      <a:pt x="1226" y="1067"/>
                    </a:lnTo>
                    <a:lnTo>
                      <a:pt x="1227" y="1067"/>
                    </a:lnTo>
                    <a:lnTo>
                      <a:pt x="1229" y="1066"/>
                    </a:lnTo>
                    <a:lnTo>
                      <a:pt x="1230" y="1066"/>
                    </a:lnTo>
                    <a:lnTo>
                      <a:pt x="1232" y="1066"/>
                    </a:lnTo>
                    <a:lnTo>
                      <a:pt x="1233" y="1066"/>
                    </a:lnTo>
                    <a:lnTo>
                      <a:pt x="1235" y="1065"/>
                    </a:lnTo>
                    <a:lnTo>
                      <a:pt x="1236" y="1065"/>
                    </a:lnTo>
                    <a:lnTo>
                      <a:pt x="1237" y="1065"/>
                    </a:lnTo>
                    <a:lnTo>
                      <a:pt x="1239" y="1065"/>
                    </a:lnTo>
                    <a:lnTo>
                      <a:pt x="1240" y="1064"/>
                    </a:lnTo>
                    <a:lnTo>
                      <a:pt x="1242" y="1064"/>
                    </a:lnTo>
                    <a:lnTo>
                      <a:pt x="1243" y="1064"/>
                    </a:lnTo>
                    <a:lnTo>
                      <a:pt x="1244" y="1064"/>
                    </a:lnTo>
                    <a:lnTo>
                      <a:pt x="1246" y="1063"/>
                    </a:lnTo>
                    <a:lnTo>
                      <a:pt x="1247" y="1063"/>
                    </a:lnTo>
                    <a:lnTo>
                      <a:pt x="1249" y="1063"/>
                    </a:lnTo>
                    <a:lnTo>
                      <a:pt x="1250" y="1063"/>
                    </a:lnTo>
                    <a:lnTo>
                      <a:pt x="1251" y="1062"/>
                    </a:lnTo>
                    <a:lnTo>
                      <a:pt x="1253" y="1062"/>
                    </a:lnTo>
                    <a:lnTo>
                      <a:pt x="1254" y="1062"/>
                    </a:lnTo>
                    <a:lnTo>
                      <a:pt x="1256" y="1062"/>
                    </a:lnTo>
                    <a:lnTo>
                      <a:pt x="1257" y="1061"/>
                    </a:lnTo>
                    <a:lnTo>
                      <a:pt x="1258" y="1061"/>
                    </a:lnTo>
                    <a:lnTo>
                      <a:pt x="1260" y="1061"/>
                    </a:lnTo>
                    <a:lnTo>
                      <a:pt x="1261" y="1061"/>
                    </a:lnTo>
                    <a:lnTo>
                      <a:pt x="1263" y="1060"/>
                    </a:lnTo>
                    <a:lnTo>
                      <a:pt x="1264" y="1060"/>
                    </a:lnTo>
                    <a:lnTo>
                      <a:pt x="1265" y="1060"/>
                    </a:lnTo>
                    <a:lnTo>
                      <a:pt x="1267" y="1060"/>
                    </a:lnTo>
                    <a:lnTo>
                      <a:pt x="1268" y="1059"/>
                    </a:lnTo>
                    <a:lnTo>
                      <a:pt x="1270" y="1059"/>
                    </a:lnTo>
                    <a:lnTo>
                      <a:pt x="1271" y="1059"/>
                    </a:lnTo>
                    <a:lnTo>
                      <a:pt x="1272" y="1059"/>
                    </a:lnTo>
                    <a:lnTo>
                      <a:pt x="1274" y="1058"/>
                    </a:lnTo>
                    <a:lnTo>
                      <a:pt x="1275" y="1058"/>
                    </a:lnTo>
                    <a:lnTo>
                      <a:pt x="1277" y="1058"/>
                    </a:lnTo>
                    <a:lnTo>
                      <a:pt x="1278" y="1058"/>
                    </a:lnTo>
                    <a:lnTo>
                      <a:pt x="1279" y="1057"/>
                    </a:lnTo>
                    <a:lnTo>
                      <a:pt x="1281" y="1057"/>
                    </a:lnTo>
                    <a:lnTo>
                      <a:pt x="1282" y="1057"/>
                    </a:lnTo>
                    <a:lnTo>
                      <a:pt x="1284" y="1057"/>
                    </a:lnTo>
                    <a:lnTo>
                      <a:pt x="1285" y="1056"/>
                    </a:lnTo>
                    <a:lnTo>
                      <a:pt x="1286" y="1056"/>
                    </a:lnTo>
                    <a:lnTo>
                      <a:pt x="1288" y="1056"/>
                    </a:lnTo>
                    <a:lnTo>
                      <a:pt x="1289" y="1056"/>
                    </a:lnTo>
                    <a:lnTo>
                      <a:pt x="1291" y="1056"/>
                    </a:lnTo>
                    <a:lnTo>
                      <a:pt x="1292" y="1055"/>
                    </a:lnTo>
                    <a:lnTo>
                      <a:pt x="1293" y="1055"/>
                    </a:lnTo>
                    <a:lnTo>
                      <a:pt x="1295" y="1055"/>
                    </a:lnTo>
                    <a:lnTo>
                      <a:pt x="1296" y="1054"/>
                    </a:lnTo>
                    <a:lnTo>
                      <a:pt x="1298" y="1054"/>
                    </a:lnTo>
                    <a:lnTo>
                      <a:pt x="1299" y="1054"/>
                    </a:lnTo>
                    <a:lnTo>
                      <a:pt x="1301" y="1054"/>
                    </a:lnTo>
                    <a:lnTo>
                      <a:pt x="1302" y="1054"/>
                    </a:lnTo>
                    <a:lnTo>
                      <a:pt x="1303" y="1053"/>
                    </a:lnTo>
                    <a:lnTo>
                      <a:pt x="1305" y="1053"/>
                    </a:lnTo>
                    <a:lnTo>
                      <a:pt x="1306" y="1053"/>
                    </a:lnTo>
                    <a:lnTo>
                      <a:pt x="1308" y="1053"/>
                    </a:lnTo>
                    <a:lnTo>
                      <a:pt x="1309" y="1052"/>
                    </a:lnTo>
                    <a:lnTo>
                      <a:pt x="1310" y="1052"/>
                    </a:lnTo>
                    <a:lnTo>
                      <a:pt x="1312" y="1052"/>
                    </a:lnTo>
                    <a:lnTo>
                      <a:pt x="1313" y="1052"/>
                    </a:lnTo>
                    <a:lnTo>
                      <a:pt x="1315" y="1051"/>
                    </a:lnTo>
                    <a:lnTo>
                      <a:pt x="1316" y="1051"/>
                    </a:lnTo>
                    <a:lnTo>
                      <a:pt x="1317" y="1051"/>
                    </a:lnTo>
                    <a:lnTo>
                      <a:pt x="1319" y="1051"/>
                    </a:lnTo>
                    <a:lnTo>
                      <a:pt x="1320" y="1051"/>
                    </a:lnTo>
                    <a:lnTo>
                      <a:pt x="1322" y="1050"/>
                    </a:lnTo>
                    <a:lnTo>
                      <a:pt x="1323" y="1050"/>
                    </a:lnTo>
                    <a:lnTo>
                      <a:pt x="1324" y="1050"/>
                    </a:lnTo>
                    <a:lnTo>
                      <a:pt x="1326" y="1050"/>
                    </a:lnTo>
                    <a:lnTo>
                      <a:pt x="1327" y="1049"/>
                    </a:lnTo>
                    <a:lnTo>
                      <a:pt x="1329" y="1049"/>
                    </a:lnTo>
                    <a:lnTo>
                      <a:pt x="1330" y="1049"/>
                    </a:lnTo>
                    <a:lnTo>
                      <a:pt x="1331" y="1049"/>
                    </a:lnTo>
                    <a:lnTo>
                      <a:pt x="1333" y="1048"/>
                    </a:lnTo>
                    <a:lnTo>
                      <a:pt x="1334" y="1048"/>
                    </a:lnTo>
                    <a:lnTo>
                      <a:pt x="1336" y="1048"/>
                    </a:lnTo>
                    <a:lnTo>
                      <a:pt x="1337" y="1048"/>
                    </a:lnTo>
                    <a:lnTo>
                      <a:pt x="1338" y="1048"/>
                    </a:lnTo>
                    <a:lnTo>
                      <a:pt x="1340" y="1047"/>
                    </a:lnTo>
                    <a:lnTo>
                      <a:pt x="1341" y="1047"/>
                    </a:lnTo>
                    <a:lnTo>
                      <a:pt x="1343" y="1047"/>
                    </a:lnTo>
                    <a:lnTo>
                      <a:pt x="1344" y="1047"/>
                    </a:lnTo>
                    <a:lnTo>
                      <a:pt x="1345" y="1046"/>
                    </a:lnTo>
                    <a:lnTo>
                      <a:pt x="1347" y="1046"/>
                    </a:lnTo>
                    <a:lnTo>
                      <a:pt x="1348" y="1046"/>
                    </a:lnTo>
                    <a:lnTo>
                      <a:pt x="1350" y="1046"/>
                    </a:lnTo>
                    <a:lnTo>
                      <a:pt x="1351" y="1045"/>
                    </a:lnTo>
                    <a:lnTo>
                      <a:pt x="1352" y="1045"/>
                    </a:lnTo>
                    <a:lnTo>
                      <a:pt x="1354" y="1045"/>
                    </a:lnTo>
                    <a:lnTo>
                      <a:pt x="1355" y="1045"/>
                    </a:lnTo>
                    <a:lnTo>
                      <a:pt x="1357" y="1044"/>
                    </a:lnTo>
                    <a:lnTo>
                      <a:pt x="1358" y="1044"/>
                    </a:lnTo>
                    <a:lnTo>
                      <a:pt x="1359" y="1044"/>
                    </a:lnTo>
                    <a:lnTo>
                      <a:pt x="1361" y="1044"/>
                    </a:lnTo>
                    <a:lnTo>
                      <a:pt x="1362" y="1044"/>
                    </a:lnTo>
                    <a:lnTo>
                      <a:pt x="1364" y="1043"/>
                    </a:lnTo>
                    <a:lnTo>
                      <a:pt x="1365" y="1043"/>
                    </a:lnTo>
                    <a:lnTo>
                      <a:pt x="1367" y="1043"/>
                    </a:lnTo>
                    <a:lnTo>
                      <a:pt x="1368" y="1043"/>
                    </a:lnTo>
                    <a:lnTo>
                      <a:pt x="1369" y="1042"/>
                    </a:lnTo>
                    <a:lnTo>
                      <a:pt x="1371" y="1042"/>
                    </a:lnTo>
                    <a:lnTo>
                      <a:pt x="1372" y="1042"/>
                    </a:lnTo>
                    <a:lnTo>
                      <a:pt x="1374" y="1042"/>
                    </a:lnTo>
                    <a:lnTo>
                      <a:pt x="1375" y="1042"/>
                    </a:lnTo>
                    <a:lnTo>
                      <a:pt x="1376" y="1041"/>
                    </a:lnTo>
                    <a:lnTo>
                      <a:pt x="1378" y="1041"/>
                    </a:lnTo>
                    <a:lnTo>
                      <a:pt x="1379" y="1041"/>
                    </a:lnTo>
                    <a:lnTo>
                      <a:pt x="1381" y="1041"/>
                    </a:lnTo>
                    <a:lnTo>
                      <a:pt x="1382" y="1041"/>
                    </a:lnTo>
                    <a:lnTo>
                      <a:pt x="1383" y="1040"/>
                    </a:lnTo>
                    <a:lnTo>
                      <a:pt x="1385" y="1040"/>
                    </a:lnTo>
                    <a:lnTo>
                      <a:pt x="1386" y="1040"/>
                    </a:lnTo>
                    <a:lnTo>
                      <a:pt x="1388" y="1040"/>
                    </a:lnTo>
                    <a:lnTo>
                      <a:pt x="1389" y="1039"/>
                    </a:lnTo>
                    <a:lnTo>
                      <a:pt x="1390" y="1039"/>
                    </a:lnTo>
                    <a:lnTo>
                      <a:pt x="1392" y="1039"/>
                    </a:lnTo>
                    <a:lnTo>
                      <a:pt x="1393" y="1039"/>
                    </a:lnTo>
                    <a:lnTo>
                      <a:pt x="1395" y="1039"/>
                    </a:lnTo>
                    <a:lnTo>
                      <a:pt x="1396" y="1038"/>
                    </a:lnTo>
                    <a:lnTo>
                      <a:pt x="1397" y="1038"/>
                    </a:lnTo>
                    <a:lnTo>
                      <a:pt x="1399" y="1038"/>
                    </a:lnTo>
                    <a:lnTo>
                      <a:pt x="1400" y="1038"/>
                    </a:lnTo>
                    <a:lnTo>
                      <a:pt x="1402" y="1037"/>
                    </a:lnTo>
                    <a:lnTo>
                      <a:pt x="1403" y="1037"/>
                    </a:lnTo>
                    <a:lnTo>
                      <a:pt x="1404" y="1037"/>
                    </a:lnTo>
                    <a:lnTo>
                      <a:pt x="1406" y="1037"/>
                    </a:lnTo>
                    <a:lnTo>
                      <a:pt x="1407" y="1037"/>
                    </a:lnTo>
                    <a:lnTo>
                      <a:pt x="1409" y="1036"/>
                    </a:lnTo>
                    <a:lnTo>
                      <a:pt x="1410" y="1036"/>
                    </a:lnTo>
                    <a:lnTo>
                      <a:pt x="1411" y="1036"/>
                    </a:lnTo>
                    <a:lnTo>
                      <a:pt x="1413" y="1036"/>
                    </a:lnTo>
                    <a:lnTo>
                      <a:pt x="1414" y="1035"/>
                    </a:lnTo>
                    <a:lnTo>
                      <a:pt x="1416" y="1035"/>
                    </a:lnTo>
                    <a:lnTo>
                      <a:pt x="1417" y="1035"/>
                    </a:lnTo>
                    <a:lnTo>
                      <a:pt x="1418" y="1035"/>
                    </a:lnTo>
                    <a:lnTo>
                      <a:pt x="1420" y="1035"/>
                    </a:lnTo>
                    <a:lnTo>
                      <a:pt x="1421" y="1034"/>
                    </a:lnTo>
                    <a:lnTo>
                      <a:pt x="1423" y="1034"/>
                    </a:lnTo>
                    <a:lnTo>
                      <a:pt x="1424" y="1034"/>
                    </a:lnTo>
                    <a:lnTo>
                      <a:pt x="1426" y="1034"/>
                    </a:lnTo>
                    <a:lnTo>
                      <a:pt x="1427" y="1034"/>
                    </a:lnTo>
                    <a:lnTo>
                      <a:pt x="1428" y="1033"/>
                    </a:lnTo>
                    <a:lnTo>
                      <a:pt x="1430" y="1033"/>
                    </a:lnTo>
                    <a:lnTo>
                      <a:pt x="1431" y="1033"/>
                    </a:lnTo>
                    <a:lnTo>
                      <a:pt x="1433" y="1033"/>
                    </a:lnTo>
                    <a:lnTo>
                      <a:pt x="1434" y="1032"/>
                    </a:lnTo>
                    <a:lnTo>
                      <a:pt x="1435" y="1032"/>
                    </a:lnTo>
                    <a:lnTo>
                      <a:pt x="1437" y="1032"/>
                    </a:lnTo>
                    <a:lnTo>
                      <a:pt x="1438" y="1032"/>
                    </a:lnTo>
                    <a:lnTo>
                      <a:pt x="1440" y="1032"/>
                    </a:lnTo>
                    <a:lnTo>
                      <a:pt x="1441" y="1031"/>
                    </a:lnTo>
                    <a:lnTo>
                      <a:pt x="1442" y="1031"/>
                    </a:lnTo>
                    <a:lnTo>
                      <a:pt x="1444" y="1031"/>
                    </a:lnTo>
                    <a:lnTo>
                      <a:pt x="1445" y="1031"/>
                    </a:lnTo>
                    <a:lnTo>
                      <a:pt x="1447" y="1031"/>
                    </a:lnTo>
                    <a:lnTo>
                      <a:pt x="1448" y="1030"/>
                    </a:lnTo>
                    <a:lnTo>
                      <a:pt x="1449" y="1030"/>
                    </a:lnTo>
                    <a:lnTo>
                      <a:pt x="1451" y="1030"/>
                    </a:lnTo>
                    <a:lnTo>
                      <a:pt x="1452" y="1030"/>
                    </a:lnTo>
                    <a:lnTo>
                      <a:pt x="1454" y="1030"/>
                    </a:lnTo>
                    <a:lnTo>
                      <a:pt x="1455" y="1029"/>
                    </a:lnTo>
                    <a:lnTo>
                      <a:pt x="1456" y="1029"/>
                    </a:lnTo>
                    <a:lnTo>
                      <a:pt x="1458" y="1029"/>
                    </a:lnTo>
                    <a:lnTo>
                      <a:pt x="1459" y="1029"/>
                    </a:lnTo>
                    <a:lnTo>
                      <a:pt x="1461" y="1029"/>
                    </a:lnTo>
                    <a:lnTo>
                      <a:pt x="1462" y="1028"/>
                    </a:lnTo>
                    <a:lnTo>
                      <a:pt x="1463" y="1028"/>
                    </a:lnTo>
                    <a:lnTo>
                      <a:pt x="1465" y="1028"/>
                    </a:lnTo>
                    <a:lnTo>
                      <a:pt x="1466" y="1028"/>
                    </a:lnTo>
                    <a:lnTo>
                      <a:pt x="1468" y="1027"/>
                    </a:lnTo>
                    <a:lnTo>
                      <a:pt x="1469" y="1027"/>
                    </a:lnTo>
                    <a:lnTo>
                      <a:pt x="1470" y="1027"/>
                    </a:lnTo>
                    <a:lnTo>
                      <a:pt x="1472" y="1027"/>
                    </a:lnTo>
                    <a:lnTo>
                      <a:pt x="1473" y="1027"/>
                    </a:lnTo>
                    <a:lnTo>
                      <a:pt x="1475" y="1026"/>
                    </a:lnTo>
                    <a:lnTo>
                      <a:pt x="1476" y="1026"/>
                    </a:lnTo>
                    <a:lnTo>
                      <a:pt x="1477" y="1026"/>
                    </a:lnTo>
                    <a:lnTo>
                      <a:pt x="1479" y="1026"/>
                    </a:lnTo>
                    <a:lnTo>
                      <a:pt x="1480" y="1026"/>
                    </a:lnTo>
                    <a:lnTo>
                      <a:pt x="1482" y="1025"/>
                    </a:lnTo>
                    <a:lnTo>
                      <a:pt x="1483" y="1025"/>
                    </a:lnTo>
                    <a:lnTo>
                      <a:pt x="1484" y="1025"/>
                    </a:lnTo>
                    <a:lnTo>
                      <a:pt x="1486" y="1025"/>
                    </a:lnTo>
                    <a:lnTo>
                      <a:pt x="1487" y="1025"/>
                    </a:lnTo>
                    <a:lnTo>
                      <a:pt x="1489" y="1024"/>
                    </a:lnTo>
                    <a:lnTo>
                      <a:pt x="1490" y="1024"/>
                    </a:lnTo>
                    <a:lnTo>
                      <a:pt x="1492" y="1024"/>
                    </a:lnTo>
                    <a:lnTo>
                      <a:pt x="1493" y="1024"/>
                    </a:lnTo>
                    <a:lnTo>
                      <a:pt x="1494" y="1024"/>
                    </a:lnTo>
                    <a:lnTo>
                      <a:pt x="1496" y="1023"/>
                    </a:lnTo>
                    <a:lnTo>
                      <a:pt x="1497" y="1023"/>
                    </a:lnTo>
                    <a:lnTo>
                      <a:pt x="1499" y="1023"/>
                    </a:lnTo>
                    <a:lnTo>
                      <a:pt x="1500" y="1023"/>
                    </a:lnTo>
                    <a:lnTo>
                      <a:pt x="1501" y="1022"/>
                    </a:lnTo>
                    <a:lnTo>
                      <a:pt x="1503" y="1022"/>
                    </a:lnTo>
                    <a:lnTo>
                      <a:pt x="1504" y="1022"/>
                    </a:lnTo>
                    <a:lnTo>
                      <a:pt x="1506" y="1022"/>
                    </a:lnTo>
                    <a:lnTo>
                      <a:pt x="1507" y="1022"/>
                    </a:lnTo>
                    <a:lnTo>
                      <a:pt x="1508" y="1021"/>
                    </a:lnTo>
                    <a:lnTo>
                      <a:pt x="1510" y="1021"/>
                    </a:lnTo>
                    <a:lnTo>
                      <a:pt x="1511" y="1021"/>
                    </a:lnTo>
                    <a:lnTo>
                      <a:pt x="1513" y="1021"/>
                    </a:lnTo>
                    <a:lnTo>
                      <a:pt x="1514" y="1021"/>
                    </a:lnTo>
                    <a:lnTo>
                      <a:pt x="1515" y="1021"/>
                    </a:lnTo>
                    <a:lnTo>
                      <a:pt x="1517" y="1020"/>
                    </a:lnTo>
                    <a:lnTo>
                      <a:pt x="1518" y="1020"/>
                    </a:lnTo>
                    <a:lnTo>
                      <a:pt x="1520" y="1020"/>
                    </a:lnTo>
                    <a:lnTo>
                      <a:pt x="1521" y="1020"/>
                    </a:lnTo>
                    <a:lnTo>
                      <a:pt x="1522" y="1019"/>
                    </a:lnTo>
                    <a:lnTo>
                      <a:pt x="1524" y="1019"/>
                    </a:lnTo>
                    <a:lnTo>
                      <a:pt x="1525" y="1019"/>
                    </a:lnTo>
                    <a:lnTo>
                      <a:pt x="1527" y="1019"/>
                    </a:lnTo>
                    <a:lnTo>
                      <a:pt x="1528" y="1019"/>
                    </a:lnTo>
                    <a:lnTo>
                      <a:pt x="1529" y="1018"/>
                    </a:lnTo>
                    <a:lnTo>
                      <a:pt x="1531" y="1018"/>
                    </a:lnTo>
                    <a:lnTo>
                      <a:pt x="1532" y="1018"/>
                    </a:lnTo>
                    <a:lnTo>
                      <a:pt x="1534" y="1018"/>
                    </a:lnTo>
                    <a:lnTo>
                      <a:pt x="1535" y="1018"/>
                    </a:lnTo>
                    <a:lnTo>
                      <a:pt x="1536" y="1018"/>
                    </a:lnTo>
                    <a:lnTo>
                      <a:pt x="1538" y="1017"/>
                    </a:lnTo>
                    <a:lnTo>
                      <a:pt x="1539" y="1017"/>
                    </a:lnTo>
                    <a:lnTo>
                      <a:pt x="1541" y="1017"/>
                    </a:lnTo>
                    <a:lnTo>
                      <a:pt x="1542" y="1017"/>
                    </a:lnTo>
                    <a:lnTo>
                      <a:pt x="1543" y="1017"/>
                    </a:lnTo>
                    <a:lnTo>
                      <a:pt x="1545" y="1016"/>
                    </a:lnTo>
                    <a:lnTo>
                      <a:pt x="1546" y="1016"/>
                    </a:lnTo>
                    <a:lnTo>
                      <a:pt x="1548" y="1016"/>
                    </a:lnTo>
                    <a:lnTo>
                      <a:pt x="1549" y="1016"/>
                    </a:lnTo>
                    <a:lnTo>
                      <a:pt x="1550" y="1016"/>
                    </a:lnTo>
                    <a:lnTo>
                      <a:pt x="1552" y="1015"/>
                    </a:lnTo>
                    <a:lnTo>
                      <a:pt x="1553" y="1015"/>
                    </a:lnTo>
                    <a:lnTo>
                      <a:pt x="1555" y="1015"/>
                    </a:lnTo>
                    <a:lnTo>
                      <a:pt x="1556" y="1015"/>
                    </a:lnTo>
                    <a:lnTo>
                      <a:pt x="1558" y="1015"/>
                    </a:lnTo>
                    <a:lnTo>
                      <a:pt x="1559" y="1014"/>
                    </a:lnTo>
                    <a:lnTo>
                      <a:pt x="1560" y="1014"/>
                    </a:lnTo>
                    <a:lnTo>
                      <a:pt x="1562" y="1014"/>
                    </a:lnTo>
                    <a:lnTo>
                      <a:pt x="1563" y="1014"/>
                    </a:lnTo>
                    <a:lnTo>
                      <a:pt x="1565" y="1014"/>
                    </a:lnTo>
                    <a:lnTo>
                      <a:pt x="1566" y="1013"/>
                    </a:lnTo>
                    <a:lnTo>
                      <a:pt x="1567" y="1013"/>
                    </a:lnTo>
                    <a:lnTo>
                      <a:pt x="1569" y="1013"/>
                    </a:lnTo>
                    <a:lnTo>
                      <a:pt x="1570" y="1013"/>
                    </a:lnTo>
                    <a:lnTo>
                      <a:pt x="1572" y="1013"/>
                    </a:lnTo>
                    <a:lnTo>
                      <a:pt x="1573" y="1013"/>
                    </a:lnTo>
                    <a:lnTo>
                      <a:pt x="1574" y="1012"/>
                    </a:lnTo>
                    <a:lnTo>
                      <a:pt x="1576" y="1012"/>
                    </a:lnTo>
                    <a:lnTo>
                      <a:pt x="1577" y="1012"/>
                    </a:lnTo>
                    <a:lnTo>
                      <a:pt x="1579" y="1012"/>
                    </a:lnTo>
                    <a:lnTo>
                      <a:pt x="1580" y="1012"/>
                    </a:lnTo>
                    <a:lnTo>
                      <a:pt x="1581" y="1011"/>
                    </a:lnTo>
                    <a:lnTo>
                      <a:pt x="1583" y="1011"/>
                    </a:lnTo>
                    <a:lnTo>
                      <a:pt x="1584" y="1011"/>
                    </a:lnTo>
                    <a:lnTo>
                      <a:pt x="1586" y="1011"/>
                    </a:lnTo>
                    <a:lnTo>
                      <a:pt x="1587" y="1011"/>
                    </a:lnTo>
                    <a:lnTo>
                      <a:pt x="1588" y="1010"/>
                    </a:lnTo>
                    <a:lnTo>
                      <a:pt x="1590" y="1010"/>
                    </a:lnTo>
                    <a:lnTo>
                      <a:pt x="1591" y="1010"/>
                    </a:lnTo>
                    <a:lnTo>
                      <a:pt x="1593" y="1010"/>
                    </a:lnTo>
                    <a:lnTo>
                      <a:pt x="1594" y="1010"/>
                    </a:lnTo>
                    <a:lnTo>
                      <a:pt x="1595" y="1009"/>
                    </a:lnTo>
                    <a:lnTo>
                      <a:pt x="1597" y="1009"/>
                    </a:lnTo>
                    <a:lnTo>
                      <a:pt x="1598" y="1009"/>
                    </a:lnTo>
                    <a:lnTo>
                      <a:pt x="1600" y="1009"/>
                    </a:lnTo>
                    <a:lnTo>
                      <a:pt x="1601" y="1009"/>
                    </a:lnTo>
                    <a:lnTo>
                      <a:pt x="1602" y="1009"/>
                    </a:lnTo>
                    <a:lnTo>
                      <a:pt x="1604" y="1008"/>
                    </a:lnTo>
                    <a:lnTo>
                      <a:pt x="1605" y="1008"/>
                    </a:lnTo>
                    <a:lnTo>
                      <a:pt x="1607" y="1008"/>
                    </a:lnTo>
                    <a:lnTo>
                      <a:pt x="1608" y="1008"/>
                    </a:lnTo>
                    <a:lnTo>
                      <a:pt x="1609" y="1008"/>
                    </a:lnTo>
                    <a:lnTo>
                      <a:pt x="1611" y="1007"/>
                    </a:lnTo>
                    <a:lnTo>
                      <a:pt x="1612" y="1007"/>
                    </a:lnTo>
                    <a:lnTo>
                      <a:pt x="1614" y="1007"/>
                    </a:lnTo>
                    <a:lnTo>
                      <a:pt x="1615" y="1007"/>
                    </a:lnTo>
                    <a:lnTo>
                      <a:pt x="1617" y="1007"/>
                    </a:lnTo>
                    <a:lnTo>
                      <a:pt x="1618" y="1006"/>
                    </a:lnTo>
                    <a:lnTo>
                      <a:pt x="1619" y="1006"/>
                    </a:lnTo>
                    <a:lnTo>
                      <a:pt x="1621" y="1006"/>
                    </a:lnTo>
                    <a:lnTo>
                      <a:pt x="1622" y="1006"/>
                    </a:lnTo>
                    <a:lnTo>
                      <a:pt x="1624" y="1006"/>
                    </a:lnTo>
                    <a:lnTo>
                      <a:pt x="1625" y="1005"/>
                    </a:lnTo>
                    <a:lnTo>
                      <a:pt x="1626" y="1005"/>
                    </a:lnTo>
                    <a:lnTo>
                      <a:pt x="1628" y="1005"/>
                    </a:lnTo>
                    <a:lnTo>
                      <a:pt x="1629" y="1005"/>
                    </a:lnTo>
                    <a:lnTo>
                      <a:pt x="1631" y="1005"/>
                    </a:lnTo>
                    <a:lnTo>
                      <a:pt x="1632" y="1005"/>
                    </a:lnTo>
                    <a:lnTo>
                      <a:pt x="1633" y="1004"/>
                    </a:lnTo>
                    <a:lnTo>
                      <a:pt x="1635" y="1004"/>
                    </a:lnTo>
                    <a:lnTo>
                      <a:pt x="1636" y="1004"/>
                    </a:lnTo>
                    <a:lnTo>
                      <a:pt x="1638" y="1004"/>
                    </a:lnTo>
                    <a:lnTo>
                      <a:pt x="1639" y="1004"/>
                    </a:lnTo>
                    <a:lnTo>
                      <a:pt x="1640" y="1003"/>
                    </a:lnTo>
                    <a:lnTo>
                      <a:pt x="1642" y="1003"/>
                    </a:lnTo>
                    <a:lnTo>
                      <a:pt x="1643" y="1003"/>
                    </a:lnTo>
                    <a:lnTo>
                      <a:pt x="1645" y="1003"/>
                    </a:lnTo>
                    <a:lnTo>
                      <a:pt x="1646" y="1003"/>
                    </a:lnTo>
                    <a:lnTo>
                      <a:pt x="1647" y="1003"/>
                    </a:lnTo>
                    <a:lnTo>
                      <a:pt x="1649" y="1002"/>
                    </a:lnTo>
                    <a:lnTo>
                      <a:pt x="1650" y="1002"/>
                    </a:lnTo>
                    <a:lnTo>
                      <a:pt x="1652" y="1002"/>
                    </a:lnTo>
                    <a:lnTo>
                      <a:pt x="1653" y="1002"/>
                    </a:lnTo>
                    <a:lnTo>
                      <a:pt x="1654" y="1002"/>
                    </a:lnTo>
                    <a:lnTo>
                      <a:pt x="1656" y="1001"/>
                    </a:lnTo>
                    <a:lnTo>
                      <a:pt x="1657" y="1001"/>
                    </a:lnTo>
                    <a:lnTo>
                      <a:pt x="1659" y="1001"/>
                    </a:lnTo>
                    <a:lnTo>
                      <a:pt x="1660" y="1001"/>
                    </a:lnTo>
                    <a:lnTo>
                      <a:pt x="1661" y="1001"/>
                    </a:lnTo>
                    <a:lnTo>
                      <a:pt x="1663" y="1001"/>
                    </a:lnTo>
                    <a:lnTo>
                      <a:pt x="1664" y="1000"/>
                    </a:lnTo>
                    <a:lnTo>
                      <a:pt x="1666" y="1000"/>
                    </a:lnTo>
                    <a:lnTo>
                      <a:pt x="1667" y="1000"/>
                    </a:lnTo>
                    <a:lnTo>
                      <a:pt x="1668" y="1000"/>
                    </a:lnTo>
                    <a:lnTo>
                      <a:pt x="1670" y="1000"/>
                    </a:lnTo>
                    <a:lnTo>
                      <a:pt x="1671" y="999"/>
                    </a:lnTo>
                    <a:lnTo>
                      <a:pt x="1673" y="999"/>
                    </a:lnTo>
                    <a:lnTo>
                      <a:pt x="1674" y="999"/>
                    </a:lnTo>
                    <a:lnTo>
                      <a:pt x="1675" y="999"/>
                    </a:lnTo>
                    <a:lnTo>
                      <a:pt x="1677" y="999"/>
                    </a:lnTo>
                    <a:lnTo>
                      <a:pt x="1678" y="999"/>
                    </a:lnTo>
                    <a:lnTo>
                      <a:pt x="1680" y="998"/>
                    </a:lnTo>
                    <a:lnTo>
                      <a:pt x="1681" y="998"/>
                    </a:lnTo>
                    <a:lnTo>
                      <a:pt x="1683" y="998"/>
                    </a:lnTo>
                    <a:lnTo>
                      <a:pt x="1684" y="998"/>
                    </a:lnTo>
                    <a:lnTo>
                      <a:pt x="1685" y="998"/>
                    </a:lnTo>
                    <a:lnTo>
                      <a:pt x="1687" y="997"/>
                    </a:lnTo>
                    <a:lnTo>
                      <a:pt x="1688" y="997"/>
                    </a:lnTo>
                    <a:lnTo>
                      <a:pt x="1690" y="997"/>
                    </a:lnTo>
                    <a:lnTo>
                      <a:pt x="1691" y="997"/>
                    </a:lnTo>
                    <a:lnTo>
                      <a:pt x="1692" y="997"/>
                    </a:lnTo>
                    <a:lnTo>
                      <a:pt x="1694" y="996"/>
                    </a:lnTo>
                    <a:lnTo>
                      <a:pt x="1695" y="996"/>
                    </a:lnTo>
                    <a:lnTo>
                      <a:pt x="1697" y="996"/>
                    </a:lnTo>
                    <a:lnTo>
                      <a:pt x="1698" y="996"/>
                    </a:lnTo>
                    <a:lnTo>
                      <a:pt x="1699" y="996"/>
                    </a:lnTo>
                    <a:lnTo>
                      <a:pt x="1701" y="996"/>
                    </a:lnTo>
                    <a:lnTo>
                      <a:pt x="1702" y="995"/>
                    </a:lnTo>
                    <a:lnTo>
                      <a:pt x="1704" y="995"/>
                    </a:lnTo>
                    <a:lnTo>
                      <a:pt x="1705" y="995"/>
                    </a:lnTo>
                    <a:lnTo>
                      <a:pt x="1706" y="995"/>
                    </a:lnTo>
                    <a:lnTo>
                      <a:pt x="1708" y="995"/>
                    </a:lnTo>
                    <a:lnTo>
                      <a:pt x="1709" y="995"/>
                    </a:lnTo>
                    <a:lnTo>
                      <a:pt x="1711" y="994"/>
                    </a:lnTo>
                    <a:lnTo>
                      <a:pt x="1712" y="994"/>
                    </a:lnTo>
                    <a:lnTo>
                      <a:pt x="1713" y="994"/>
                    </a:lnTo>
                    <a:lnTo>
                      <a:pt x="1715" y="994"/>
                    </a:lnTo>
                    <a:lnTo>
                      <a:pt x="1716" y="994"/>
                    </a:lnTo>
                    <a:lnTo>
                      <a:pt x="1718" y="994"/>
                    </a:lnTo>
                    <a:lnTo>
                      <a:pt x="1719" y="993"/>
                    </a:lnTo>
                    <a:lnTo>
                      <a:pt x="1720" y="993"/>
                    </a:lnTo>
                    <a:lnTo>
                      <a:pt x="1722" y="993"/>
                    </a:lnTo>
                    <a:lnTo>
                      <a:pt x="1723" y="993"/>
                    </a:lnTo>
                    <a:lnTo>
                      <a:pt x="1725" y="993"/>
                    </a:lnTo>
                    <a:lnTo>
                      <a:pt x="1726" y="992"/>
                    </a:lnTo>
                    <a:lnTo>
                      <a:pt x="1727" y="992"/>
                    </a:lnTo>
                    <a:lnTo>
                      <a:pt x="1729" y="992"/>
                    </a:lnTo>
                    <a:lnTo>
                      <a:pt x="1730" y="992"/>
                    </a:lnTo>
                    <a:lnTo>
                      <a:pt x="1732" y="992"/>
                    </a:lnTo>
                    <a:lnTo>
                      <a:pt x="1733" y="992"/>
                    </a:lnTo>
                    <a:lnTo>
                      <a:pt x="1734" y="991"/>
                    </a:lnTo>
                    <a:lnTo>
                      <a:pt x="1736" y="991"/>
                    </a:lnTo>
                    <a:lnTo>
                      <a:pt x="1737" y="991"/>
                    </a:lnTo>
                    <a:lnTo>
                      <a:pt x="1739" y="991"/>
                    </a:lnTo>
                    <a:lnTo>
                      <a:pt x="1740" y="991"/>
                    </a:lnTo>
                    <a:lnTo>
                      <a:pt x="1742" y="991"/>
                    </a:lnTo>
                    <a:lnTo>
                      <a:pt x="1743" y="990"/>
                    </a:lnTo>
                    <a:lnTo>
                      <a:pt x="1744" y="990"/>
                    </a:lnTo>
                    <a:lnTo>
                      <a:pt x="1746" y="990"/>
                    </a:lnTo>
                    <a:lnTo>
                      <a:pt x="1747" y="990"/>
                    </a:lnTo>
                    <a:lnTo>
                      <a:pt x="1749" y="990"/>
                    </a:lnTo>
                    <a:lnTo>
                      <a:pt x="1750" y="990"/>
                    </a:lnTo>
                    <a:lnTo>
                      <a:pt x="1751" y="989"/>
                    </a:lnTo>
                    <a:lnTo>
                      <a:pt x="1753" y="989"/>
                    </a:lnTo>
                    <a:lnTo>
                      <a:pt x="1754" y="989"/>
                    </a:lnTo>
                    <a:lnTo>
                      <a:pt x="1756" y="989"/>
                    </a:lnTo>
                    <a:lnTo>
                      <a:pt x="1757" y="989"/>
                    </a:lnTo>
                    <a:lnTo>
                      <a:pt x="1758" y="989"/>
                    </a:lnTo>
                    <a:lnTo>
                      <a:pt x="1760" y="988"/>
                    </a:lnTo>
                    <a:lnTo>
                      <a:pt x="1761" y="988"/>
                    </a:lnTo>
                    <a:lnTo>
                      <a:pt x="1763" y="988"/>
                    </a:lnTo>
                    <a:lnTo>
                      <a:pt x="1764" y="988"/>
                    </a:lnTo>
                    <a:lnTo>
                      <a:pt x="1765" y="988"/>
                    </a:lnTo>
                    <a:lnTo>
                      <a:pt x="1767" y="988"/>
                    </a:lnTo>
                    <a:lnTo>
                      <a:pt x="1768" y="987"/>
                    </a:lnTo>
                    <a:lnTo>
                      <a:pt x="1770" y="987"/>
                    </a:lnTo>
                    <a:lnTo>
                      <a:pt x="1771" y="987"/>
                    </a:lnTo>
                    <a:lnTo>
                      <a:pt x="1772" y="987"/>
                    </a:lnTo>
                    <a:lnTo>
                      <a:pt x="1774" y="987"/>
                    </a:lnTo>
                    <a:lnTo>
                      <a:pt x="1775" y="986"/>
                    </a:lnTo>
                    <a:lnTo>
                      <a:pt x="1777" y="986"/>
                    </a:lnTo>
                    <a:lnTo>
                      <a:pt x="1778" y="986"/>
                    </a:lnTo>
                    <a:lnTo>
                      <a:pt x="1779" y="986"/>
                    </a:lnTo>
                    <a:lnTo>
                      <a:pt x="1781" y="986"/>
                    </a:lnTo>
                    <a:lnTo>
                      <a:pt x="1782" y="986"/>
                    </a:lnTo>
                    <a:lnTo>
                      <a:pt x="1784" y="985"/>
                    </a:lnTo>
                    <a:lnTo>
                      <a:pt x="1785" y="985"/>
                    </a:lnTo>
                    <a:lnTo>
                      <a:pt x="1786" y="985"/>
                    </a:lnTo>
                    <a:lnTo>
                      <a:pt x="1788" y="985"/>
                    </a:lnTo>
                    <a:lnTo>
                      <a:pt x="1789" y="985"/>
                    </a:lnTo>
                    <a:lnTo>
                      <a:pt x="1791" y="985"/>
                    </a:lnTo>
                    <a:lnTo>
                      <a:pt x="1792" y="984"/>
                    </a:lnTo>
                    <a:lnTo>
                      <a:pt x="1793" y="984"/>
                    </a:lnTo>
                    <a:lnTo>
                      <a:pt x="1795" y="984"/>
                    </a:lnTo>
                    <a:lnTo>
                      <a:pt x="1796" y="984"/>
                    </a:lnTo>
                    <a:lnTo>
                      <a:pt x="1798" y="984"/>
                    </a:lnTo>
                    <a:lnTo>
                      <a:pt x="1799" y="984"/>
                    </a:lnTo>
                    <a:lnTo>
                      <a:pt x="1800" y="983"/>
                    </a:lnTo>
                    <a:lnTo>
                      <a:pt x="1802" y="983"/>
                    </a:lnTo>
                    <a:lnTo>
                      <a:pt x="1803" y="983"/>
                    </a:lnTo>
                    <a:lnTo>
                      <a:pt x="1805" y="983"/>
                    </a:lnTo>
                    <a:lnTo>
                      <a:pt x="1806" y="983"/>
                    </a:lnTo>
                    <a:lnTo>
                      <a:pt x="1808" y="983"/>
                    </a:lnTo>
                    <a:lnTo>
                      <a:pt x="1809" y="982"/>
                    </a:lnTo>
                    <a:lnTo>
                      <a:pt x="1810" y="982"/>
                    </a:lnTo>
                    <a:lnTo>
                      <a:pt x="1812" y="982"/>
                    </a:lnTo>
                    <a:lnTo>
                      <a:pt x="1813" y="982"/>
                    </a:lnTo>
                    <a:lnTo>
                      <a:pt x="1815" y="982"/>
                    </a:lnTo>
                    <a:lnTo>
                      <a:pt x="1816" y="981"/>
                    </a:lnTo>
                    <a:lnTo>
                      <a:pt x="1817" y="981"/>
                    </a:lnTo>
                    <a:lnTo>
                      <a:pt x="1819" y="981"/>
                    </a:lnTo>
                    <a:lnTo>
                      <a:pt x="1820" y="981"/>
                    </a:lnTo>
                    <a:lnTo>
                      <a:pt x="1822" y="981"/>
                    </a:lnTo>
                    <a:lnTo>
                      <a:pt x="1823" y="981"/>
                    </a:lnTo>
                    <a:lnTo>
                      <a:pt x="1824" y="980"/>
                    </a:lnTo>
                    <a:lnTo>
                      <a:pt x="1826" y="980"/>
                    </a:lnTo>
                    <a:lnTo>
                      <a:pt x="1827" y="980"/>
                    </a:lnTo>
                    <a:lnTo>
                      <a:pt x="1829" y="980"/>
                    </a:lnTo>
                    <a:lnTo>
                      <a:pt x="1830" y="980"/>
                    </a:lnTo>
                    <a:lnTo>
                      <a:pt x="1831" y="980"/>
                    </a:lnTo>
                    <a:lnTo>
                      <a:pt x="1833" y="979"/>
                    </a:lnTo>
                    <a:lnTo>
                      <a:pt x="1834" y="979"/>
                    </a:lnTo>
                    <a:lnTo>
                      <a:pt x="1836" y="979"/>
                    </a:lnTo>
                    <a:lnTo>
                      <a:pt x="1837" y="979"/>
                    </a:lnTo>
                    <a:lnTo>
                      <a:pt x="1838" y="979"/>
                    </a:lnTo>
                    <a:lnTo>
                      <a:pt x="1840" y="979"/>
                    </a:lnTo>
                    <a:lnTo>
                      <a:pt x="1841" y="978"/>
                    </a:lnTo>
                    <a:lnTo>
                      <a:pt x="1843" y="978"/>
                    </a:lnTo>
                    <a:lnTo>
                      <a:pt x="1844" y="978"/>
                    </a:lnTo>
                    <a:lnTo>
                      <a:pt x="1845" y="978"/>
                    </a:lnTo>
                    <a:lnTo>
                      <a:pt x="1847" y="978"/>
                    </a:lnTo>
                    <a:lnTo>
                      <a:pt x="1848" y="978"/>
                    </a:lnTo>
                    <a:lnTo>
                      <a:pt x="1850" y="977"/>
                    </a:lnTo>
                    <a:lnTo>
                      <a:pt x="1851" y="977"/>
                    </a:lnTo>
                    <a:lnTo>
                      <a:pt x="1852" y="977"/>
                    </a:lnTo>
                    <a:lnTo>
                      <a:pt x="1854" y="977"/>
                    </a:lnTo>
                    <a:lnTo>
                      <a:pt x="1855" y="977"/>
                    </a:lnTo>
                    <a:lnTo>
                      <a:pt x="1857" y="977"/>
                    </a:lnTo>
                    <a:lnTo>
                      <a:pt x="1858" y="977"/>
                    </a:lnTo>
                    <a:lnTo>
                      <a:pt x="1859" y="976"/>
                    </a:lnTo>
                    <a:lnTo>
                      <a:pt x="1861" y="976"/>
                    </a:lnTo>
                    <a:lnTo>
                      <a:pt x="1862" y="976"/>
                    </a:lnTo>
                    <a:lnTo>
                      <a:pt x="1864" y="976"/>
                    </a:lnTo>
                    <a:lnTo>
                      <a:pt x="1865" y="976"/>
                    </a:lnTo>
                    <a:lnTo>
                      <a:pt x="1866" y="976"/>
                    </a:lnTo>
                    <a:lnTo>
                      <a:pt x="1868" y="975"/>
                    </a:lnTo>
                    <a:lnTo>
                      <a:pt x="1869" y="975"/>
                    </a:lnTo>
                    <a:lnTo>
                      <a:pt x="1871" y="975"/>
                    </a:lnTo>
                    <a:lnTo>
                      <a:pt x="1872" y="975"/>
                    </a:lnTo>
                    <a:lnTo>
                      <a:pt x="1874" y="975"/>
                    </a:lnTo>
                    <a:lnTo>
                      <a:pt x="1875" y="975"/>
                    </a:lnTo>
                    <a:lnTo>
                      <a:pt x="1876" y="974"/>
                    </a:lnTo>
                    <a:lnTo>
                      <a:pt x="1878" y="974"/>
                    </a:lnTo>
                    <a:lnTo>
                      <a:pt x="1879" y="974"/>
                    </a:lnTo>
                    <a:lnTo>
                      <a:pt x="1881" y="974"/>
                    </a:lnTo>
                    <a:lnTo>
                      <a:pt x="1882" y="974"/>
                    </a:lnTo>
                    <a:lnTo>
                      <a:pt x="1883" y="974"/>
                    </a:lnTo>
                    <a:lnTo>
                      <a:pt x="1885" y="973"/>
                    </a:lnTo>
                    <a:lnTo>
                      <a:pt x="1886" y="973"/>
                    </a:lnTo>
                    <a:lnTo>
                      <a:pt x="1888" y="973"/>
                    </a:lnTo>
                    <a:lnTo>
                      <a:pt x="1889" y="973"/>
                    </a:lnTo>
                    <a:lnTo>
                      <a:pt x="1890" y="973"/>
                    </a:lnTo>
                    <a:lnTo>
                      <a:pt x="1892" y="973"/>
                    </a:lnTo>
                    <a:lnTo>
                      <a:pt x="1893" y="972"/>
                    </a:lnTo>
                    <a:lnTo>
                      <a:pt x="1895" y="972"/>
                    </a:lnTo>
                    <a:lnTo>
                      <a:pt x="1896" y="972"/>
                    </a:lnTo>
                    <a:lnTo>
                      <a:pt x="1897" y="972"/>
                    </a:lnTo>
                    <a:lnTo>
                      <a:pt x="1899" y="972"/>
                    </a:lnTo>
                    <a:lnTo>
                      <a:pt x="1900" y="972"/>
                    </a:lnTo>
                    <a:lnTo>
                      <a:pt x="1902" y="971"/>
                    </a:lnTo>
                    <a:lnTo>
                      <a:pt x="1903" y="971"/>
                    </a:lnTo>
                    <a:lnTo>
                      <a:pt x="1904" y="971"/>
                    </a:lnTo>
                    <a:lnTo>
                      <a:pt x="1906" y="971"/>
                    </a:lnTo>
                    <a:lnTo>
                      <a:pt x="1907" y="971"/>
                    </a:lnTo>
                    <a:lnTo>
                      <a:pt x="1909" y="971"/>
                    </a:lnTo>
                    <a:lnTo>
                      <a:pt x="1910" y="970"/>
                    </a:lnTo>
                    <a:lnTo>
                      <a:pt x="1911" y="970"/>
                    </a:lnTo>
                    <a:lnTo>
                      <a:pt x="1913" y="970"/>
                    </a:lnTo>
                    <a:lnTo>
                      <a:pt x="1914" y="970"/>
                    </a:lnTo>
                    <a:lnTo>
                      <a:pt x="1916" y="970"/>
                    </a:lnTo>
                    <a:lnTo>
                      <a:pt x="1917" y="970"/>
                    </a:lnTo>
                    <a:lnTo>
                      <a:pt x="1918" y="970"/>
                    </a:lnTo>
                    <a:lnTo>
                      <a:pt x="1920" y="969"/>
                    </a:lnTo>
                    <a:lnTo>
                      <a:pt x="1921" y="969"/>
                    </a:lnTo>
                    <a:lnTo>
                      <a:pt x="1923" y="969"/>
                    </a:lnTo>
                    <a:lnTo>
                      <a:pt x="1924" y="969"/>
                    </a:lnTo>
                    <a:lnTo>
                      <a:pt x="1925" y="969"/>
                    </a:lnTo>
                    <a:lnTo>
                      <a:pt x="1927" y="969"/>
                    </a:lnTo>
                    <a:lnTo>
                      <a:pt x="1928" y="968"/>
                    </a:lnTo>
                    <a:lnTo>
                      <a:pt x="1930" y="968"/>
                    </a:lnTo>
                    <a:lnTo>
                      <a:pt x="1931" y="968"/>
                    </a:lnTo>
                    <a:lnTo>
                      <a:pt x="1933" y="968"/>
                    </a:lnTo>
                    <a:lnTo>
                      <a:pt x="1934" y="968"/>
                    </a:lnTo>
                    <a:lnTo>
                      <a:pt x="1935" y="968"/>
                    </a:lnTo>
                    <a:lnTo>
                      <a:pt x="1937" y="967"/>
                    </a:lnTo>
                    <a:lnTo>
                      <a:pt x="1938" y="967"/>
                    </a:lnTo>
                    <a:lnTo>
                      <a:pt x="1940" y="967"/>
                    </a:lnTo>
                    <a:lnTo>
                      <a:pt x="1941" y="967"/>
                    </a:lnTo>
                    <a:lnTo>
                      <a:pt x="1942" y="967"/>
                    </a:lnTo>
                    <a:lnTo>
                      <a:pt x="1944" y="967"/>
                    </a:lnTo>
                    <a:lnTo>
                      <a:pt x="1945" y="966"/>
                    </a:lnTo>
                    <a:lnTo>
                      <a:pt x="1947" y="966"/>
                    </a:lnTo>
                    <a:lnTo>
                      <a:pt x="1948" y="966"/>
                    </a:lnTo>
                    <a:lnTo>
                      <a:pt x="1949" y="966"/>
                    </a:lnTo>
                    <a:lnTo>
                      <a:pt x="1951" y="966"/>
                    </a:lnTo>
                    <a:lnTo>
                      <a:pt x="1952" y="966"/>
                    </a:lnTo>
                    <a:lnTo>
                      <a:pt x="1954" y="965"/>
                    </a:lnTo>
                    <a:lnTo>
                      <a:pt x="1955" y="965"/>
                    </a:lnTo>
                    <a:lnTo>
                      <a:pt x="1956" y="965"/>
                    </a:lnTo>
                    <a:lnTo>
                      <a:pt x="1958" y="965"/>
                    </a:lnTo>
                    <a:lnTo>
                      <a:pt x="1959" y="965"/>
                    </a:lnTo>
                    <a:lnTo>
                      <a:pt x="1961" y="965"/>
                    </a:lnTo>
                    <a:lnTo>
                      <a:pt x="1962" y="965"/>
                    </a:lnTo>
                    <a:lnTo>
                      <a:pt x="1963" y="964"/>
                    </a:lnTo>
                    <a:lnTo>
                      <a:pt x="1965" y="964"/>
                    </a:lnTo>
                    <a:lnTo>
                      <a:pt x="1966" y="964"/>
                    </a:lnTo>
                    <a:lnTo>
                      <a:pt x="1968" y="964"/>
                    </a:lnTo>
                    <a:lnTo>
                      <a:pt x="1969" y="964"/>
                    </a:lnTo>
                    <a:lnTo>
                      <a:pt x="1970" y="964"/>
                    </a:lnTo>
                    <a:lnTo>
                      <a:pt x="1972" y="963"/>
                    </a:lnTo>
                    <a:lnTo>
                      <a:pt x="1973" y="963"/>
                    </a:lnTo>
                    <a:lnTo>
                      <a:pt x="1975" y="963"/>
                    </a:lnTo>
                    <a:lnTo>
                      <a:pt x="1976" y="963"/>
                    </a:lnTo>
                    <a:lnTo>
                      <a:pt x="1977" y="963"/>
                    </a:lnTo>
                    <a:lnTo>
                      <a:pt x="1979" y="963"/>
                    </a:lnTo>
                    <a:lnTo>
                      <a:pt x="1980" y="962"/>
                    </a:lnTo>
                    <a:lnTo>
                      <a:pt x="1982" y="962"/>
                    </a:lnTo>
                    <a:lnTo>
                      <a:pt x="1983" y="962"/>
                    </a:lnTo>
                    <a:lnTo>
                      <a:pt x="1984" y="962"/>
                    </a:lnTo>
                    <a:lnTo>
                      <a:pt x="1986" y="962"/>
                    </a:lnTo>
                    <a:lnTo>
                      <a:pt x="1987" y="962"/>
                    </a:lnTo>
                    <a:lnTo>
                      <a:pt x="1989" y="961"/>
                    </a:lnTo>
                    <a:lnTo>
                      <a:pt x="1990" y="961"/>
                    </a:lnTo>
                    <a:lnTo>
                      <a:pt x="1991" y="961"/>
                    </a:lnTo>
                    <a:lnTo>
                      <a:pt x="1993" y="961"/>
                    </a:lnTo>
                    <a:lnTo>
                      <a:pt x="1994" y="961"/>
                    </a:lnTo>
                    <a:lnTo>
                      <a:pt x="1996" y="961"/>
                    </a:lnTo>
                    <a:lnTo>
                      <a:pt x="1997" y="961"/>
                    </a:lnTo>
                    <a:lnTo>
                      <a:pt x="1999" y="961"/>
                    </a:lnTo>
                    <a:lnTo>
                      <a:pt x="2000" y="961"/>
                    </a:lnTo>
                    <a:lnTo>
                      <a:pt x="2001" y="961"/>
                    </a:lnTo>
                    <a:lnTo>
                      <a:pt x="2003" y="961"/>
                    </a:lnTo>
                    <a:lnTo>
                      <a:pt x="2004" y="960"/>
                    </a:lnTo>
                    <a:lnTo>
                      <a:pt x="2006" y="960"/>
                    </a:lnTo>
                    <a:lnTo>
                      <a:pt x="2007" y="958"/>
                    </a:lnTo>
                    <a:lnTo>
                      <a:pt x="2008" y="957"/>
                    </a:lnTo>
                    <a:lnTo>
                      <a:pt x="2010" y="957"/>
                    </a:lnTo>
                    <a:lnTo>
                      <a:pt x="2011" y="957"/>
                    </a:lnTo>
                    <a:lnTo>
                      <a:pt x="2013" y="957"/>
                    </a:lnTo>
                    <a:lnTo>
                      <a:pt x="2014" y="957"/>
                    </a:lnTo>
                    <a:lnTo>
                      <a:pt x="2015" y="957"/>
                    </a:lnTo>
                    <a:lnTo>
                      <a:pt x="2017" y="957"/>
                    </a:lnTo>
                    <a:lnTo>
                      <a:pt x="2018" y="957"/>
                    </a:lnTo>
                    <a:lnTo>
                      <a:pt x="2020" y="957"/>
                    </a:lnTo>
                    <a:lnTo>
                      <a:pt x="2021" y="957"/>
                    </a:lnTo>
                    <a:lnTo>
                      <a:pt x="2022" y="957"/>
                    </a:lnTo>
                    <a:lnTo>
                      <a:pt x="2024" y="957"/>
                    </a:lnTo>
                    <a:lnTo>
                      <a:pt x="2025" y="957"/>
                    </a:lnTo>
                    <a:lnTo>
                      <a:pt x="2027" y="957"/>
                    </a:lnTo>
                    <a:lnTo>
                      <a:pt x="2028" y="959"/>
                    </a:lnTo>
                    <a:lnTo>
                      <a:pt x="2029" y="959"/>
                    </a:lnTo>
                    <a:lnTo>
                      <a:pt x="2031" y="959"/>
                    </a:lnTo>
                    <a:lnTo>
                      <a:pt x="2032" y="959"/>
                    </a:lnTo>
                    <a:lnTo>
                      <a:pt x="2034" y="959"/>
                    </a:lnTo>
                    <a:lnTo>
                      <a:pt x="2035" y="959"/>
                    </a:lnTo>
                    <a:lnTo>
                      <a:pt x="2036" y="958"/>
                    </a:lnTo>
                    <a:lnTo>
                      <a:pt x="2038" y="958"/>
                    </a:lnTo>
                    <a:lnTo>
                      <a:pt x="2039" y="958"/>
                    </a:lnTo>
                    <a:lnTo>
                      <a:pt x="2041" y="957"/>
                    </a:lnTo>
                    <a:lnTo>
                      <a:pt x="2042" y="957"/>
                    </a:lnTo>
                    <a:lnTo>
                      <a:pt x="2043" y="956"/>
                    </a:lnTo>
                    <a:lnTo>
                      <a:pt x="2045" y="956"/>
                    </a:lnTo>
                    <a:lnTo>
                      <a:pt x="2046" y="956"/>
                    </a:lnTo>
                    <a:lnTo>
                      <a:pt x="2048" y="955"/>
                    </a:lnTo>
                    <a:lnTo>
                      <a:pt x="2049" y="954"/>
                    </a:lnTo>
                    <a:lnTo>
                      <a:pt x="2050" y="954"/>
                    </a:lnTo>
                    <a:lnTo>
                      <a:pt x="2052" y="954"/>
                    </a:lnTo>
                    <a:lnTo>
                      <a:pt x="2053" y="954"/>
                    </a:lnTo>
                    <a:lnTo>
                      <a:pt x="2055" y="953"/>
                    </a:lnTo>
                    <a:lnTo>
                      <a:pt x="2056" y="953"/>
                    </a:lnTo>
                    <a:lnTo>
                      <a:pt x="2057" y="953"/>
                    </a:lnTo>
                    <a:lnTo>
                      <a:pt x="2059" y="953"/>
                    </a:lnTo>
                    <a:lnTo>
                      <a:pt x="2060" y="952"/>
                    </a:lnTo>
                    <a:lnTo>
                      <a:pt x="2062" y="952"/>
                    </a:lnTo>
                    <a:lnTo>
                      <a:pt x="2063" y="951"/>
                    </a:lnTo>
                    <a:lnTo>
                      <a:pt x="2065" y="951"/>
                    </a:lnTo>
                    <a:lnTo>
                      <a:pt x="2066" y="951"/>
                    </a:lnTo>
                    <a:lnTo>
                      <a:pt x="2067" y="951"/>
                    </a:lnTo>
                    <a:lnTo>
                      <a:pt x="2069" y="951"/>
                    </a:lnTo>
                    <a:lnTo>
                      <a:pt x="2070" y="951"/>
                    </a:lnTo>
                    <a:lnTo>
                      <a:pt x="2072" y="951"/>
                    </a:lnTo>
                    <a:lnTo>
                      <a:pt x="2073" y="950"/>
                    </a:lnTo>
                    <a:lnTo>
                      <a:pt x="2074" y="950"/>
                    </a:lnTo>
                    <a:lnTo>
                      <a:pt x="2076" y="950"/>
                    </a:lnTo>
                    <a:lnTo>
                      <a:pt x="2077" y="950"/>
                    </a:lnTo>
                    <a:lnTo>
                      <a:pt x="2079" y="950"/>
                    </a:lnTo>
                    <a:lnTo>
                      <a:pt x="2080" y="949"/>
                    </a:lnTo>
                    <a:lnTo>
                      <a:pt x="2081" y="949"/>
                    </a:lnTo>
                    <a:lnTo>
                      <a:pt x="2083" y="949"/>
                    </a:lnTo>
                    <a:lnTo>
                      <a:pt x="2084" y="949"/>
                    </a:lnTo>
                    <a:lnTo>
                      <a:pt x="2086" y="949"/>
                    </a:lnTo>
                    <a:lnTo>
                      <a:pt x="2087" y="949"/>
                    </a:lnTo>
                    <a:lnTo>
                      <a:pt x="2088" y="949"/>
                    </a:lnTo>
                    <a:lnTo>
                      <a:pt x="2090" y="948"/>
                    </a:lnTo>
                    <a:lnTo>
                      <a:pt x="2091" y="948"/>
                    </a:lnTo>
                    <a:lnTo>
                      <a:pt x="2093" y="948"/>
                    </a:lnTo>
                    <a:lnTo>
                      <a:pt x="2094" y="948"/>
                    </a:lnTo>
                    <a:lnTo>
                      <a:pt x="2095" y="948"/>
                    </a:lnTo>
                    <a:lnTo>
                      <a:pt x="2097" y="948"/>
                    </a:lnTo>
                    <a:lnTo>
                      <a:pt x="2098" y="947"/>
                    </a:lnTo>
                    <a:lnTo>
                      <a:pt x="2100" y="947"/>
                    </a:lnTo>
                    <a:lnTo>
                      <a:pt x="2101" y="947"/>
                    </a:lnTo>
                    <a:lnTo>
                      <a:pt x="2102" y="947"/>
                    </a:lnTo>
                    <a:lnTo>
                      <a:pt x="2104" y="947"/>
                    </a:lnTo>
                    <a:lnTo>
                      <a:pt x="2105" y="947"/>
                    </a:lnTo>
                    <a:lnTo>
                      <a:pt x="2107" y="947"/>
                    </a:lnTo>
                    <a:lnTo>
                      <a:pt x="2108" y="946"/>
                    </a:lnTo>
                    <a:lnTo>
                      <a:pt x="2109" y="946"/>
                    </a:lnTo>
                    <a:lnTo>
                      <a:pt x="2111" y="946"/>
                    </a:lnTo>
                    <a:lnTo>
                      <a:pt x="2112" y="946"/>
                    </a:lnTo>
                    <a:lnTo>
                      <a:pt x="2114" y="946"/>
                    </a:lnTo>
                    <a:lnTo>
                      <a:pt x="2115" y="946"/>
                    </a:lnTo>
                    <a:lnTo>
                      <a:pt x="2116" y="946"/>
                    </a:lnTo>
                    <a:lnTo>
                      <a:pt x="2118" y="946"/>
                    </a:lnTo>
                    <a:lnTo>
                      <a:pt x="2119" y="945"/>
                    </a:lnTo>
                    <a:lnTo>
                      <a:pt x="2121" y="945"/>
                    </a:lnTo>
                    <a:lnTo>
                      <a:pt x="2122" y="945"/>
                    </a:lnTo>
                    <a:lnTo>
                      <a:pt x="2124" y="945"/>
                    </a:lnTo>
                    <a:lnTo>
                      <a:pt x="2125" y="945"/>
                    </a:lnTo>
                    <a:lnTo>
                      <a:pt x="2126" y="945"/>
                    </a:lnTo>
                    <a:lnTo>
                      <a:pt x="2128" y="944"/>
                    </a:lnTo>
                    <a:lnTo>
                      <a:pt x="2129" y="944"/>
                    </a:lnTo>
                    <a:lnTo>
                      <a:pt x="2131" y="944"/>
                    </a:lnTo>
                    <a:lnTo>
                      <a:pt x="2132" y="944"/>
                    </a:lnTo>
                    <a:lnTo>
                      <a:pt x="2133" y="944"/>
                    </a:lnTo>
                    <a:lnTo>
                      <a:pt x="2135" y="944"/>
                    </a:lnTo>
                    <a:lnTo>
                      <a:pt x="2136" y="944"/>
                    </a:lnTo>
                    <a:lnTo>
                      <a:pt x="2138" y="943"/>
                    </a:lnTo>
                    <a:lnTo>
                      <a:pt x="2139" y="943"/>
                    </a:lnTo>
                    <a:lnTo>
                      <a:pt x="2140" y="943"/>
                    </a:lnTo>
                    <a:lnTo>
                      <a:pt x="2142" y="943"/>
                    </a:lnTo>
                    <a:lnTo>
                      <a:pt x="2143" y="943"/>
                    </a:lnTo>
                    <a:lnTo>
                      <a:pt x="2145" y="943"/>
                    </a:lnTo>
                    <a:lnTo>
                      <a:pt x="2146" y="943"/>
                    </a:lnTo>
                    <a:lnTo>
                      <a:pt x="2147" y="943"/>
                    </a:lnTo>
                    <a:lnTo>
                      <a:pt x="2149" y="942"/>
                    </a:lnTo>
                    <a:lnTo>
                      <a:pt x="2150" y="942"/>
                    </a:lnTo>
                    <a:lnTo>
                      <a:pt x="2152" y="942"/>
                    </a:lnTo>
                    <a:lnTo>
                      <a:pt x="2153" y="942"/>
                    </a:lnTo>
                    <a:lnTo>
                      <a:pt x="2154" y="942"/>
                    </a:lnTo>
                    <a:lnTo>
                      <a:pt x="2156" y="942"/>
                    </a:lnTo>
                    <a:lnTo>
                      <a:pt x="2157" y="942"/>
                    </a:lnTo>
                    <a:lnTo>
                      <a:pt x="2159" y="941"/>
                    </a:lnTo>
                    <a:lnTo>
                      <a:pt x="2160" y="941"/>
                    </a:lnTo>
                    <a:lnTo>
                      <a:pt x="2161" y="941"/>
                    </a:lnTo>
                  </a:path>
                </a:pathLst>
              </a:custGeom>
              <a:noFill/>
              <a:ln cap="flat" cmpd="sng" w="25400">
                <a:solidFill>
                  <a:srgbClr val="228B2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817" name="Google Shape;817;p18"/>
              <p:cNvSpPr/>
              <p:nvPr/>
            </p:nvSpPr>
            <p:spPr>
              <a:xfrm flipH="1" rot="10800000">
                <a:off x="10529888" y="4051300"/>
                <a:ext cx="350837" cy="12700"/>
              </a:xfrm>
              <a:custGeom>
                <a:rect b="b" l="l" r="r" t="t"/>
                <a:pathLst>
                  <a:path extrusionOk="0" h="9" w="238">
                    <a:moveTo>
                      <a:pt x="0" y="9"/>
                    </a:moveTo>
                    <a:lnTo>
                      <a:pt x="1" y="9"/>
                    </a:lnTo>
                    <a:lnTo>
                      <a:pt x="2" y="9"/>
                    </a:lnTo>
                    <a:lnTo>
                      <a:pt x="4" y="8"/>
                    </a:lnTo>
                    <a:lnTo>
                      <a:pt x="5" y="8"/>
                    </a:lnTo>
                    <a:lnTo>
                      <a:pt x="7" y="8"/>
                    </a:lnTo>
                    <a:lnTo>
                      <a:pt x="8" y="8"/>
                    </a:lnTo>
                    <a:lnTo>
                      <a:pt x="9" y="3"/>
                    </a:lnTo>
                    <a:lnTo>
                      <a:pt x="11" y="2"/>
                    </a:lnTo>
                    <a:lnTo>
                      <a:pt x="12" y="1"/>
                    </a:lnTo>
                    <a:lnTo>
                      <a:pt x="14" y="1"/>
                    </a:lnTo>
                    <a:lnTo>
                      <a:pt x="15" y="1"/>
                    </a:lnTo>
                    <a:lnTo>
                      <a:pt x="16" y="1"/>
                    </a:lnTo>
                    <a:lnTo>
                      <a:pt x="18" y="1"/>
                    </a:lnTo>
                    <a:lnTo>
                      <a:pt x="19" y="1"/>
                    </a:lnTo>
                    <a:lnTo>
                      <a:pt x="21" y="1"/>
                    </a:lnTo>
                    <a:lnTo>
                      <a:pt x="22" y="1"/>
                    </a:lnTo>
                    <a:lnTo>
                      <a:pt x="23" y="1"/>
                    </a:lnTo>
                    <a:lnTo>
                      <a:pt x="25" y="1"/>
                    </a:lnTo>
                    <a:lnTo>
                      <a:pt x="26" y="1"/>
                    </a:lnTo>
                    <a:lnTo>
                      <a:pt x="28" y="0"/>
                    </a:lnTo>
                    <a:lnTo>
                      <a:pt x="29" y="0"/>
                    </a:lnTo>
                    <a:lnTo>
                      <a:pt x="31" y="0"/>
                    </a:lnTo>
                    <a:lnTo>
                      <a:pt x="32" y="6"/>
                    </a:lnTo>
                    <a:lnTo>
                      <a:pt x="33" y="6"/>
                    </a:lnTo>
                    <a:lnTo>
                      <a:pt x="35" y="6"/>
                    </a:lnTo>
                    <a:lnTo>
                      <a:pt x="36" y="6"/>
                    </a:lnTo>
                    <a:lnTo>
                      <a:pt x="38" y="6"/>
                    </a:lnTo>
                    <a:lnTo>
                      <a:pt x="39" y="6"/>
                    </a:lnTo>
                    <a:lnTo>
                      <a:pt x="40" y="5"/>
                    </a:lnTo>
                    <a:lnTo>
                      <a:pt x="42" y="5"/>
                    </a:lnTo>
                    <a:lnTo>
                      <a:pt x="43" y="5"/>
                    </a:lnTo>
                    <a:lnTo>
                      <a:pt x="45" y="5"/>
                    </a:lnTo>
                    <a:lnTo>
                      <a:pt x="46" y="4"/>
                    </a:lnTo>
                    <a:lnTo>
                      <a:pt x="47" y="4"/>
                    </a:lnTo>
                    <a:lnTo>
                      <a:pt x="49" y="4"/>
                    </a:lnTo>
                    <a:lnTo>
                      <a:pt x="50" y="4"/>
                    </a:lnTo>
                    <a:lnTo>
                      <a:pt x="52" y="3"/>
                    </a:lnTo>
                    <a:lnTo>
                      <a:pt x="53" y="3"/>
                    </a:lnTo>
                    <a:lnTo>
                      <a:pt x="54" y="3"/>
                    </a:lnTo>
                    <a:lnTo>
                      <a:pt x="56" y="3"/>
                    </a:lnTo>
                    <a:lnTo>
                      <a:pt x="57" y="3"/>
                    </a:lnTo>
                    <a:lnTo>
                      <a:pt x="59" y="3"/>
                    </a:lnTo>
                    <a:lnTo>
                      <a:pt x="60" y="2"/>
                    </a:lnTo>
                    <a:lnTo>
                      <a:pt x="61" y="2"/>
                    </a:lnTo>
                    <a:lnTo>
                      <a:pt x="63" y="2"/>
                    </a:lnTo>
                    <a:lnTo>
                      <a:pt x="64" y="2"/>
                    </a:lnTo>
                    <a:lnTo>
                      <a:pt x="66" y="2"/>
                    </a:lnTo>
                    <a:lnTo>
                      <a:pt x="67" y="2"/>
                    </a:lnTo>
                    <a:lnTo>
                      <a:pt x="68" y="2"/>
                    </a:lnTo>
                    <a:lnTo>
                      <a:pt x="70" y="2"/>
                    </a:lnTo>
                    <a:lnTo>
                      <a:pt x="71" y="2"/>
                    </a:lnTo>
                    <a:lnTo>
                      <a:pt x="73" y="2"/>
                    </a:lnTo>
                    <a:lnTo>
                      <a:pt x="74" y="2"/>
                    </a:lnTo>
                    <a:lnTo>
                      <a:pt x="75" y="2"/>
                    </a:lnTo>
                    <a:lnTo>
                      <a:pt x="77" y="2"/>
                    </a:lnTo>
                    <a:lnTo>
                      <a:pt x="78" y="2"/>
                    </a:lnTo>
                    <a:lnTo>
                      <a:pt x="80" y="1"/>
                    </a:lnTo>
                    <a:lnTo>
                      <a:pt x="81" y="1"/>
                    </a:lnTo>
                    <a:lnTo>
                      <a:pt x="82" y="1"/>
                    </a:lnTo>
                    <a:lnTo>
                      <a:pt x="84" y="1"/>
                    </a:lnTo>
                    <a:lnTo>
                      <a:pt x="85" y="1"/>
                    </a:lnTo>
                    <a:lnTo>
                      <a:pt x="87" y="1"/>
                    </a:lnTo>
                    <a:lnTo>
                      <a:pt x="88" y="1"/>
                    </a:lnTo>
                    <a:lnTo>
                      <a:pt x="90" y="1"/>
                    </a:lnTo>
                    <a:lnTo>
                      <a:pt x="91" y="1"/>
                    </a:lnTo>
                    <a:lnTo>
                      <a:pt x="92" y="1"/>
                    </a:lnTo>
                    <a:lnTo>
                      <a:pt x="94" y="1"/>
                    </a:lnTo>
                    <a:lnTo>
                      <a:pt x="95" y="1"/>
                    </a:lnTo>
                    <a:lnTo>
                      <a:pt x="97" y="1"/>
                    </a:lnTo>
                    <a:lnTo>
                      <a:pt x="98" y="1"/>
                    </a:lnTo>
                    <a:lnTo>
                      <a:pt x="99" y="1"/>
                    </a:lnTo>
                    <a:lnTo>
                      <a:pt x="101" y="1"/>
                    </a:lnTo>
                    <a:lnTo>
                      <a:pt x="102" y="1"/>
                    </a:lnTo>
                    <a:lnTo>
                      <a:pt x="104" y="1"/>
                    </a:lnTo>
                    <a:lnTo>
                      <a:pt x="105" y="1"/>
                    </a:lnTo>
                    <a:lnTo>
                      <a:pt x="106" y="1"/>
                    </a:lnTo>
                    <a:lnTo>
                      <a:pt x="108" y="1"/>
                    </a:lnTo>
                    <a:lnTo>
                      <a:pt x="109" y="1"/>
                    </a:lnTo>
                    <a:lnTo>
                      <a:pt x="111" y="1"/>
                    </a:lnTo>
                    <a:lnTo>
                      <a:pt x="112" y="1"/>
                    </a:lnTo>
                    <a:lnTo>
                      <a:pt x="113" y="1"/>
                    </a:lnTo>
                    <a:lnTo>
                      <a:pt x="115" y="1"/>
                    </a:lnTo>
                    <a:lnTo>
                      <a:pt x="116" y="1"/>
                    </a:lnTo>
                    <a:lnTo>
                      <a:pt x="118" y="1"/>
                    </a:lnTo>
                    <a:lnTo>
                      <a:pt x="119" y="1"/>
                    </a:lnTo>
                    <a:lnTo>
                      <a:pt x="120" y="1"/>
                    </a:lnTo>
                    <a:lnTo>
                      <a:pt x="122" y="1"/>
                    </a:lnTo>
                    <a:lnTo>
                      <a:pt x="123" y="1"/>
                    </a:lnTo>
                    <a:lnTo>
                      <a:pt x="125" y="1"/>
                    </a:lnTo>
                    <a:lnTo>
                      <a:pt x="126" y="1"/>
                    </a:lnTo>
                    <a:lnTo>
                      <a:pt x="127" y="1"/>
                    </a:lnTo>
                    <a:lnTo>
                      <a:pt x="129" y="1"/>
                    </a:lnTo>
                    <a:lnTo>
                      <a:pt x="130" y="1"/>
                    </a:lnTo>
                    <a:lnTo>
                      <a:pt x="132" y="1"/>
                    </a:lnTo>
                    <a:lnTo>
                      <a:pt x="133" y="1"/>
                    </a:lnTo>
                    <a:lnTo>
                      <a:pt x="134" y="1"/>
                    </a:lnTo>
                    <a:lnTo>
                      <a:pt x="136" y="1"/>
                    </a:lnTo>
                    <a:lnTo>
                      <a:pt x="137" y="1"/>
                    </a:lnTo>
                    <a:lnTo>
                      <a:pt x="139" y="1"/>
                    </a:lnTo>
                    <a:lnTo>
                      <a:pt x="140" y="1"/>
                    </a:lnTo>
                    <a:lnTo>
                      <a:pt x="141" y="1"/>
                    </a:lnTo>
                    <a:lnTo>
                      <a:pt x="143" y="1"/>
                    </a:lnTo>
                    <a:lnTo>
                      <a:pt x="144" y="1"/>
                    </a:lnTo>
                    <a:lnTo>
                      <a:pt x="146" y="1"/>
                    </a:lnTo>
                    <a:lnTo>
                      <a:pt x="147" y="1"/>
                    </a:lnTo>
                    <a:lnTo>
                      <a:pt x="148" y="1"/>
                    </a:lnTo>
                    <a:lnTo>
                      <a:pt x="150" y="1"/>
                    </a:lnTo>
                    <a:lnTo>
                      <a:pt x="151" y="1"/>
                    </a:lnTo>
                    <a:lnTo>
                      <a:pt x="153" y="1"/>
                    </a:lnTo>
                    <a:lnTo>
                      <a:pt x="154" y="1"/>
                    </a:lnTo>
                    <a:lnTo>
                      <a:pt x="156" y="1"/>
                    </a:lnTo>
                    <a:lnTo>
                      <a:pt x="157" y="1"/>
                    </a:lnTo>
                    <a:lnTo>
                      <a:pt x="158" y="1"/>
                    </a:lnTo>
                    <a:lnTo>
                      <a:pt x="160" y="1"/>
                    </a:lnTo>
                    <a:lnTo>
                      <a:pt x="161" y="1"/>
                    </a:lnTo>
                    <a:lnTo>
                      <a:pt x="163" y="1"/>
                    </a:lnTo>
                    <a:lnTo>
                      <a:pt x="164" y="1"/>
                    </a:lnTo>
                    <a:lnTo>
                      <a:pt x="165" y="2"/>
                    </a:lnTo>
                    <a:lnTo>
                      <a:pt x="167" y="2"/>
                    </a:lnTo>
                    <a:lnTo>
                      <a:pt x="168" y="2"/>
                    </a:lnTo>
                    <a:lnTo>
                      <a:pt x="170" y="2"/>
                    </a:lnTo>
                    <a:lnTo>
                      <a:pt x="171" y="2"/>
                    </a:lnTo>
                    <a:lnTo>
                      <a:pt x="172" y="2"/>
                    </a:lnTo>
                    <a:lnTo>
                      <a:pt x="174" y="2"/>
                    </a:lnTo>
                    <a:lnTo>
                      <a:pt x="175" y="2"/>
                    </a:lnTo>
                    <a:lnTo>
                      <a:pt x="177" y="2"/>
                    </a:lnTo>
                    <a:lnTo>
                      <a:pt x="178" y="2"/>
                    </a:lnTo>
                    <a:lnTo>
                      <a:pt x="179" y="2"/>
                    </a:lnTo>
                    <a:lnTo>
                      <a:pt x="181" y="2"/>
                    </a:lnTo>
                    <a:lnTo>
                      <a:pt x="182" y="2"/>
                    </a:lnTo>
                    <a:lnTo>
                      <a:pt x="184" y="2"/>
                    </a:lnTo>
                    <a:lnTo>
                      <a:pt x="185" y="2"/>
                    </a:lnTo>
                    <a:lnTo>
                      <a:pt x="186" y="2"/>
                    </a:lnTo>
                    <a:lnTo>
                      <a:pt x="188" y="2"/>
                    </a:lnTo>
                    <a:lnTo>
                      <a:pt x="189" y="2"/>
                    </a:lnTo>
                    <a:lnTo>
                      <a:pt x="191" y="2"/>
                    </a:lnTo>
                    <a:lnTo>
                      <a:pt x="192" y="2"/>
                    </a:lnTo>
                    <a:lnTo>
                      <a:pt x="193" y="2"/>
                    </a:lnTo>
                    <a:lnTo>
                      <a:pt x="195" y="2"/>
                    </a:lnTo>
                    <a:lnTo>
                      <a:pt x="196" y="2"/>
                    </a:lnTo>
                    <a:lnTo>
                      <a:pt x="198" y="2"/>
                    </a:lnTo>
                    <a:lnTo>
                      <a:pt x="199" y="2"/>
                    </a:lnTo>
                    <a:lnTo>
                      <a:pt x="200" y="2"/>
                    </a:lnTo>
                    <a:lnTo>
                      <a:pt x="202" y="2"/>
                    </a:lnTo>
                    <a:lnTo>
                      <a:pt x="203" y="2"/>
                    </a:lnTo>
                    <a:lnTo>
                      <a:pt x="205" y="2"/>
                    </a:lnTo>
                    <a:lnTo>
                      <a:pt x="206" y="2"/>
                    </a:lnTo>
                    <a:lnTo>
                      <a:pt x="207" y="2"/>
                    </a:lnTo>
                    <a:lnTo>
                      <a:pt x="209" y="2"/>
                    </a:lnTo>
                    <a:lnTo>
                      <a:pt x="210" y="2"/>
                    </a:lnTo>
                    <a:lnTo>
                      <a:pt x="212" y="2"/>
                    </a:lnTo>
                    <a:lnTo>
                      <a:pt x="213" y="2"/>
                    </a:lnTo>
                    <a:lnTo>
                      <a:pt x="214" y="2"/>
                    </a:lnTo>
                    <a:lnTo>
                      <a:pt x="216" y="2"/>
                    </a:lnTo>
                    <a:lnTo>
                      <a:pt x="217" y="2"/>
                    </a:lnTo>
                    <a:lnTo>
                      <a:pt x="219" y="1"/>
                    </a:lnTo>
                    <a:lnTo>
                      <a:pt x="220" y="1"/>
                    </a:lnTo>
                    <a:lnTo>
                      <a:pt x="222" y="1"/>
                    </a:lnTo>
                    <a:lnTo>
                      <a:pt x="223" y="1"/>
                    </a:lnTo>
                    <a:lnTo>
                      <a:pt x="224" y="1"/>
                    </a:lnTo>
                    <a:lnTo>
                      <a:pt x="226" y="1"/>
                    </a:lnTo>
                    <a:lnTo>
                      <a:pt x="227" y="1"/>
                    </a:lnTo>
                    <a:lnTo>
                      <a:pt x="229" y="1"/>
                    </a:lnTo>
                    <a:lnTo>
                      <a:pt x="230" y="1"/>
                    </a:lnTo>
                    <a:lnTo>
                      <a:pt x="231" y="1"/>
                    </a:lnTo>
                    <a:lnTo>
                      <a:pt x="233" y="1"/>
                    </a:lnTo>
                    <a:lnTo>
                      <a:pt x="234" y="1"/>
                    </a:lnTo>
                    <a:lnTo>
                      <a:pt x="236" y="1"/>
                    </a:lnTo>
                    <a:lnTo>
                      <a:pt x="237" y="2"/>
                    </a:lnTo>
                    <a:lnTo>
                      <a:pt x="238" y="2"/>
                    </a:lnTo>
                  </a:path>
                </a:pathLst>
              </a:custGeom>
              <a:noFill/>
              <a:ln cap="flat" cmpd="sng" w="25400">
                <a:solidFill>
                  <a:srgbClr val="228B2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818" name="Google Shape;818;p18"/>
              <p:cNvSpPr/>
              <p:nvPr/>
            </p:nvSpPr>
            <p:spPr>
              <a:xfrm flipH="1" rot="10800000">
                <a:off x="7058025" y="3140075"/>
                <a:ext cx="3192462" cy="1046162"/>
              </a:xfrm>
              <a:custGeom>
                <a:rect b="b" l="l" r="r" t="t"/>
                <a:pathLst>
                  <a:path extrusionOk="0" h="707" w="2161">
                    <a:moveTo>
                      <a:pt x="0" y="2"/>
                    </a:moveTo>
                    <a:lnTo>
                      <a:pt x="1" y="2"/>
                    </a:lnTo>
                    <a:lnTo>
                      <a:pt x="3" y="2"/>
                    </a:lnTo>
                    <a:lnTo>
                      <a:pt x="4" y="2"/>
                    </a:lnTo>
                    <a:lnTo>
                      <a:pt x="6" y="2"/>
                    </a:lnTo>
                    <a:lnTo>
                      <a:pt x="7" y="2"/>
                    </a:lnTo>
                    <a:lnTo>
                      <a:pt x="8" y="2"/>
                    </a:lnTo>
                    <a:lnTo>
                      <a:pt x="10" y="2"/>
                    </a:lnTo>
                    <a:lnTo>
                      <a:pt x="11" y="1"/>
                    </a:lnTo>
                    <a:lnTo>
                      <a:pt x="13" y="1"/>
                    </a:lnTo>
                    <a:lnTo>
                      <a:pt x="14" y="1"/>
                    </a:lnTo>
                    <a:lnTo>
                      <a:pt x="15" y="1"/>
                    </a:lnTo>
                    <a:lnTo>
                      <a:pt x="17" y="1"/>
                    </a:lnTo>
                    <a:lnTo>
                      <a:pt x="18" y="1"/>
                    </a:lnTo>
                    <a:lnTo>
                      <a:pt x="20" y="1"/>
                    </a:lnTo>
                    <a:lnTo>
                      <a:pt x="21" y="1"/>
                    </a:lnTo>
                    <a:lnTo>
                      <a:pt x="22" y="1"/>
                    </a:lnTo>
                    <a:lnTo>
                      <a:pt x="24" y="2"/>
                    </a:lnTo>
                    <a:lnTo>
                      <a:pt x="25" y="1"/>
                    </a:lnTo>
                    <a:lnTo>
                      <a:pt x="27" y="1"/>
                    </a:lnTo>
                    <a:lnTo>
                      <a:pt x="28" y="1"/>
                    </a:lnTo>
                    <a:lnTo>
                      <a:pt x="30" y="1"/>
                    </a:lnTo>
                    <a:lnTo>
                      <a:pt x="31" y="1"/>
                    </a:lnTo>
                    <a:lnTo>
                      <a:pt x="32" y="2"/>
                    </a:lnTo>
                    <a:lnTo>
                      <a:pt x="34" y="2"/>
                    </a:lnTo>
                    <a:lnTo>
                      <a:pt x="35" y="2"/>
                    </a:lnTo>
                    <a:lnTo>
                      <a:pt x="37" y="2"/>
                    </a:lnTo>
                    <a:lnTo>
                      <a:pt x="38" y="2"/>
                    </a:lnTo>
                    <a:lnTo>
                      <a:pt x="39" y="1"/>
                    </a:lnTo>
                    <a:lnTo>
                      <a:pt x="41" y="1"/>
                    </a:lnTo>
                    <a:lnTo>
                      <a:pt x="42" y="2"/>
                    </a:lnTo>
                    <a:lnTo>
                      <a:pt x="44" y="2"/>
                    </a:lnTo>
                    <a:lnTo>
                      <a:pt x="45" y="1"/>
                    </a:lnTo>
                    <a:lnTo>
                      <a:pt x="46" y="1"/>
                    </a:lnTo>
                    <a:lnTo>
                      <a:pt x="48" y="1"/>
                    </a:lnTo>
                    <a:lnTo>
                      <a:pt x="49" y="1"/>
                    </a:lnTo>
                    <a:lnTo>
                      <a:pt x="51" y="1"/>
                    </a:lnTo>
                    <a:lnTo>
                      <a:pt x="52" y="1"/>
                    </a:lnTo>
                    <a:lnTo>
                      <a:pt x="53" y="2"/>
                    </a:lnTo>
                    <a:lnTo>
                      <a:pt x="55" y="1"/>
                    </a:lnTo>
                    <a:lnTo>
                      <a:pt x="56" y="2"/>
                    </a:lnTo>
                    <a:lnTo>
                      <a:pt x="58" y="2"/>
                    </a:lnTo>
                    <a:lnTo>
                      <a:pt x="59" y="2"/>
                    </a:lnTo>
                    <a:lnTo>
                      <a:pt x="60" y="2"/>
                    </a:lnTo>
                    <a:lnTo>
                      <a:pt x="62" y="2"/>
                    </a:lnTo>
                    <a:lnTo>
                      <a:pt x="63" y="2"/>
                    </a:lnTo>
                    <a:lnTo>
                      <a:pt x="65" y="2"/>
                    </a:lnTo>
                    <a:lnTo>
                      <a:pt x="66" y="2"/>
                    </a:lnTo>
                    <a:lnTo>
                      <a:pt x="67" y="2"/>
                    </a:lnTo>
                    <a:lnTo>
                      <a:pt x="69" y="2"/>
                    </a:lnTo>
                    <a:lnTo>
                      <a:pt x="70" y="2"/>
                    </a:lnTo>
                    <a:lnTo>
                      <a:pt x="72" y="2"/>
                    </a:lnTo>
                    <a:lnTo>
                      <a:pt x="73" y="2"/>
                    </a:lnTo>
                    <a:lnTo>
                      <a:pt x="74" y="2"/>
                    </a:lnTo>
                    <a:lnTo>
                      <a:pt x="76" y="2"/>
                    </a:lnTo>
                    <a:lnTo>
                      <a:pt x="77" y="1"/>
                    </a:lnTo>
                    <a:lnTo>
                      <a:pt x="79" y="1"/>
                    </a:lnTo>
                    <a:lnTo>
                      <a:pt x="80" y="1"/>
                    </a:lnTo>
                    <a:lnTo>
                      <a:pt x="81" y="1"/>
                    </a:lnTo>
                    <a:lnTo>
                      <a:pt x="83" y="1"/>
                    </a:lnTo>
                    <a:lnTo>
                      <a:pt x="84" y="1"/>
                    </a:lnTo>
                    <a:lnTo>
                      <a:pt x="86" y="1"/>
                    </a:lnTo>
                    <a:lnTo>
                      <a:pt x="87" y="1"/>
                    </a:lnTo>
                    <a:lnTo>
                      <a:pt x="88" y="1"/>
                    </a:lnTo>
                    <a:lnTo>
                      <a:pt x="90" y="1"/>
                    </a:lnTo>
                    <a:lnTo>
                      <a:pt x="91" y="1"/>
                    </a:lnTo>
                    <a:lnTo>
                      <a:pt x="93" y="1"/>
                    </a:lnTo>
                    <a:lnTo>
                      <a:pt x="94" y="1"/>
                    </a:lnTo>
                    <a:lnTo>
                      <a:pt x="96" y="1"/>
                    </a:lnTo>
                    <a:lnTo>
                      <a:pt x="97" y="1"/>
                    </a:lnTo>
                    <a:lnTo>
                      <a:pt x="98" y="1"/>
                    </a:lnTo>
                    <a:lnTo>
                      <a:pt x="100" y="1"/>
                    </a:lnTo>
                    <a:lnTo>
                      <a:pt x="101" y="1"/>
                    </a:lnTo>
                    <a:lnTo>
                      <a:pt x="103" y="1"/>
                    </a:lnTo>
                    <a:lnTo>
                      <a:pt x="104" y="1"/>
                    </a:lnTo>
                    <a:lnTo>
                      <a:pt x="105" y="1"/>
                    </a:lnTo>
                    <a:lnTo>
                      <a:pt x="107" y="1"/>
                    </a:lnTo>
                    <a:lnTo>
                      <a:pt x="108" y="1"/>
                    </a:lnTo>
                    <a:lnTo>
                      <a:pt x="110" y="1"/>
                    </a:lnTo>
                    <a:lnTo>
                      <a:pt x="111" y="1"/>
                    </a:lnTo>
                    <a:lnTo>
                      <a:pt x="112" y="1"/>
                    </a:lnTo>
                    <a:lnTo>
                      <a:pt x="114" y="1"/>
                    </a:lnTo>
                    <a:lnTo>
                      <a:pt x="115" y="1"/>
                    </a:lnTo>
                    <a:lnTo>
                      <a:pt x="117" y="1"/>
                    </a:lnTo>
                    <a:lnTo>
                      <a:pt x="118" y="1"/>
                    </a:lnTo>
                    <a:lnTo>
                      <a:pt x="119" y="1"/>
                    </a:lnTo>
                    <a:lnTo>
                      <a:pt x="121" y="1"/>
                    </a:lnTo>
                    <a:lnTo>
                      <a:pt x="122" y="1"/>
                    </a:lnTo>
                    <a:lnTo>
                      <a:pt x="124" y="1"/>
                    </a:lnTo>
                    <a:lnTo>
                      <a:pt x="125" y="1"/>
                    </a:lnTo>
                    <a:lnTo>
                      <a:pt x="126" y="1"/>
                    </a:lnTo>
                    <a:lnTo>
                      <a:pt x="128" y="1"/>
                    </a:lnTo>
                    <a:lnTo>
                      <a:pt x="129" y="1"/>
                    </a:lnTo>
                    <a:lnTo>
                      <a:pt x="131" y="1"/>
                    </a:lnTo>
                    <a:lnTo>
                      <a:pt x="132" y="1"/>
                    </a:lnTo>
                    <a:lnTo>
                      <a:pt x="133" y="1"/>
                    </a:lnTo>
                    <a:lnTo>
                      <a:pt x="135" y="1"/>
                    </a:lnTo>
                    <a:lnTo>
                      <a:pt x="136" y="1"/>
                    </a:lnTo>
                    <a:lnTo>
                      <a:pt x="138" y="1"/>
                    </a:lnTo>
                    <a:lnTo>
                      <a:pt x="139" y="1"/>
                    </a:lnTo>
                    <a:lnTo>
                      <a:pt x="140" y="1"/>
                    </a:lnTo>
                    <a:lnTo>
                      <a:pt x="142" y="1"/>
                    </a:lnTo>
                    <a:lnTo>
                      <a:pt x="143" y="1"/>
                    </a:lnTo>
                    <a:lnTo>
                      <a:pt x="145" y="1"/>
                    </a:lnTo>
                    <a:lnTo>
                      <a:pt x="146" y="1"/>
                    </a:lnTo>
                    <a:lnTo>
                      <a:pt x="147" y="1"/>
                    </a:lnTo>
                    <a:lnTo>
                      <a:pt x="149" y="1"/>
                    </a:lnTo>
                    <a:lnTo>
                      <a:pt x="150" y="1"/>
                    </a:lnTo>
                    <a:lnTo>
                      <a:pt x="152" y="1"/>
                    </a:lnTo>
                    <a:lnTo>
                      <a:pt x="153" y="1"/>
                    </a:lnTo>
                    <a:lnTo>
                      <a:pt x="154" y="1"/>
                    </a:lnTo>
                    <a:lnTo>
                      <a:pt x="156" y="1"/>
                    </a:lnTo>
                    <a:lnTo>
                      <a:pt x="157" y="1"/>
                    </a:lnTo>
                    <a:lnTo>
                      <a:pt x="159" y="1"/>
                    </a:lnTo>
                    <a:lnTo>
                      <a:pt x="160" y="0"/>
                    </a:lnTo>
                    <a:lnTo>
                      <a:pt x="162" y="2"/>
                    </a:lnTo>
                    <a:lnTo>
                      <a:pt x="163" y="1"/>
                    </a:lnTo>
                    <a:lnTo>
                      <a:pt x="164" y="19"/>
                    </a:lnTo>
                    <a:lnTo>
                      <a:pt x="166" y="5"/>
                    </a:lnTo>
                    <a:lnTo>
                      <a:pt x="167" y="6"/>
                    </a:lnTo>
                    <a:lnTo>
                      <a:pt x="169" y="6"/>
                    </a:lnTo>
                    <a:lnTo>
                      <a:pt x="170" y="6"/>
                    </a:lnTo>
                    <a:lnTo>
                      <a:pt x="171" y="7"/>
                    </a:lnTo>
                    <a:lnTo>
                      <a:pt x="173" y="7"/>
                    </a:lnTo>
                    <a:lnTo>
                      <a:pt x="174" y="7"/>
                    </a:lnTo>
                    <a:lnTo>
                      <a:pt x="176" y="8"/>
                    </a:lnTo>
                    <a:lnTo>
                      <a:pt x="177" y="9"/>
                    </a:lnTo>
                    <a:lnTo>
                      <a:pt x="178" y="10"/>
                    </a:lnTo>
                    <a:lnTo>
                      <a:pt x="180" y="11"/>
                    </a:lnTo>
                    <a:lnTo>
                      <a:pt x="181" y="13"/>
                    </a:lnTo>
                    <a:lnTo>
                      <a:pt x="183" y="15"/>
                    </a:lnTo>
                    <a:lnTo>
                      <a:pt x="184" y="17"/>
                    </a:lnTo>
                    <a:lnTo>
                      <a:pt x="185" y="20"/>
                    </a:lnTo>
                    <a:lnTo>
                      <a:pt x="187" y="23"/>
                    </a:lnTo>
                    <a:lnTo>
                      <a:pt x="188" y="27"/>
                    </a:lnTo>
                    <a:lnTo>
                      <a:pt x="190" y="31"/>
                    </a:lnTo>
                    <a:lnTo>
                      <a:pt x="191" y="36"/>
                    </a:lnTo>
                    <a:lnTo>
                      <a:pt x="192" y="41"/>
                    </a:lnTo>
                    <a:lnTo>
                      <a:pt x="194" y="47"/>
                    </a:lnTo>
                    <a:lnTo>
                      <a:pt x="195" y="53"/>
                    </a:lnTo>
                    <a:lnTo>
                      <a:pt x="197" y="59"/>
                    </a:lnTo>
                    <a:lnTo>
                      <a:pt x="198" y="66"/>
                    </a:lnTo>
                    <a:lnTo>
                      <a:pt x="199" y="72"/>
                    </a:lnTo>
                    <a:lnTo>
                      <a:pt x="201" y="79"/>
                    </a:lnTo>
                    <a:lnTo>
                      <a:pt x="202" y="86"/>
                    </a:lnTo>
                    <a:lnTo>
                      <a:pt x="204" y="93"/>
                    </a:lnTo>
                    <a:lnTo>
                      <a:pt x="205" y="100"/>
                    </a:lnTo>
                    <a:lnTo>
                      <a:pt x="206" y="107"/>
                    </a:lnTo>
                    <a:lnTo>
                      <a:pt x="208" y="114"/>
                    </a:lnTo>
                    <a:lnTo>
                      <a:pt x="209" y="122"/>
                    </a:lnTo>
                    <a:lnTo>
                      <a:pt x="211" y="129"/>
                    </a:lnTo>
                    <a:lnTo>
                      <a:pt x="212" y="137"/>
                    </a:lnTo>
                    <a:lnTo>
                      <a:pt x="213" y="145"/>
                    </a:lnTo>
                    <a:lnTo>
                      <a:pt x="215" y="153"/>
                    </a:lnTo>
                    <a:lnTo>
                      <a:pt x="216" y="161"/>
                    </a:lnTo>
                    <a:lnTo>
                      <a:pt x="218" y="169"/>
                    </a:lnTo>
                    <a:lnTo>
                      <a:pt x="219" y="177"/>
                    </a:lnTo>
                    <a:lnTo>
                      <a:pt x="221" y="185"/>
                    </a:lnTo>
                    <a:lnTo>
                      <a:pt x="222" y="193"/>
                    </a:lnTo>
                    <a:lnTo>
                      <a:pt x="223" y="202"/>
                    </a:lnTo>
                    <a:lnTo>
                      <a:pt x="225" y="210"/>
                    </a:lnTo>
                    <a:lnTo>
                      <a:pt x="226" y="218"/>
                    </a:lnTo>
                    <a:lnTo>
                      <a:pt x="228" y="227"/>
                    </a:lnTo>
                    <a:lnTo>
                      <a:pt x="229" y="235"/>
                    </a:lnTo>
                    <a:lnTo>
                      <a:pt x="230" y="243"/>
                    </a:lnTo>
                    <a:lnTo>
                      <a:pt x="232" y="251"/>
                    </a:lnTo>
                    <a:lnTo>
                      <a:pt x="233" y="259"/>
                    </a:lnTo>
                    <a:lnTo>
                      <a:pt x="235" y="267"/>
                    </a:lnTo>
                    <a:lnTo>
                      <a:pt x="236" y="275"/>
                    </a:lnTo>
                    <a:lnTo>
                      <a:pt x="237" y="283"/>
                    </a:lnTo>
                    <a:lnTo>
                      <a:pt x="239" y="291"/>
                    </a:lnTo>
                    <a:lnTo>
                      <a:pt x="240" y="299"/>
                    </a:lnTo>
                    <a:lnTo>
                      <a:pt x="242" y="306"/>
                    </a:lnTo>
                    <a:lnTo>
                      <a:pt x="243" y="314"/>
                    </a:lnTo>
                    <a:lnTo>
                      <a:pt x="244" y="321"/>
                    </a:lnTo>
                    <a:lnTo>
                      <a:pt x="246" y="328"/>
                    </a:lnTo>
                    <a:lnTo>
                      <a:pt x="247" y="336"/>
                    </a:lnTo>
                    <a:lnTo>
                      <a:pt x="249" y="343"/>
                    </a:lnTo>
                    <a:lnTo>
                      <a:pt x="250" y="350"/>
                    </a:lnTo>
                    <a:lnTo>
                      <a:pt x="251" y="357"/>
                    </a:lnTo>
                    <a:lnTo>
                      <a:pt x="253" y="364"/>
                    </a:lnTo>
                    <a:lnTo>
                      <a:pt x="254" y="370"/>
                    </a:lnTo>
                    <a:lnTo>
                      <a:pt x="256" y="377"/>
                    </a:lnTo>
                    <a:lnTo>
                      <a:pt x="257" y="383"/>
                    </a:lnTo>
                    <a:lnTo>
                      <a:pt x="258" y="390"/>
                    </a:lnTo>
                    <a:lnTo>
                      <a:pt x="260" y="396"/>
                    </a:lnTo>
                    <a:lnTo>
                      <a:pt x="261" y="403"/>
                    </a:lnTo>
                    <a:lnTo>
                      <a:pt x="263" y="409"/>
                    </a:lnTo>
                    <a:lnTo>
                      <a:pt x="264" y="415"/>
                    </a:lnTo>
                    <a:lnTo>
                      <a:pt x="265" y="421"/>
                    </a:lnTo>
                    <a:lnTo>
                      <a:pt x="267" y="427"/>
                    </a:lnTo>
                    <a:lnTo>
                      <a:pt x="268" y="433"/>
                    </a:lnTo>
                    <a:lnTo>
                      <a:pt x="270" y="439"/>
                    </a:lnTo>
                    <a:lnTo>
                      <a:pt x="271" y="445"/>
                    </a:lnTo>
                    <a:lnTo>
                      <a:pt x="272" y="451"/>
                    </a:lnTo>
                    <a:lnTo>
                      <a:pt x="274" y="457"/>
                    </a:lnTo>
                    <a:lnTo>
                      <a:pt x="275" y="463"/>
                    </a:lnTo>
                    <a:lnTo>
                      <a:pt x="277" y="469"/>
                    </a:lnTo>
                    <a:lnTo>
                      <a:pt x="278" y="475"/>
                    </a:lnTo>
                    <a:lnTo>
                      <a:pt x="279" y="481"/>
                    </a:lnTo>
                    <a:lnTo>
                      <a:pt x="281" y="487"/>
                    </a:lnTo>
                    <a:lnTo>
                      <a:pt x="282" y="493"/>
                    </a:lnTo>
                    <a:lnTo>
                      <a:pt x="284" y="499"/>
                    </a:lnTo>
                    <a:lnTo>
                      <a:pt x="285" y="505"/>
                    </a:lnTo>
                    <a:lnTo>
                      <a:pt x="287" y="511"/>
                    </a:lnTo>
                    <a:lnTo>
                      <a:pt x="288" y="516"/>
                    </a:lnTo>
                    <a:lnTo>
                      <a:pt x="289" y="522"/>
                    </a:lnTo>
                    <a:lnTo>
                      <a:pt x="291" y="528"/>
                    </a:lnTo>
                    <a:lnTo>
                      <a:pt x="292" y="534"/>
                    </a:lnTo>
                    <a:lnTo>
                      <a:pt x="294" y="540"/>
                    </a:lnTo>
                    <a:lnTo>
                      <a:pt x="295" y="546"/>
                    </a:lnTo>
                    <a:lnTo>
                      <a:pt x="296" y="552"/>
                    </a:lnTo>
                    <a:lnTo>
                      <a:pt x="298" y="558"/>
                    </a:lnTo>
                    <a:lnTo>
                      <a:pt x="299" y="563"/>
                    </a:lnTo>
                    <a:lnTo>
                      <a:pt x="301" y="569"/>
                    </a:lnTo>
                    <a:lnTo>
                      <a:pt x="302" y="575"/>
                    </a:lnTo>
                    <a:lnTo>
                      <a:pt x="303" y="581"/>
                    </a:lnTo>
                    <a:lnTo>
                      <a:pt x="305" y="586"/>
                    </a:lnTo>
                    <a:lnTo>
                      <a:pt x="306" y="592"/>
                    </a:lnTo>
                    <a:lnTo>
                      <a:pt x="308" y="597"/>
                    </a:lnTo>
                    <a:lnTo>
                      <a:pt x="309" y="602"/>
                    </a:lnTo>
                    <a:lnTo>
                      <a:pt x="310" y="608"/>
                    </a:lnTo>
                    <a:lnTo>
                      <a:pt x="312" y="613"/>
                    </a:lnTo>
                    <a:lnTo>
                      <a:pt x="313" y="618"/>
                    </a:lnTo>
                    <a:lnTo>
                      <a:pt x="315" y="622"/>
                    </a:lnTo>
                    <a:lnTo>
                      <a:pt x="316" y="627"/>
                    </a:lnTo>
                    <a:lnTo>
                      <a:pt x="317" y="632"/>
                    </a:lnTo>
                    <a:lnTo>
                      <a:pt x="319" y="636"/>
                    </a:lnTo>
                    <a:lnTo>
                      <a:pt x="320" y="641"/>
                    </a:lnTo>
                    <a:lnTo>
                      <a:pt x="322" y="645"/>
                    </a:lnTo>
                    <a:lnTo>
                      <a:pt x="323" y="649"/>
                    </a:lnTo>
                    <a:lnTo>
                      <a:pt x="324" y="653"/>
                    </a:lnTo>
                    <a:lnTo>
                      <a:pt x="326" y="656"/>
                    </a:lnTo>
                    <a:lnTo>
                      <a:pt x="327" y="660"/>
                    </a:lnTo>
                    <a:lnTo>
                      <a:pt x="329" y="663"/>
                    </a:lnTo>
                    <a:lnTo>
                      <a:pt x="330" y="667"/>
                    </a:lnTo>
                    <a:lnTo>
                      <a:pt x="331" y="670"/>
                    </a:lnTo>
                    <a:lnTo>
                      <a:pt x="333" y="673"/>
                    </a:lnTo>
                    <a:lnTo>
                      <a:pt x="334" y="675"/>
                    </a:lnTo>
                    <a:lnTo>
                      <a:pt x="336" y="678"/>
                    </a:lnTo>
                    <a:lnTo>
                      <a:pt x="337" y="680"/>
                    </a:lnTo>
                    <a:lnTo>
                      <a:pt x="338" y="683"/>
                    </a:lnTo>
                    <a:lnTo>
                      <a:pt x="340" y="685"/>
                    </a:lnTo>
                    <a:lnTo>
                      <a:pt x="341" y="687"/>
                    </a:lnTo>
                    <a:lnTo>
                      <a:pt x="343" y="689"/>
                    </a:lnTo>
                    <a:lnTo>
                      <a:pt x="344" y="691"/>
                    </a:lnTo>
                    <a:lnTo>
                      <a:pt x="345" y="692"/>
                    </a:lnTo>
                    <a:lnTo>
                      <a:pt x="347" y="694"/>
                    </a:lnTo>
                    <a:lnTo>
                      <a:pt x="348" y="695"/>
                    </a:lnTo>
                    <a:lnTo>
                      <a:pt x="350" y="697"/>
                    </a:lnTo>
                    <a:lnTo>
                      <a:pt x="351" y="698"/>
                    </a:lnTo>
                    <a:lnTo>
                      <a:pt x="353" y="699"/>
                    </a:lnTo>
                    <a:lnTo>
                      <a:pt x="354" y="700"/>
                    </a:lnTo>
                    <a:lnTo>
                      <a:pt x="355" y="701"/>
                    </a:lnTo>
                    <a:lnTo>
                      <a:pt x="357" y="702"/>
                    </a:lnTo>
                    <a:lnTo>
                      <a:pt x="358" y="702"/>
                    </a:lnTo>
                    <a:lnTo>
                      <a:pt x="360" y="703"/>
                    </a:lnTo>
                    <a:lnTo>
                      <a:pt x="361" y="704"/>
                    </a:lnTo>
                    <a:lnTo>
                      <a:pt x="362" y="704"/>
                    </a:lnTo>
                    <a:lnTo>
                      <a:pt x="364" y="705"/>
                    </a:lnTo>
                    <a:lnTo>
                      <a:pt x="365" y="705"/>
                    </a:lnTo>
                    <a:lnTo>
                      <a:pt x="367" y="705"/>
                    </a:lnTo>
                    <a:lnTo>
                      <a:pt x="368" y="706"/>
                    </a:lnTo>
                    <a:lnTo>
                      <a:pt x="369" y="706"/>
                    </a:lnTo>
                    <a:lnTo>
                      <a:pt x="371" y="706"/>
                    </a:lnTo>
                    <a:lnTo>
                      <a:pt x="372" y="707"/>
                    </a:lnTo>
                    <a:lnTo>
                      <a:pt x="374" y="707"/>
                    </a:lnTo>
                    <a:lnTo>
                      <a:pt x="375" y="707"/>
                    </a:lnTo>
                    <a:lnTo>
                      <a:pt x="376" y="707"/>
                    </a:lnTo>
                    <a:lnTo>
                      <a:pt x="378" y="707"/>
                    </a:lnTo>
                    <a:lnTo>
                      <a:pt x="379" y="707"/>
                    </a:lnTo>
                    <a:lnTo>
                      <a:pt x="381" y="707"/>
                    </a:lnTo>
                    <a:lnTo>
                      <a:pt x="382" y="707"/>
                    </a:lnTo>
                    <a:lnTo>
                      <a:pt x="383" y="707"/>
                    </a:lnTo>
                    <a:lnTo>
                      <a:pt x="385" y="707"/>
                    </a:lnTo>
                    <a:lnTo>
                      <a:pt x="386" y="706"/>
                    </a:lnTo>
                    <a:lnTo>
                      <a:pt x="388" y="706"/>
                    </a:lnTo>
                    <a:lnTo>
                      <a:pt x="389" y="706"/>
                    </a:lnTo>
                    <a:lnTo>
                      <a:pt x="390" y="706"/>
                    </a:lnTo>
                    <a:lnTo>
                      <a:pt x="392" y="705"/>
                    </a:lnTo>
                    <a:lnTo>
                      <a:pt x="393" y="705"/>
                    </a:lnTo>
                    <a:lnTo>
                      <a:pt x="395" y="704"/>
                    </a:lnTo>
                    <a:lnTo>
                      <a:pt x="396" y="704"/>
                    </a:lnTo>
                    <a:lnTo>
                      <a:pt x="397" y="704"/>
                    </a:lnTo>
                    <a:lnTo>
                      <a:pt x="399" y="703"/>
                    </a:lnTo>
                    <a:lnTo>
                      <a:pt x="400" y="703"/>
                    </a:lnTo>
                    <a:lnTo>
                      <a:pt x="402" y="702"/>
                    </a:lnTo>
                    <a:lnTo>
                      <a:pt x="403" y="702"/>
                    </a:lnTo>
                    <a:lnTo>
                      <a:pt x="404" y="701"/>
                    </a:lnTo>
                    <a:lnTo>
                      <a:pt x="406" y="701"/>
                    </a:lnTo>
                    <a:lnTo>
                      <a:pt x="407" y="700"/>
                    </a:lnTo>
                    <a:lnTo>
                      <a:pt x="409" y="700"/>
                    </a:lnTo>
                    <a:lnTo>
                      <a:pt x="410" y="699"/>
                    </a:lnTo>
                    <a:lnTo>
                      <a:pt x="412" y="698"/>
                    </a:lnTo>
                    <a:lnTo>
                      <a:pt x="413" y="698"/>
                    </a:lnTo>
                    <a:lnTo>
                      <a:pt x="414" y="697"/>
                    </a:lnTo>
                    <a:lnTo>
                      <a:pt x="416" y="697"/>
                    </a:lnTo>
                    <a:lnTo>
                      <a:pt x="417" y="696"/>
                    </a:lnTo>
                    <a:lnTo>
                      <a:pt x="419" y="695"/>
                    </a:lnTo>
                    <a:lnTo>
                      <a:pt x="420" y="694"/>
                    </a:lnTo>
                    <a:lnTo>
                      <a:pt x="421" y="694"/>
                    </a:lnTo>
                    <a:lnTo>
                      <a:pt x="423" y="693"/>
                    </a:lnTo>
                    <a:lnTo>
                      <a:pt x="424" y="692"/>
                    </a:lnTo>
                    <a:lnTo>
                      <a:pt x="426" y="692"/>
                    </a:lnTo>
                    <a:lnTo>
                      <a:pt x="427" y="691"/>
                    </a:lnTo>
                    <a:lnTo>
                      <a:pt x="428" y="690"/>
                    </a:lnTo>
                    <a:lnTo>
                      <a:pt x="430" y="690"/>
                    </a:lnTo>
                    <a:lnTo>
                      <a:pt x="431" y="689"/>
                    </a:lnTo>
                    <a:lnTo>
                      <a:pt x="433" y="688"/>
                    </a:lnTo>
                    <a:lnTo>
                      <a:pt x="434" y="687"/>
                    </a:lnTo>
                    <a:lnTo>
                      <a:pt x="435" y="687"/>
                    </a:lnTo>
                    <a:lnTo>
                      <a:pt x="437" y="686"/>
                    </a:lnTo>
                    <a:lnTo>
                      <a:pt x="438" y="685"/>
                    </a:lnTo>
                    <a:lnTo>
                      <a:pt x="440" y="684"/>
                    </a:lnTo>
                    <a:lnTo>
                      <a:pt x="441" y="684"/>
                    </a:lnTo>
                    <a:lnTo>
                      <a:pt x="442" y="683"/>
                    </a:lnTo>
                    <a:lnTo>
                      <a:pt x="444" y="682"/>
                    </a:lnTo>
                    <a:lnTo>
                      <a:pt x="445" y="681"/>
                    </a:lnTo>
                    <a:lnTo>
                      <a:pt x="447" y="680"/>
                    </a:lnTo>
                    <a:lnTo>
                      <a:pt x="448" y="680"/>
                    </a:lnTo>
                    <a:lnTo>
                      <a:pt x="449" y="679"/>
                    </a:lnTo>
                    <a:lnTo>
                      <a:pt x="451" y="678"/>
                    </a:lnTo>
                    <a:lnTo>
                      <a:pt x="452" y="677"/>
                    </a:lnTo>
                    <a:lnTo>
                      <a:pt x="454" y="676"/>
                    </a:lnTo>
                    <a:lnTo>
                      <a:pt x="455" y="676"/>
                    </a:lnTo>
                    <a:lnTo>
                      <a:pt x="456" y="675"/>
                    </a:lnTo>
                    <a:lnTo>
                      <a:pt x="458" y="674"/>
                    </a:lnTo>
                    <a:lnTo>
                      <a:pt x="459" y="673"/>
                    </a:lnTo>
                    <a:lnTo>
                      <a:pt x="461" y="673"/>
                    </a:lnTo>
                    <a:lnTo>
                      <a:pt x="462" y="672"/>
                    </a:lnTo>
                    <a:lnTo>
                      <a:pt x="463" y="671"/>
                    </a:lnTo>
                    <a:lnTo>
                      <a:pt x="465" y="671"/>
                    </a:lnTo>
                    <a:lnTo>
                      <a:pt x="466" y="670"/>
                    </a:lnTo>
                    <a:lnTo>
                      <a:pt x="468" y="669"/>
                    </a:lnTo>
                    <a:lnTo>
                      <a:pt x="469" y="668"/>
                    </a:lnTo>
                    <a:lnTo>
                      <a:pt x="470" y="668"/>
                    </a:lnTo>
                    <a:lnTo>
                      <a:pt x="472" y="667"/>
                    </a:lnTo>
                    <a:lnTo>
                      <a:pt x="473" y="666"/>
                    </a:lnTo>
                    <a:lnTo>
                      <a:pt x="475" y="666"/>
                    </a:lnTo>
                    <a:lnTo>
                      <a:pt x="476" y="665"/>
                    </a:lnTo>
                    <a:lnTo>
                      <a:pt x="478" y="664"/>
                    </a:lnTo>
                    <a:lnTo>
                      <a:pt x="479" y="664"/>
                    </a:lnTo>
                    <a:lnTo>
                      <a:pt x="480" y="663"/>
                    </a:lnTo>
                    <a:lnTo>
                      <a:pt x="482" y="662"/>
                    </a:lnTo>
                    <a:lnTo>
                      <a:pt x="483" y="662"/>
                    </a:lnTo>
                    <a:lnTo>
                      <a:pt x="485" y="661"/>
                    </a:lnTo>
                    <a:lnTo>
                      <a:pt x="486" y="661"/>
                    </a:lnTo>
                    <a:lnTo>
                      <a:pt x="487" y="660"/>
                    </a:lnTo>
                    <a:lnTo>
                      <a:pt x="489" y="659"/>
                    </a:lnTo>
                    <a:lnTo>
                      <a:pt x="490" y="659"/>
                    </a:lnTo>
                    <a:lnTo>
                      <a:pt x="492" y="658"/>
                    </a:lnTo>
                    <a:lnTo>
                      <a:pt x="493" y="658"/>
                    </a:lnTo>
                    <a:lnTo>
                      <a:pt x="494" y="657"/>
                    </a:lnTo>
                    <a:lnTo>
                      <a:pt x="496" y="656"/>
                    </a:lnTo>
                    <a:lnTo>
                      <a:pt x="497" y="656"/>
                    </a:lnTo>
                    <a:lnTo>
                      <a:pt x="499" y="655"/>
                    </a:lnTo>
                    <a:lnTo>
                      <a:pt x="500" y="655"/>
                    </a:lnTo>
                    <a:lnTo>
                      <a:pt x="501" y="654"/>
                    </a:lnTo>
                    <a:lnTo>
                      <a:pt x="503" y="653"/>
                    </a:lnTo>
                    <a:lnTo>
                      <a:pt x="504" y="653"/>
                    </a:lnTo>
                    <a:lnTo>
                      <a:pt x="506" y="652"/>
                    </a:lnTo>
                    <a:lnTo>
                      <a:pt x="507" y="652"/>
                    </a:lnTo>
                    <a:lnTo>
                      <a:pt x="508" y="651"/>
                    </a:lnTo>
                    <a:lnTo>
                      <a:pt x="510" y="651"/>
                    </a:lnTo>
                    <a:lnTo>
                      <a:pt x="511" y="650"/>
                    </a:lnTo>
                    <a:lnTo>
                      <a:pt x="513" y="649"/>
                    </a:lnTo>
                    <a:lnTo>
                      <a:pt x="514" y="649"/>
                    </a:lnTo>
                    <a:lnTo>
                      <a:pt x="515" y="648"/>
                    </a:lnTo>
                    <a:lnTo>
                      <a:pt x="517" y="648"/>
                    </a:lnTo>
                    <a:lnTo>
                      <a:pt x="518" y="647"/>
                    </a:lnTo>
                    <a:lnTo>
                      <a:pt x="520" y="646"/>
                    </a:lnTo>
                    <a:lnTo>
                      <a:pt x="521" y="646"/>
                    </a:lnTo>
                    <a:lnTo>
                      <a:pt x="522" y="645"/>
                    </a:lnTo>
                    <a:lnTo>
                      <a:pt x="524" y="645"/>
                    </a:lnTo>
                    <a:lnTo>
                      <a:pt x="525" y="644"/>
                    </a:lnTo>
                    <a:lnTo>
                      <a:pt x="527" y="644"/>
                    </a:lnTo>
                    <a:lnTo>
                      <a:pt x="528" y="643"/>
                    </a:lnTo>
                    <a:lnTo>
                      <a:pt x="529" y="642"/>
                    </a:lnTo>
                    <a:lnTo>
                      <a:pt x="531" y="642"/>
                    </a:lnTo>
                    <a:lnTo>
                      <a:pt x="532" y="641"/>
                    </a:lnTo>
                    <a:lnTo>
                      <a:pt x="534" y="641"/>
                    </a:lnTo>
                    <a:lnTo>
                      <a:pt x="535" y="640"/>
                    </a:lnTo>
                    <a:lnTo>
                      <a:pt x="537" y="639"/>
                    </a:lnTo>
                    <a:lnTo>
                      <a:pt x="538" y="639"/>
                    </a:lnTo>
                    <a:lnTo>
                      <a:pt x="539" y="638"/>
                    </a:lnTo>
                    <a:lnTo>
                      <a:pt x="541" y="638"/>
                    </a:lnTo>
                    <a:lnTo>
                      <a:pt x="542" y="637"/>
                    </a:lnTo>
                    <a:lnTo>
                      <a:pt x="544" y="637"/>
                    </a:lnTo>
                    <a:lnTo>
                      <a:pt x="545" y="636"/>
                    </a:lnTo>
                    <a:lnTo>
                      <a:pt x="546" y="635"/>
                    </a:lnTo>
                    <a:lnTo>
                      <a:pt x="548" y="635"/>
                    </a:lnTo>
                    <a:lnTo>
                      <a:pt x="549" y="634"/>
                    </a:lnTo>
                    <a:lnTo>
                      <a:pt x="551" y="634"/>
                    </a:lnTo>
                    <a:lnTo>
                      <a:pt x="552" y="633"/>
                    </a:lnTo>
                    <a:lnTo>
                      <a:pt x="553" y="633"/>
                    </a:lnTo>
                    <a:lnTo>
                      <a:pt x="555" y="632"/>
                    </a:lnTo>
                    <a:lnTo>
                      <a:pt x="556" y="632"/>
                    </a:lnTo>
                    <a:lnTo>
                      <a:pt x="558" y="631"/>
                    </a:lnTo>
                    <a:lnTo>
                      <a:pt x="559" y="631"/>
                    </a:lnTo>
                    <a:lnTo>
                      <a:pt x="560" y="630"/>
                    </a:lnTo>
                    <a:lnTo>
                      <a:pt x="562" y="629"/>
                    </a:lnTo>
                    <a:lnTo>
                      <a:pt x="563" y="629"/>
                    </a:lnTo>
                    <a:lnTo>
                      <a:pt x="565" y="628"/>
                    </a:lnTo>
                    <a:lnTo>
                      <a:pt x="566" y="628"/>
                    </a:lnTo>
                    <a:lnTo>
                      <a:pt x="567" y="627"/>
                    </a:lnTo>
                    <a:lnTo>
                      <a:pt x="569" y="627"/>
                    </a:lnTo>
                    <a:lnTo>
                      <a:pt x="570" y="626"/>
                    </a:lnTo>
                    <a:lnTo>
                      <a:pt x="572" y="626"/>
                    </a:lnTo>
                    <a:lnTo>
                      <a:pt x="573" y="625"/>
                    </a:lnTo>
                    <a:lnTo>
                      <a:pt x="574" y="625"/>
                    </a:lnTo>
                    <a:lnTo>
                      <a:pt x="576" y="625"/>
                    </a:lnTo>
                    <a:lnTo>
                      <a:pt x="577" y="624"/>
                    </a:lnTo>
                    <a:lnTo>
                      <a:pt x="579" y="624"/>
                    </a:lnTo>
                    <a:lnTo>
                      <a:pt x="580" y="623"/>
                    </a:lnTo>
                    <a:lnTo>
                      <a:pt x="581" y="622"/>
                    </a:lnTo>
                    <a:lnTo>
                      <a:pt x="583" y="622"/>
                    </a:lnTo>
                    <a:lnTo>
                      <a:pt x="584" y="595"/>
                    </a:lnTo>
                    <a:lnTo>
                      <a:pt x="586" y="622"/>
                    </a:lnTo>
                    <a:lnTo>
                      <a:pt x="587" y="620"/>
                    </a:lnTo>
                    <a:lnTo>
                      <a:pt x="588" y="619"/>
                    </a:lnTo>
                    <a:lnTo>
                      <a:pt x="590" y="618"/>
                    </a:lnTo>
                    <a:lnTo>
                      <a:pt x="591" y="617"/>
                    </a:lnTo>
                    <a:lnTo>
                      <a:pt x="593" y="617"/>
                    </a:lnTo>
                    <a:lnTo>
                      <a:pt x="594" y="616"/>
                    </a:lnTo>
                    <a:lnTo>
                      <a:pt x="595" y="615"/>
                    </a:lnTo>
                    <a:lnTo>
                      <a:pt x="597" y="614"/>
                    </a:lnTo>
                    <a:lnTo>
                      <a:pt x="598" y="614"/>
                    </a:lnTo>
                    <a:lnTo>
                      <a:pt x="600" y="613"/>
                    </a:lnTo>
                    <a:lnTo>
                      <a:pt x="601" y="612"/>
                    </a:lnTo>
                    <a:lnTo>
                      <a:pt x="603" y="612"/>
                    </a:lnTo>
                    <a:lnTo>
                      <a:pt x="604" y="611"/>
                    </a:lnTo>
                    <a:lnTo>
                      <a:pt x="605" y="610"/>
                    </a:lnTo>
                    <a:lnTo>
                      <a:pt x="607" y="609"/>
                    </a:lnTo>
                    <a:lnTo>
                      <a:pt x="608" y="609"/>
                    </a:lnTo>
                    <a:lnTo>
                      <a:pt x="610" y="608"/>
                    </a:lnTo>
                    <a:lnTo>
                      <a:pt x="611" y="607"/>
                    </a:lnTo>
                    <a:lnTo>
                      <a:pt x="612" y="607"/>
                    </a:lnTo>
                    <a:lnTo>
                      <a:pt x="614" y="606"/>
                    </a:lnTo>
                    <a:lnTo>
                      <a:pt x="615" y="605"/>
                    </a:lnTo>
                    <a:lnTo>
                      <a:pt x="617" y="605"/>
                    </a:lnTo>
                    <a:lnTo>
                      <a:pt x="618" y="604"/>
                    </a:lnTo>
                    <a:lnTo>
                      <a:pt x="619" y="603"/>
                    </a:lnTo>
                    <a:lnTo>
                      <a:pt x="621" y="603"/>
                    </a:lnTo>
                    <a:lnTo>
                      <a:pt x="622" y="602"/>
                    </a:lnTo>
                    <a:lnTo>
                      <a:pt x="624" y="601"/>
                    </a:lnTo>
                    <a:lnTo>
                      <a:pt x="625" y="601"/>
                    </a:lnTo>
                    <a:lnTo>
                      <a:pt x="626" y="600"/>
                    </a:lnTo>
                    <a:lnTo>
                      <a:pt x="628" y="600"/>
                    </a:lnTo>
                    <a:lnTo>
                      <a:pt x="629" y="599"/>
                    </a:lnTo>
                    <a:lnTo>
                      <a:pt x="631" y="598"/>
                    </a:lnTo>
                    <a:lnTo>
                      <a:pt x="632" y="598"/>
                    </a:lnTo>
                    <a:lnTo>
                      <a:pt x="633" y="597"/>
                    </a:lnTo>
                    <a:lnTo>
                      <a:pt x="635" y="597"/>
                    </a:lnTo>
                    <a:lnTo>
                      <a:pt x="636" y="596"/>
                    </a:lnTo>
                    <a:lnTo>
                      <a:pt x="638" y="596"/>
                    </a:lnTo>
                    <a:lnTo>
                      <a:pt x="639" y="595"/>
                    </a:lnTo>
                    <a:lnTo>
                      <a:pt x="640" y="594"/>
                    </a:lnTo>
                    <a:lnTo>
                      <a:pt x="642" y="594"/>
                    </a:lnTo>
                    <a:lnTo>
                      <a:pt x="643" y="593"/>
                    </a:lnTo>
                    <a:lnTo>
                      <a:pt x="645" y="593"/>
                    </a:lnTo>
                    <a:lnTo>
                      <a:pt x="646" y="592"/>
                    </a:lnTo>
                    <a:lnTo>
                      <a:pt x="647" y="592"/>
                    </a:lnTo>
                    <a:lnTo>
                      <a:pt x="649" y="591"/>
                    </a:lnTo>
                    <a:lnTo>
                      <a:pt x="650" y="591"/>
                    </a:lnTo>
                    <a:lnTo>
                      <a:pt x="652" y="590"/>
                    </a:lnTo>
                    <a:lnTo>
                      <a:pt x="653" y="590"/>
                    </a:lnTo>
                    <a:lnTo>
                      <a:pt x="654" y="589"/>
                    </a:lnTo>
                    <a:lnTo>
                      <a:pt x="656" y="589"/>
                    </a:lnTo>
                    <a:lnTo>
                      <a:pt x="657" y="588"/>
                    </a:lnTo>
                    <a:lnTo>
                      <a:pt x="659" y="588"/>
                    </a:lnTo>
                    <a:lnTo>
                      <a:pt x="660" y="587"/>
                    </a:lnTo>
                    <a:lnTo>
                      <a:pt x="661" y="587"/>
                    </a:lnTo>
                    <a:lnTo>
                      <a:pt x="663" y="586"/>
                    </a:lnTo>
                    <a:lnTo>
                      <a:pt x="664" y="586"/>
                    </a:lnTo>
                    <a:lnTo>
                      <a:pt x="666" y="585"/>
                    </a:lnTo>
                    <a:lnTo>
                      <a:pt x="667" y="585"/>
                    </a:lnTo>
                    <a:lnTo>
                      <a:pt x="669" y="584"/>
                    </a:lnTo>
                    <a:lnTo>
                      <a:pt x="670" y="584"/>
                    </a:lnTo>
                    <a:lnTo>
                      <a:pt x="671" y="583"/>
                    </a:lnTo>
                    <a:lnTo>
                      <a:pt x="673" y="583"/>
                    </a:lnTo>
                    <a:lnTo>
                      <a:pt x="674" y="582"/>
                    </a:lnTo>
                    <a:lnTo>
                      <a:pt x="676" y="582"/>
                    </a:lnTo>
                    <a:lnTo>
                      <a:pt x="677" y="582"/>
                    </a:lnTo>
                    <a:lnTo>
                      <a:pt x="678" y="581"/>
                    </a:lnTo>
                    <a:lnTo>
                      <a:pt x="680" y="581"/>
                    </a:lnTo>
                    <a:lnTo>
                      <a:pt x="681" y="580"/>
                    </a:lnTo>
                    <a:lnTo>
                      <a:pt x="683" y="580"/>
                    </a:lnTo>
                    <a:lnTo>
                      <a:pt x="684" y="579"/>
                    </a:lnTo>
                    <a:lnTo>
                      <a:pt x="685" y="579"/>
                    </a:lnTo>
                    <a:lnTo>
                      <a:pt x="687" y="579"/>
                    </a:lnTo>
                    <a:lnTo>
                      <a:pt x="688" y="578"/>
                    </a:lnTo>
                    <a:lnTo>
                      <a:pt x="690" y="578"/>
                    </a:lnTo>
                    <a:lnTo>
                      <a:pt x="691" y="577"/>
                    </a:lnTo>
                    <a:lnTo>
                      <a:pt x="692" y="577"/>
                    </a:lnTo>
                    <a:lnTo>
                      <a:pt x="694" y="576"/>
                    </a:lnTo>
                    <a:lnTo>
                      <a:pt x="695" y="576"/>
                    </a:lnTo>
                    <a:lnTo>
                      <a:pt x="697" y="576"/>
                    </a:lnTo>
                    <a:lnTo>
                      <a:pt x="698" y="575"/>
                    </a:lnTo>
                    <a:lnTo>
                      <a:pt x="699" y="575"/>
                    </a:lnTo>
                    <a:lnTo>
                      <a:pt x="701" y="574"/>
                    </a:lnTo>
                    <a:lnTo>
                      <a:pt x="702" y="574"/>
                    </a:lnTo>
                    <a:lnTo>
                      <a:pt x="704" y="574"/>
                    </a:lnTo>
                    <a:lnTo>
                      <a:pt x="705" y="573"/>
                    </a:lnTo>
                    <a:lnTo>
                      <a:pt x="706" y="573"/>
                    </a:lnTo>
                    <a:lnTo>
                      <a:pt x="708" y="572"/>
                    </a:lnTo>
                    <a:lnTo>
                      <a:pt x="709" y="572"/>
                    </a:lnTo>
                    <a:lnTo>
                      <a:pt x="711" y="572"/>
                    </a:lnTo>
                    <a:lnTo>
                      <a:pt x="712" y="571"/>
                    </a:lnTo>
                    <a:lnTo>
                      <a:pt x="713" y="571"/>
                    </a:lnTo>
                    <a:lnTo>
                      <a:pt x="715" y="571"/>
                    </a:lnTo>
                    <a:lnTo>
                      <a:pt x="716" y="570"/>
                    </a:lnTo>
                    <a:lnTo>
                      <a:pt x="718" y="570"/>
                    </a:lnTo>
                    <a:lnTo>
                      <a:pt x="719" y="569"/>
                    </a:lnTo>
                    <a:lnTo>
                      <a:pt x="720" y="569"/>
                    </a:lnTo>
                    <a:lnTo>
                      <a:pt x="722" y="569"/>
                    </a:lnTo>
                    <a:lnTo>
                      <a:pt x="723" y="568"/>
                    </a:lnTo>
                    <a:lnTo>
                      <a:pt x="725" y="568"/>
                    </a:lnTo>
                    <a:lnTo>
                      <a:pt x="726" y="568"/>
                    </a:lnTo>
                    <a:lnTo>
                      <a:pt x="728" y="567"/>
                    </a:lnTo>
                    <a:lnTo>
                      <a:pt x="729" y="567"/>
                    </a:lnTo>
                    <a:lnTo>
                      <a:pt x="730" y="567"/>
                    </a:lnTo>
                    <a:lnTo>
                      <a:pt x="732" y="566"/>
                    </a:lnTo>
                    <a:lnTo>
                      <a:pt x="733" y="566"/>
                    </a:lnTo>
                    <a:lnTo>
                      <a:pt x="735" y="566"/>
                    </a:lnTo>
                    <a:lnTo>
                      <a:pt x="736" y="565"/>
                    </a:lnTo>
                    <a:lnTo>
                      <a:pt x="737" y="565"/>
                    </a:lnTo>
                    <a:lnTo>
                      <a:pt x="739" y="565"/>
                    </a:lnTo>
                    <a:lnTo>
                      <a:pt x="740" y="564"/>
                    </a:lnTo>
                    <a:lnTo>
                      <a:pt x="742" y="564"/>
                    </a:lnTo>
                    <a:lnTo>
                      <a:pt x="743" y="564"/>
                    </a:lnTo>
                    <a:lnTo>
                      <a:pt x="744" y="563"/>
                    </a:lnTo>
                    <a:lnTo>
                      <a:pt x="746" y="563"/>
                    </a:lnTo>
                    <a:lnTo>
                      <a:pt x="747" y="563"/>
                    </a:lnTo>
                    <a:lnTo>
                      <a:pt x="749" y="562"/>
                    </a:lnTo>
                    <a:lnTo>
                      <a:pt x="750" y="562"/>
                    </a:lnTo>
                    <a:lnTo>
                      <a:pt x="751" y="562"/>
                    </a:lnTo>
                    <a:lnTo>
                      <a:pt x="753" y="561"/>
                    </a:lnTo>
                    <a:lnTo>
                      <a:pt x="754" y="561"/>
                    </a:lnTo>
                    <a:lnTo>
                      <a:pt x="756" y="561"/>
                    </a:lnTo>
                    <a:lnTo>
                      <a:pt x="757" y="560"/>
                    </a:lnTo>
                    <a:lnTo>
                      <a:pt x="758" y="560"/>
                    </a:lnTo>
                    <a:lnTo>
                      <a:pt x="760" y="560"/>
                    </a:lnTo>
                    <a:lnTo>
                      <a:pt x="761" y="559"/>
                    </a:lnTo>
                    <a:lnTo>
                      <a:pt x="763" y="559"/>
                    </a:lnTo>
                    <a:lnTo>
                      <a:pt x="764" y="559"/>
                    </a:lnTo>
                    <a:lnTo>
                      <a:pt x="765" y="559"/>
                    </a:lnTo>
                    <a:lnTo>
                      <a:pt x="767" y="558"/>
                    </a:lnTo>
                    <a:lnTo>
                      <a:pt x="768" y="558"/>
                    </a:lnTo>
                    <a:lnTo>
                      <a:pt x="770" y="558"/>
                    </a:lnTo>
                    <a:lnTo>
                      <a:pt x="771" y="557"/>
                    </a:lnTo>
                    <a:lnTo>
                      <a:pt x="772" y="557"/>
                    </a:lnTo>
                    <a:lnTo>
                      <a:pt x="774" y="557"/>
                    </a:lnTo>
                    <a:lnTo>
                      <a:pt x="775" y="556"/>
                    </a:lnTo>
                    <a:lnTo>
                      <a:pt x="777" y="556"/>
                    </a:lnTo>
                    <a:lnTo>
                      <a:pt x="778" y="556"/>
                    </a:lnTo>
                    <a:lnTo>
                      <a:pt x="779" y="555"/>
                    </a:lnTo>
                    <a:lnTo>
                      <a:pt x="781" y="555"/>
                    </a:lnTo>
                    <a:lnTo>
                      <a:pt x="782" y="555"/>
                    </a:lnTo>
                    <a:lnTo>
                      <a:pt x="784" y="555"/>
                    </a:lnTo>
                    <a:lnTo>
                      <a:pt x="785" y="554"/>
                    </a:lnTo>
                    <a:lnTo>
                      <a:pt x="786" y="554"/>
                    </a:lnTo>
                    <a:lnTo>
                      <a:pt x="788" y="554"/>
                    </a:lnTo>
                    <a:lnTo>
                      <a:pt x="789" y="553"/>
                    </a:lnTo>
                    <a:lnTo>
                      <a:pt x="791" y="553"/>
                    </a:lnTo>
                    <a:lnTo>
                      <a:pt x="792" y="553"/>
                    </a:lnTo>
                    <a:lnTo>
                      <a:pt x="794" y="552"/>
                    </a:lnTo>
                    <a:lnTo>
                      <a:pt x="795" y="552"/>
                    </a:lnTo>
                    <a:lnTo>
                      <a:pt x="796" y="552"/>
                    </a:lnTo>
                    <a:lnTo>
                      <a:pt x="798" y="552"/>
                    </a:lnTo>
                    <a:lnTo>
                      <a:pt x="799" y="551"/>
                    </a:lnTo>
                    <a:lnTo>
                      <a:pt x="801" y="551"/>
                    </a:lnTo>
                    <a:lnTo>
                      <a:pt x="802" y="551"/>
                    </a:lnTo>
                    <a:lnTo>
                      <a:pt x="803" y="550"/>
                    </a:lnTo>
                    <a:lnTo>
                      <a:pt x="805" y="550"/>
                    </a:lnTo>
                    <a:lnTo>
                      <a:pt x="806" y="550"/>
                    </a:lnTo>
                    <a:lnTo>
                      <a:pt x="808" y="550"/>
                    </a:lnTo>
                    <a:lnTo>
                      <a:pt x="809" y="549"/>
                    </a:lnTo>
                    <a:lnTo>
                      <a:pt x="810" y="549"/>
                    </a:lnTo>
                    <a:lnTo>
                      <a:pt x="812" y="549"/>
                    </a:lnTo>
                    <a:lnTo>
                      <a:pt x="813" y="549"/>
                    </a:lnTo>
                    <a:lnTo>
                      <a:pt x="815" y="548"/>
                    </a:lnTo>
                    <a:lnTo>
                      <a:pt x="816" y="548"/>
                    </a:lnTo>
                    <a:lnTo>
                      <a:pt x="817" y="548"/>
                    </a:lnTo>
                    <a:lnTo>
                      <a:pt x="819" y="547"/>
                    </a:lnTo>
                    <a:lnTo>
                      <a:pt x="820" y="547"/>
                    </a:lnTo>
                    <a:lnTo>
                      <a:pt x="822" y="547"/>
                    </a:lnTo>
                    <a:lnTo>
                      <a:pt x="823" y="547"/>
                    </a:lnTo>
                    <a:lnTo>
                      <a:pt x="824" y="546"/>
                    </a:lnTo>
                    <a:lnTo>
                      <a:pt x="826" y="546"/>
                    </a:lnTo>
                    <a:lnTo>
                      <a:pt x="827" y="546"/>
                    </a:lnTo>
                    <a:lnTo>
                      <a:pt x="829" y="545"/>
                    </a:lnTo>
                    <a:lnTo>
                      <a:pt x="830" y="545"/>
                    </a:lnTo>
                    <a:lnTo>
                      <a:pt x="831" y="545"/>
                    </a:lnTo>
                    <a:lnTo>
                      <a:pt x="833" y="545"/>
                    </a:lnTo>
                    <a:lnTo>
                      <a:pt x="834" y="544"/>
                    </a:lnTo>
                    <a:lnTo>
                      <a:pt x="836" y="544"/>
                    </a:lnTo>
                    <a:lnTo>
                      <a:pt x="837" y="544"/>
                    </a:lnTo>
                    <a:lnTo>
                      <a:pt x="838" y="544"/>
                    </a:lnTo>
                    <a:lnTo>
                      <a:pt x="840" y="543"/>
                    </a:lnTo>
                    <a:lnTo>
                      <a:pt x="841" y="543"/>
                    </a:lnTo>
                    <a:lnTo>
                      <a:pt x="843" y="543"/>
                    </a:lnTo>
                    <a:lnTo>
                      <a:pt x="844" y="543"/>
                    </a:lnTo>
                    <a:lnTo>
                      <a:pt x="845" y="542"/>
                    </a:lnTo>
                    <a:lnTo>
                      <a:pt x="847" y="542"/>
                    </a:lnTo>
                    <a:lnTo>
                      <a:pt x="848" y="542"/>
                    </a:lnTo>
                    <a:lnTo>
                      <a:pt x="850" y="542"/>
                    </a:lnTo>
                    <a:lnTo>
                      <a:pt x="851" y="541"/>
                    </a:lnTo>
                    <a:lnTo>
                      <a:pt x="852" y="541"/>
                    </a:lnTo>
                    <a:lnTo>
                      <a:pt x="854" y="541"/>
                    </a:lnTo>
                    <a:lnTo>
                      <a:pt x="855" y="541"/>
                    </a:lnTo>
                    <a:lnTo>
                      <a:pt x="857" y="540"/>
                    </a:lnTo>
                    <a:lnTo>
                      <a:pt x="858" y="540"/>
                    </a:lnTo>
                    <a:lnTo>
                      <a:pt x="860" y="540"/>
                    </a:lnTo>
                    <a:lnTo>
                      <a:pt x="861" y="540"/>
                    </a:lnTo>
                    <a:lnTo>
                      <a:pt x="862" y="539"/>
                    </a:lnTo>
                    <a:lnTo>
                      <a:pt x="864" y="539"/>
                    </a:lnTo>
                    <a:lnTo>
                      <a:pt x="865" y="539"/>
                    </a:lnTo>
                    <a:lnTo>
                      <a:pt x="867" y="539"/>
                    </a:lnTo>
                    <a:lnTo>
                      <a:pt x="868" y="538"/>
                    </a:lnTo>
                    <a:lnTo>
                      <a:pt x="869" y="538"/>
                    </a:lnTo>
                    <a:lnTo>
                      <a:pt x="871" y="538"/>
                    </a:lnTo>
                    <a:lnTo>
                      <a:pt x="872" y="538"/>
                    </a:lnTo>
                    <a:lnTo>
                      <a:pt x="874" y="537"/>
                    </a:lnTo>
                    <a:lnTo>
                      <a:pt x="875" y="537"/>
                    </a:lnTo>
                    <a:lnTo>
                      <a:pt x="876" y="537"/>
                    </a:lnTo>
                    <a:lnTo>
                      <a:pt x="878" y="537"/>
                    </a:lnTo>
                    <a:lnTo>
                      <a:pt x="879" y="536"/>
                    </a:lnTo>
                    <a:lnTo>
                      <a:pt x="881" y="536"/>
                    </a:lnTo>
                    <a:lnTo>
                      <a:pt x="882" y="536"/>
                    </a:lnTo>
                    <a:lnTo>
                      <a:pt x="883" y="536"/>
                    </a:lnTo>
                    <a:lnTo>
                      <a:pt x="885" y="535"/>
                    </a:lnTo>
                    <a:lnTo>
                      <a:pt x="886" y="535"/>
                    </a:lnTo>
                    <a:lnTo>
                      <a:pt x="888" y="535"/>
                    </a:lnTo>
                    <a:lnTo>
                      <a:pt x="889" y="535"/>
                    </a:lnTo>
                    <a:lnTo>
                      <a:pt x="890" y="534"/>
                    </a:lnTo>
                    <a:lnTo>
                      <a:pt x="892" y="534"/>
                    </a:lnTo>
                    <a:lnTo>
                      <a:pt x="893" y="534"/>
                    </a:lnTo>
                    <a:lnTo>
                      <a:pt x="895" y="534"/>
                    </a:lnTo>
                    <a:lnTo>
                      <a:pt x="896" y="533"/>
                    </a:lnTo>
                    <a:lnTo>
                      <a:pt x="897" y="533"/>
                    </a:lnTo>
                    <a:lnTo>
                      <a:pt x="899" y="533"/>
                    </a:lnTo>
                    <a:lnTo>
                      <a:pt x="900" y="533"/>
                    </a:lnTo>
                    <a:lnTo>
                      <a:pt x="902" y="532"/>
                    </a:lnTo>
                    <a:lnTo>
                      <a:pt x="903" y="532"/>
                    </a:lnTo>
                    <a:lnTo>
                      <a:pt x="904" y="532"/>
                    </a:lnTo>
                    <a:lnTo>
                      <a:pt x="906" y="532"/>
                    </a:lnTo>
                    <a:lnTo>
                      <a:pt x="907" y="531"/>
                    </a:lnTo>
                    <a:lnTo>
                      <a:pt x="909" y="531"/>
                    </a:lnTo>
                    <a:lnTo>
                      <a:pt x="910" y="531"/>
                    </a:lnTo>
                    <a:lnTo>
                      <a:pt x="911" y="531"/>
                    </a:lnTo>
                    <a:lnTo>
                      <a:pt x="913" y="530"/>
                    </a:lnTo>
                    <a:lnTo>
                      <a:pt x="914" y="530"/>
                    </a:lnTo>
                    <a:lnTo>
                      <a:pt x="916" y="530"/>
                    </a:lnTo>
                    <a:lnTo>
                      <a:pt x="917" y="530"/>
                    </a:lnTo>
                    <a:lnTo>
                      <a:pt x="919" y="530"/>
                    </a:lnTo>
                    <a:lnTo>
                      <a:pt x="920" y="529"/>
                    </a:lnTo>
                    <a:lnTo>
                      <a:pt x="921" y="529"/>
                    </a:lnTo>
                    <a:lnTo>
                      <a:pt x="923" y="529"/>
                    </a:lnTo>
                    <a:lnTo>
                      <a:pt x="924" y="529"/>
                    </a:lnTo>
                    <a:lnTo>
                      <a:pt x="926" y="528"/>
                    </a:lnTo>
                    <a:lnTo>
                      <a:pt x="927" y="528"/>
                    </a:lnTo>
                    <a:lnTo>
                      <a:pt x="928" y="528"/>
                    </a:lnTo>
                    <a:lnTo>
                      <a:pt x="930" y="528"/>
                    </a:lnTo>
                    <a:lnTo>
                      <a:pt x="931" y="527"/>
                    </a:lnTo>
                    <a:lnTo>
                      <a:pt x="933" y="527"/>
                    </a:lnTo>
                    <a:lnTo>
                      <a:pt x="934" y="527"/>
                    </a:lnTo>
                    <a:lnTo>
                      <a:pt x="935" y="527"/>
                    </a:lnTo>
                    <a:lnTo>
                      <a:pt x="937" y="526"/>
                    </a:lnTo>
                    <a:lnTo>
                      <a:pt x="938" y="526"/>
                    </a:lnTo>
                    <a:lnTo>
                      <a:pt x="940" y="526"/>
                    </a:lnTo>
                    <a:lnTo>
                      <a:pt x="941" y="526"/>
                    </a:lnTo>
                    <a:lnTo>
                      <a:pt x="942" y="526"/>
                    </a:lnTo>
                    <a:lnTo>
                      <a:pt x="944" y="525"/>
                    </a:lnTo>
                    <a:lnTo>
                      <a:pt x="945" y="525"/>
                    </a:lnTo>
                    <a:lnTo>
                      <a:pt x="947" y="525"/>
                    </a:lnTo>
                    <a:lnTo>
                      <a:pt x="948" y="525"/>
                    </a:lnTo>
                    <a:lnTo>
                      <a:pt x="949" y="524"/>
                    </a:lnTo>
                    <a:lnTo>
                      <a:pt x="951" y="524"/>
                    </a:lnTo>
                    <a:lnTo>
                      <a:pt x="952" y="524"/>
                    </a:lnTo>
                    <a:lnTo>
                      <a:pt x="954" y="524"/>
                    </a:lnTo>
                    <a:lnTo>
                      <a:pt x="955" y="524"/>
                    </a:lnTo>
                    <a:lnTo>
                      <a:pt x="956" y="523"/>
                    </a:lnTo>
                    <a:lnTo>
                      <a:pt x="958" y="523"/>
                    </a:lnTo>
                    <a:lnTo>
                      <a:pt x="959" y="523"/>
                    </a:lnTo>
                    <a:lnTo>
                      <a:pt x="961" y="523"/>
                    </a:lnTo>
                    <a:lnTo>
                      <a:pt x="962" y="522"/>
                    </a:lnTo>
                    <a:lnTo>
                      <a:pt x="963" y="522"/>
                    </a:lnTo>
                    <a:lnTo>
                      <a:pt x="965" y="522"/>
                    </a:lnTo>
                    <a:lnTo>
                      <a:pt x="966" y="522"/>
                    </a:lnTo>
                    <a:lnTo>
                      <a:pt x="968" y="522"/>
                    </a:lnTo>
                    <a:lnTo>
                      <a:pt x="969" y="521"/>
                    </a:lnTo>
                    <a:lnTo>
                      <a:pt x="970" y="521"/>
                    </a:lnTo>
                    <a:lnTo>
                      <a:pt x="972" y="521"/>
                    </a:lnTo>
                    <a:lnTo>
                      <a:pt x="973" y="521"/>
                    </a:lnTo>
                    <a:lnTo>
                      <a:pt x="975" y="520"/>
                    </a:lnTo>
                    <a:lnTo>
                      <a:pt x="976" y="520"/>
                    </a:lnTo>
                    <a:lnTo>
                      <a:pt x="977" y="520"/>
                    </a:lnTo>
                    <a:lnTo>
                      <a:pt x="979" y="520"/>
                    </a:lnTo>
                    <a:lnTo>
                      <a:pt x="980" y="520"/>
                    </a:lnTo>
                    <a:lnTo>
                      <a:pt x="982" y="519"/>
                    </a:lnTo>
                    <a:lnTo>
                      <a:pt x="983" y="519"/>
                    </a:lnTo>
                    <a:lnTo>
                      <a:pt x="985" y="519"/>
                    </a:lnTo>
                    <a:lnTo>
                      <a:pt x="986" y="519"/>
                    </a:lnTo>
                    <a:lnTo>
                      <a:pt x="987" y="519"/>
                    </a:lnTo>
                    <a:lnTo>
                      <a:pt x="989" y="518"/>
                    </a:lnTo>
                    <a:lnTo>
                      <a:pt x="990" y="518"/>
                    </a:lnTo>
                    <a:lnTo>
                      <a:pt x="992" y="518"/>
                    </a:lnTo>
                    <a:lnTo>
                      <a:pt x="993" y="518"/>
                    </a:lnTo>
                    <a:lnTo>
                      <a:pt x="994" y="517"/>
                    </a:lnTo>
                    <a:lnTo>
                      <a:pt x="996" y="517"/>
                    </a:lnTo>
                    <a:lnTo>
                      <a:pt x="997" y="517"/>
                    </a:lnTo>
                    <a:lnTo>
                      <a:pt x="999" y="517"/>
                    </a:lnTo>
                    <a:lnTo>
                      <a:pt x="1000" y="517"/>
                    </a:lnTo>
                    <a:lnTo>
                      <a:pt x="1001" y="516"/>
                    </a:lnTo>
                    <a:lnTo>
                      <a:pt x="1003" y="516"/>
                    </a:lnTo>
                    <a:lnTo>
                      <a:pt x="1004" y="516"/>
                    </a:lnTo>
                    <a:lnTo>
                      <a:pt x="1006" y="516"/>
                    </a:lnTo>
                    <a:lnTo>
                      <a:pt x="1007" y="516"/>
                    </a:lnTo>
                    <a:lnTo>
                      <a:pt x="1008" y="515"/>
                    </a:lnTo>
                    <a:lnTo>
                      <a:pt x="1010" y="515"/>
                    </a:lnTo>
                    <a:lnTo>
                      <a:pt x="1011" y="515"/>
                    </a:lnTo>
                    <a:lnTo>
                      <a:pt x="1013" y="515"/>
                    </a:lnTo>
                    <a:lnTo>
                      <a:pt x="1014" y="514"/>
                    </a:lnTo>
                    <a:lnTo>
                      <a:pt x="1015" y="514"/>
                    </a:lnTo>
                    <a:lnTo>
                      <a:pt x="1017" y="514"/>
                    </a:lnTo>
                    <a:lnTo>
                      <a:pt x="1018" y="514"/>
                    </a:lnTo>
                    <a:lnTo>
                      <a:pt x="1020" y="514"/>
                    </a:lnTo>
                    <a:lnTo>
                      <a:pt x="1021" y="514"/>
                    </a:lnTo>
                    <a:lnTo>
                      <a:pt x="1022" y="513"/>
                    </a:lnTo>
                    <a:lnTo>
                      <a:pt x="1024" y="513"/>
                    </a:lnTo>
                    <a:lnTo>
                      <a:pt x="1025" y="513"/>
                    </a:lnTo>
                    <a:lnTo>
                      <a:pt x="1027" y="513"/>
                    </a:lnTo>
                    <a:lnTo>
                      <a:pt x="1028" y="512"/>
                    </a:lnTo>
                    <a:lnTo>
                      <a:pt x="1029" y="512"/>
                    </a:lnTo>
                    <a:lnTo>
                      <a:pt x="1031" y="512"/>
                    </a:lnTo>
                    <a:lnTo>
                      <a:pt x="1032" y="512"/>
                    </a:lnTo>
                    <a:lnTo>
                      <a:pt x="1034" y="512"/>
                    </a:lnTo>
                    <a:lnTo>
                      <a:pt x="1035" y="511"/>
                    </a:lnTo>
                    <a:lnTo>
                      <a:pt x="1036" y="511"/>
                    </a:lnTo>
                    <a:lnTo>
                      <a:pt x="1038" y="511"/>
                    </a:lnTo>
                    <a:lnTo>
                      <a:pt x="1039" y="511"/>
                    </a:lnTo>
                    <a:lnTo>
                      <a:pt x="1041" y="511"/>
                    </a:lnTo>
                    <a:lnTo>
                      <a:pt x="1042" y="510"/>
                    </a:lnTo>
                    <a:lnTo>
                      <a:pt x="1043" y="510"/>
                    </a:lnTo>
                    <a:lnTo>
                      <a:pt x="1045" y="510"/>
                    </a:lnTo>
                    <a:lnTo>
                      <a:pt x="1046" y="510"/>
                    </a:lnTo>
                    <a:lnTo>
                      <a:pt x="1048" y="510"/>
                    </a:lnTo>
                    <a:lnTo>
                      <a:pt x="1049" y="509"/>
                    </a:lnTo>
                    <a:lnTo>
                      <a:pt x="1051" y="509"/>
                    </a:lnTo>
                    <a:lnTo>
                      <a:pt x="1052" y="509"/>
                    </a:lnTo>
                    <a:lnTo>
                      <a:pt x="1053" y="509"/>
                    </a:lnTo>
                    <a:lnTo>
                      <a:pt x="1055" y="509"/>
                    </a:lnTo>
                    <a:lnTo>
                      <a:pt x="1056" y="508"/>
                    </a:lnTo>
                    <a:lnTo>
                      <a:pt x="1058" y="508"/>
                    </a:lnTo>
                    <a:lnTo>
                      <a:pt x="1059" y="508"/>
                    </a:lnTo>
                    <a:lnTo>
                      <a:pt x="1060" y="508"/>
                    </a:lnTo>
                    <a:lnTo>
                      <a:pt x="1062" y="508"/>
                    </a:lnTo>
                    <a:lnTo>
                      <a:pt x="1063" y="507"/>
                    </a:lnTo>
                    <a:lnTo>
                      <a:pt x="1065" y="507"/>
                    </a:lnTo>
                    <a:lnTo>
                      <a:pt x="1066" y="507"/>
                    </a:lnTo>
                    <a:lnTo>
                      <a:pt x="1067" y="507"/>
                    </a:lnTo>
                    <a:lnTo>
                      <a:pt x="1069" y="506"/>
                    </a:lnTo>
                    <a:lnTo>
                      <a:pt x="1070" y="506"/>
                    </a:lnTo>
                    <a:lnTo>
                      <a:pt x="1072" y="506"/>
                    </a:lnTo>
                    <a:lnTo>
                      <a:pt x="1073" y="506"/>
                    </a:lnTo>
                    <a:lnTo>
                      <a:pt x="1074" y="506"/>
                    </a:lnTo>
                    <a:lnTo>
                      <a:pt x="1076" y="506"/>
                    </a:lnTo>
                    <a:lnTo>
                      <a:pt x="1077" y="505"/>
                    </a:lnTo>
                    <a:lnTo>
                      <a:pt x="1079" y="505"/>
                    </a:lnTo>
                    <a:lnTo>
                      <a:pt x="1080" y="505"/>
                    </a:lnTo>
                    <a:lnTo>
                      <a:pt x="1081" y="505"/>
                    </a:lnTo>
                    <a:lnTo>
                      <a:pt x="1083" y="505"/>
                    </a:lnTo>
                    <a:lnTo>
                      <a:pt x="1084" y="504"/>
                    </a:lnTo>
                    <a:lnTo>
                      <a:pt x="1086" y="504"/>
                    </a:lnTo>
                    <a:lnTo>
                      <a:pt x="1087" y="504"/>
                    </a:lnTo>
                    <a:lnTo>
                      <a:pt x="1088" y="504"/>
                    </a:lnTo>
                    <a:lnTo>
                      <a:pt x="1090" y="504"/>
                    </a:lnTo>
                    <a:lnTo>
                      <a:pt x="1091" y="503"/>
                    </a:lnTo>
                    <a:lnTo>
                      <a:pt x="1093" y="503"/>
                    </a:lnTo>
                    <a:lnTo>
                      <a:pt x="1094" y="503"/>
                    </a:lnTo>
                    <a:lnTo>
                      <a:pt x="1095" y="503"/>
                    </a:lnTo>
                    <a:lnTo>
                      <a:pt x="1097" y="503"/>
                    </a:lnTo>
                    <a:lnTo>
                      <a:pt x="1098" y="502"/>
                    </a:lnTo>
                    <a:lnTo>
                      <a:pt x="1100" y="502"/>
                    </a:lnTo>
                    <a:lnTo>
                      <a:pt x="1101" y="502"/>
                    </a:lnTo>
                    <a:lnTo>
                      <a:pt x="1102" y="502"/>
                    </a:lnTo>
                    <a:lnTo>
                      <a:pt x="1104" y="502"/>
                    </a:lnTo>
                    <a:lnTo>
                      <a:pt x="1105" y="501"/>
                    </a:lnTo>
                    <a:lnTo>
                      <a:pt x="1107" y="501"/>
                    </a:lnTo>
                    <a:lnTo>
                      <a:pt x="1108" y="501"/>
                    </a:lnTo>
                    <a:lnTo>
                      <a:pt x="1110" y="501"/>
                    </a:lnTo>
                    <a:lnTo>
                      <a:pt x="1111" y="501"/>
                    </a:lnTo>
                    <a:lnTo>
                      <a:pt x="1112" y="500"/>
                    </a:lnTo>
                    <a:lnTo>
                      <a:pt x="1114" y="500"/>
                    </a:lnTo>
                    <a:lnTo>
                      <a:pt x="1115" y="500"/>
                    </a:lnTo>
                    <a:lnTo>
                      <a:pt x="1117" y="500"/>
                    </a:lnTo>
                    <a:lnTo>
                      <a:pt x="1118" y="500"/>
                    </a:lnTo>
                    <a:lnTo>
                      <a:pt x="1119" y="499"/>
                    </a:lnTo>
                    <a:lnTo>
                      <a:pt x="1121" y="499"/>
                    </a:lnTo>
                    <a:lnTo>
                      <a:pt x="1122" y="499"/>
                    </a:lnTo>
                    <a:lnTo>
                      <a:pt x="1124" y="499"/>
                    </a:lnTo>
                    <a:lnTo>
                      <a:pt x="1125" y="499"/>
                    </a:lnTo>
                    <a:lnTo>
                      <a:pt x="1126" y="499"/>
                    </a:lnTo>
                    <a:lnTo>
                      <a:pt x="1128" y="498"/>
                    </a:lnTo>
                    <a:lnTo>
                      <a:pt x="1129" y="498"/>
                    </a:lnTo>
                    <a:lnTo>
                      <a:pt x="1131" y="498"/>
                    </a:lnTo>
                    <a:lnTo>
                      <a:pt x="1132" y="498"/>
                    </a:lnTo>
                    <a:lnTo>
                      <a:pt x="1133" y="498"/>
                    </a:lnTo>
                    <a:lnTo>
                      <a:pt x="1135" y="497"/>
                    </a:lnTo>
                    <a:lnTo>
                      <a:pt x="1136" y="497"/>
                    </a:lnTo>
                    <a:lnTo>
                      <a:pt x="1138" y="497"/>
                    </a:lnTo>
                    <a:lnTo>
                      <a:pt x="1139" y="497"/>
                    </a:lnTo>
                    <a:lnTo>
                      <a:pt x="1140" y="497"/>
                    </a:lnTo>
                    <a:lnTo>
                      <a:pt x="1142" y="496"/>
                    </a:lnTo>
                    <a:lnTo>
                      <a:pt x="1143" y="496"/>
                    </a:lnTo>
                    <a:lnTo>
                      <a:pt x="1145" y="496"/>
                    </a:lnTo>
                    <a:lnTo>
                      <a:pt x="1146" y="496"/>
                    </a:lnTo>
                    <a:lnTo>
                      <a:pt x="1147" y="496"/>
                    </a:lnTo>
                    <a:lnTo>
                      <a:pt x="1149" y="495"/>
                    </a:lnTo>
                    <a:lnTo>
                      <a:pt x="1150" y="495"/>
                    </a:lnTo>
                    <a:lnTo>
                      <a:pt x="1152" y="495"/>
                    </a:lnTo>
                    <a:lnTo>
                      <a:pt x="1153" y="495"/>
                    </a:lnTo>
                    <a:lnTo>
                      <a:pt x="1154" y="495"/>
                    </a:lnTo>
                    <a:lnTo>
                      <a:pt x="1156" y="495"/>
                    </a:lnTo>
                    <a:lnTo>
                      <a:pt x="1157" y="494"/>
                    </a:lnTo>
                    <a:lnTo>
                      <a:pt x="1159" y="494"/>
                    </a:lnTo>
                    <a:lnTo>
                      <a:pt x="1160" y="494"/>
                    </a:lnTo>
                    <a:lnTo>
                      <a:pt x="1161" y="494"/>
                    </a:lnTo>
                    <a:lnTo>
                      <a:pt x="1163" y="494"/>
                    </a:lnTo>
                    <a:lnTo>
                      <a:pt x="1164" y="493"/>
                    </a:lnTo>
                    <a:lnTo>
                      <a:pt x="1166" y="493"/>
                    </a:lnTo>
                    <a:lnTo>
                      <a:pt x="1167" y="493"/>
                    </a:lnTo>
                    <a:lnTo>
                      <a:pt x="1168" y="493"/>
                    </a:lnTo>
                    <a:lnTo>
                      <a:pt x="1170" y="493"/>
                    </a:lnTo>
                    <a:lnTo>
                      <a:pt x="1171" y="493"/>
                    </a:lnTo>
                    <a:lnTo>
                      <a:pt x="1173" y="492"/>
                    </a:lnTo>
                    <a:lnTo>
                      <a:pt x="1174" y="492"/>
                    </a:lnTo>
                    <a:lnTo>
                      <a:pt x="1176" y="492"/>
                    </a:lnTo>
                    <a:lnTo>
                      <a:pt x="1177" y="492"/>
                    </a:lnTo>
                    <a:lnTo>
                      <a:pt x="1178" y="492"/>
                    </a:lnTo>
                    <a:lnTo>
                      <a:pt x="1180" y="491"/>
                    </a:lnTo>
                    <a:lnTo>
                      <a:pt x="1181" y="491"/>
                    </a:lnTo>
                    <a:lnTo>
                      <a:pt x="1183" y="491"/>
                    </a:lnTo>
                    <a:lnTo>
                      <a:pt x="1184" y="491"/>
                    </a:lnTo>
                    <a:lnTo>
                      <a:pt x="1185" y="491"/>
                    </a:lnTo>
                    <a:lnTo>
                      <a:pt x="1187" y="491"/>
                    </a:lnTo>
                    <a:lnTo>
                      <a:pt x="1188" y="490"/>
                    </a:lnTo>
                    <a:lnTo>
                      <a:pt x="1190" y="490"/>
                    </a:lnTo>
                    <a:lnTo>
                      <a:pt x="1191" y="490"/>
                    </a:lnTo>
                    <a:lnTo>
                      <a:pt x="1192" y="490"/>
                    </a:lnTo>
                    <a:lnTo>
                      <a:pt x="1194" y="490"/>
                    </a:lnTo>
                    <a:lnTo>
                      <a:pt x="1195" y="489"/>
                    </a:lnTo>
                    <a:lnTo>
                      <a:pt x="1197" y="489"/>
                    </a:lnTo>
                    <a:lnTo>
                      <a:pt x="1198" y="489"/>
                    </a:lnTo>
                    <a:lnTo>
                      <a:pt x="1199" y="489"/>
                    </a:lnTo>
                    <a:lnTo>
                      <a:pt x="1201" y="489"/>
                    </a:lnTo>
                    <a:lnTo>
                      <a:pt x="1202" y="489"/>
                    </a:lnTo>
                    <a:lnTo>
                      <a:pt x="1204" y="488"/>
                    </a:lnTo>
                    <a:lnTo>
                      <a:pt x="1205" y="488"/>
                    </a:lnTo>
                    <a:lnTo>
                      <a:pt x="1206" y="488"/>
                    </a:lnTo>
                    <a:lnTo>
                      <a:pt x="1208" y="488"/>
                    </a:lnTo>
                    <a:lnTo>
                      <a:pt x="1209" y="488"/>
                    </a:lnTo>
                    <a:lnTo>
                      <a:pt x="1211" y="487"/>
                    </a:lnTo>
                    <a:lnTo>
                      <a:pt x="1212" y="487"/>
                    </a:lnTo>
                    <a:lnTo>
                      <a:pt x="1213" y="487"/>
                    </a:lnTo>
                    <a:lnTo>
                      <a:pt x="1215" y="487"/>
                    </a:lnTo>
                    <a:lnTo>
                      <a:pt x="1216" y="487"/>
                    </a:lnTo>
                    <a:lnTo>
                      <a:pt x="1218" y="487"/>
                    </a:lnTo>
                    <a:lnTo>
                      <a:pt x="1219" y="486"/>
                    </a:lnTo>
                    <a:lnTo>
                      <a:pt x="1220" y="486"/>
                    </a:lnTo>
                    <a:lnTo>
                      <a:pt x="1222" y="486"/>
                    </a:lnTo>
                    <a:lnTo>
                      <a:pt x="1223" y="486"/>
                    </a:lnTo>
                    <a:lnTo>
                      <a:pt x="1225" y="486"/>
                    </a:lnTo>
                    <a:lnTo>
                      <a:pt x="1226" y="485"/>
                    </a:lnTo>
                    <a:lnTo>
                      <a:pt x="1227" y="485"/>
                    </a:lnTo>
                    <a:lnTo>
                      <a:pt x="1229" y="485"/>
                    </a:lnTo>
                    <a:lnTo>
                      <a:pt x="1230" y="485"/>
                    </a:lnTo>
                    <a:lnTo>
                      <a:pt x="1232" y="485"/>
                    </a:lnTo>
                    <a:lnTo>
                      <a:pt x="1233" y="485"/>
                    </a:lnTo>
                    <a:lnTo>
                      <a:pt x="1235" y="484"/>
                    </a:lnTo>
                    <a:lnTo>
                      <a:pt x="1236" y="484"/>
                    </a:lnTo>
                    <a:lnTo>
                      <a:pt x="1237" y="484"/>
                    </a:lnTo>
                    <a:lnTo>
                      <a:pt x="1239" y="484"/>
                    </a:lnTo>
                    <a:lnTo>
                      <a:pt x="1240" y="484"/>
                    </a:lnTo>
                    <a:lnTo>
                      <a:pt x="1242" y="484"/>
                    </a:lnTo>
                    <a:lnTo>
                      <a:pt x="1243" y="483"/>
                    </a:lnTo>
                    <a:lnTo>
                      <a:pt x="1244" y="483"/>
                    </a:lnTo>
                    <a:lnTo>
                      <a:pt x="1246" y="483"/>
                    </a:lnTo>
                    <a:lnTo>
                      <a:pt x="1247" y="483"/>
                    </a:lnTo>
                    <a:lnTo>
                      <a:pt x="1249" y="483"/>
                    </a:lnTo>
                    <a:lnTo>
                      <a:pt x="1250" y="482"/>
                    </a:lnTo>
                    <a:lnTo>
                      <a:pt x="1251" y="482"/>
                    </a:lnTo>
                    <a:lnTo>
                      <a:pt x="1253" y="482"/>
                    </a:lnTo>
                    <a:lnTo>
                      <a:pt x="1254" y="482"/>
                    </a:lnTo>
                    <a:lnTo>
                      <a:pt x="1256" y="482"/>
                    </a:lnTo>
                    <a:lnTo>
                      <a:pt x="1257" y="482"/>
                    </a:lnTo>
                    <a:lnTo>
                      <a:pt x="1258" y="481"/>
                    </a:lnTo>
                    <a:lnTo>
                      <a:pt x="1260" y="481"/>
                    </a:lnTo>
                    <a:lnTo>
                      <a:pt x="1261" y="481"/>
                    </a:lnTo>
                    <a:lnTo>
                      <a:pt x="1263" y="481"/>
                    </a:lnTo>
                    <a:lnTo>
                      <a:pt x="1264" y="481"/>
                    </a:lnTo>
                    <a:lnTo>
                      <a:pt x="1265" y="481"/>
                    </a:lnTo>
                    <a:lnTo>
                      <a:pt x="1267" y="480"/>
                    </a:lnTo>
                    <a:lnTo>
                      <a:pt x="1268" y="480"/>
                    </a:lnTo>
                    <a:lnTo>
                      <a:pt x="1270" y="480"/>
                    </a:lnTo>
                    <a:lnTo>
                      <a:pt x="1271" y="480"/>
                    </a:lnTo>
                    <a:lnTo>
                      <a:pt x="1272" y="480"/>
                    </a:lnTo>
                    <a:lnTo>
                      <a:pt x="1274" y="479"/>
                    </a:lnTo>
                    <a:lnTo>
                      <a:pt x="1275" y="479"/>
                    </a:lnTo>
                    <a:lnTo>
                      <a:pt x="1277" y="479"/>
                    </a:lnTo>
                    <a:lnTo>
                      <a:pt x="1278" y="479"/>
                    </a:lnTo>
                    <a:lnTo>
                      <a:pt x="1279" y="479"/>
                    </a:lnTo>
                    <a:lnTo>
                      <a:pt x="1281" y="479"/>
                    </a:lnTo>
                    <a:lnTo>
                      <a:pt x="1282" y="478"/>
                    </a:lnTo>
                    <a:lnTo>
                      <a:pt x="1284" y="478"/>
                    </a:lnTo>
                    <a:lnTo>
                      <a:pt x="1285" y="478"/>
                    </a:lnTo>
                    <a:lnTo>
                      <a:pt x="1286" y="478"/>
                    </a:lnTo>
                    <a:lnTo>
                      <a:pt x="1288" y="478"/>
                    </a:lnTo>
                    <a:lnTo>
                      <a:pt x="1289" y="478"/>
                    </a:lnTo>
                    <a:lnTo>
                      <a:pt x="1291" y="477"/>
                    </a:lnTo>
                    <a:lnTo>
                      <a:pt x="1292" y="477"/>
                    </a:lnTo>
                    <a:lnTo>
                      <a:pt x="1293" y="477"/>
                    </a:lnTo>
                    <a:lnTo>
                      <a:pt x="1295" y="477"/>
                    </a:lnTo>
                    <a:lnTo>
                      <a:pt x="1296" y="477"/>
                    </a:lnTo>
                    <a:lnTo>
                      <a:pt x="1298" y="477"/>
                    </a:lnTo>
                    <a:lnTo>
                      <a:pt x="1299" y="476"/>
                    </a:lnTo>
                    <a:lnTo>
                      <a:pt x="1301" y="476"/>
                    </a:lnTo>
                    <a:lnTo>
                      <a:pt x="1302" y="476"/>
                    </a:lnTo>
                    <a:lnTo>
                      <a:pt x="1303" y="476"/>
                    </a:lnTo>
                    <a:lnTo>
                      <a:pt x="1305" y="476"/>
                    </a:lnTo>
                    <a:lnTo>
                      <a:pt x="1306" y="476"/>
                    </a:lnTo>
                    <a:lnTo>
                      <a:pt x="1308" y="475"/>
                    </a:lnTo>
                    <a:lnTo>
                      <a:pt x="1309" y="475"/>
                    </a:lnTo>
                    <a:lnTo>
                      <a:pt x="1310" y="475"/>
                    </a:lnTo>
                    <a:lnTo>
                      <a:pt x="1312" y="475"/>
                    </a:lnTo>
                    <a:lnTo>
                      <a:pt x="1313" y="475"/>
                    </a:lnTo>
                    <a:lnTo>
                      <a:pt x="1315" y="475"/>
                    </a:lnTo>
                    <a:lnTo>
                      <a:pt x="1316" y="474"/>
                    </a:lnTo>
                    <a:lnTo>
                      <a:pt x="1317" y="474"/>
                    </a:lnTo>
                    <a:lnTo>
                      <a:pt x="1319" y="474"/>
                    </a:lnTo>
                    <a:lnTo>
                      <a:pt x="1320" y="474"/>
                    </a:lnTo>
                    <a:lnTo>
                      <a:pt x="1322" y="474"/>
                    </a:lnTo>
                    <a:lnTo>
                      <a:pt x="1323" y="474"/>
                    </a:lnTo>
                    <a:lnTo>
                      <a:pt x="1324" y="473"/>
                    </a:lnTo>
                    <a:lnTo>
                      <a:pt x="1326" y="473"/>
                    </a:lnTo>
                    <a:lnTo>
                      <a:pt x="1327" y="473"/>
                    </a:lnTo>
                    <a:lnTo>
                      <a:pt x="1329" y="473"/>
                    </a:lnTo>
                    <a:lnTo>
                      <a:pt x="1330" y="473"/>
                    </a:lnTo>
                    <a:lnTo>
                      <a:pt x="1331" y="473"/>
                    </a:lnTo>
                    <a:lnTo>
                      <a:pt x="1333" y="472"/>
                    </a:lnTo>
                    <a:lnTo>
                      <a:pt x="1334" y="472"/>
                    </a:lnTo>
                    <a:lnTo>
                      <a:pt x="1336" y="472"/>
                    </a:lnTo>
                    <a:lnTo>
                      <a:pt x="1337" y="472"/>
                    </a:lnTo>
                    <a:lnTo>
                      <a:pt x="1338" y="472"/>
                    </a:lnTo>
                    <a:lnTo>
                      <a:pt x="1340" y="472"/>
                    </a:lnTo>
                    <a:lnTo>
                      <a:pt x="1341" y="471"/>
                    </a:lnTo>
                    <a:lnTo>
                      <a:pt x="1343" y="471"/>
                    </a:lnTo>
                    <a:lnTo>
                      <a:pt x="1344" y="471"/>
                    </a:lnTo>
                    <a:lnTo>
                      <a:pt x="1345" y="471"/>
                    </a:lnTo>
                    <a:lnTo>
                      <a:pt x="1347" y="471"/>
                    </a:lnTo>
                    <a:lnTo>
                      <a:pt x="1348" y="471"/>
                    </a:lnTo>
                    <a:lnTo>
                      <a:pt x="1350" y="470"/>
                    </a:lnTo>
                    <a:lnTo>
                      <a:pt x="1351" y="470"/>
                    </a:lnTo>
                    <a:lnTo>
                      <a:pt x="1352" y="470"/>
                    </a:lnTo>
                    <a:lnTo>
                      <a:pt x="1354" y="470"/>
                    </a:lnTo>
                    <a:lnTo>
                      <a:pt x="1355" y="470"/>
                    </a:lnTo>
                    <a:lnTo>
                      <a:pt x="1357" y="470"/>
                    </a:lnTo>
                    <a:lnTo>
                      <a:pt x="1358" y="469"/>
                    </a:lnTo>
                    <a:lnTo>
                      <a:pt x="1359" y="469"/>
                    </a:lnTo>
                    <a:lnTo>
                      <a:pt x="1361" y="469"/>
                    </a:lnTo>
                    <a:lnTo>
                      <a:pt x="1362" y="469"/>
                    </a:lnTo>
                    <a:lnTo>
                      <a:pt x="1364" y="469"/>
                    </a:lnTo>
                    <a:lnTo>
                      <a:pt x="1365" y="469"/>
                    </a:lnTo>
                    <a:lnTo>
                      <a:pt x="1367" y="468"/>
                    </a:lnTo>
                    <a:lnTo>
                      <a:pt x="1368" y="468"/>
                    </a:lnTo>
                    <a:lnTo>
                      <a:pt x="1369" y="468"/>
                    </a:lnTo>
                    <a:lnTo>
                      <a:pt x="1371" y="468"/>
                    </a:lnTo>
                    <a:lnTo>
                      <a:pt x="1372" y="468"/>
                    </a:lnTo>
                    <a:lnTo>
                      <a:pt x="1374" y="468"/>
                    </a:lnTo>
                    <a:lnTo>
                      <a:pt x="1375" y="467"/>
                    </a:lnTo>
                    <a:lnTo>
                      <a:pt x="1376" y="467"/>
                    </a:lnTo>
                    <a:lnTo>
                      <a:pt x="1378" y="467"/>
                    </a:lnTo>
                    <a:lnTo>
                      <a:pt x="1379" y="467"/>
                    </a:lnTo>
                    <a:lnTo>
                      <a:pt x="1381" y="467"/>
                    </a:lnTo>
                    <a:lnTo>
                      <a:pt x="1382" y="467"/>
                    </a:lnTo>
                    <a:lnTo>
                      <a:pt x="1383" y="466"/>
                    </a:lnTo>
                    <a:lnTo>
                      <a:pt x="1385" y="466"/>
                    </a:lnTo>
                    <a:lnTo>
                      <a:pt x="1386" y="466"/>
                    </a:lnTo>
                    <a:lnTo>
                      <a:pt x="1388" y="466"/>
                    </a:lnTo>
                    <a:lnTo>
                      <a:pt x="1389" y="466"/>
                    </a:lnTo>
                    <a:lnTo>
                      <a:pt x="1390" y="466"/>
                    </a:lnTo>
                    <a:lnTo>
                      <a:pt x="1392" y="465"/>
                    </a:lnTo>
                    <a:lnTo>
                      <a:pt x="1393" y="465"/>
                    </a:lnTo>
                    <a:lnTo>
                      <a:pt x="1395" y="465"/>
                    </a:lnTo>
                    <a:lnTo>
                      <a:pt x="1396" y="465"/>
                    </a:lnTo>
                    <a:lnTo>
                      <a:pt x="1397" y="465"/>
                    </a:lnTo>
                    <a:lnTo>
                      <a:pt x="1399" y="465"/>
                    </a:lnTo>
                    <a:lnTo>
                      <a:pt x="1400" y="464"/>
                    </a:lnTo>
                    <a:lnTo>
                      <a:pt x="1402" y="464"/>
                    </a:lnTo>
                    <a:lnTo>
                      <a:pt x="1403" y="464"/>
                    </a:lnTo>
                    <a:lnTo>
                      <a:pt x="1404" y="464"/>
                    </a:lnTo>
                    <a:lnTo>
                      <a:pt x="1406" y="464"/>
                    </a:lnTo>
                    <a:lnTo>
                      <a:pt x="1407" y="464"/>
                    </a:lnTo>
                    <a:lnTo>
                      <a:pt x="1409" y="464"/>
                    </a:lnTo>
                    <a:lnTo>
                      <a:pt x="1410" y="463"/>
                    </a:lnTo>
                    <a:lnTo>
                      <a:pt x="1411" y="463"/>
                    </a:lnTo>
                    <a:lnTo>
                      <a:pt x="1413" y="463"/>
                    </a:lnTo>
                    <a:lnTo>
                      <a:pt x="1414" y="463"/>
                    </a:lnTo>
                    <a:lnTo>
                      <a:pt x="1416" y="463"/>
                    </a:lnTo>
                    <a:lnTo>
                      <a:pt x="1417" y="463"/>
                    </a:lnTo>
                    <a:lnTo>
                      <a:pt x="1418" y="462"/>
                    </a:lnTo>
                    <a:lnTo>
                      <a:pt x="1420" y="462"/>
                    </a:lnTo>
                    <a:lnTo>
                      <a:pt x="1421" y="462"/>
                    </a:lnTo>
                    <a:lnTo>
                      <a:pt x="1423" y="462"/>
                    </a:lnTo>
                    <a:lnTo>
                      <a:pt x="1424" y="462"/>
                    </a:lnTo>
                    <a:lnTo>
                      <a:pt x="1426" y="462"/>
                    </a:lnTo>
                    <a:lnTo>
                      <a:pt x="1427" y="461"/>
                    </a:lnTo>
                    <a:lnTo>
                      <a:pt x="1428" y="461"/>
                    </a:lnTo>
                    <a:lnTo>
                      <a:pt x="1430" y="461"/>
                    </a:lnTo>
                    <a:lnTo>
                      <a:pt x="1431" y="461"/>
                    </a:lnTo>
                    <a:lnTo>
                      <a:pt x="1433" y="461"/>
                    </a:lnTo>
                    <a:lnTo>
                      <a:pt x="1434" y="461"/>
                    </a:lnTo>
                    <a:lnTo>
                      <a:pt x="1435" y="460"/>
                    </a:lnTo>
                    <a:lnTo>
                      <a:pt x="1437" y="460"/>
                    </a:lnTo>
                    <a:lnTo>
                      <a:pt x="1438" y="460"/>
                    </a:lnTo>
                    <a:lnTo>
                      <a:pt x="1440" y="460"/>
                    </a:lnTo>
                    <a:lnTo>
                      <a:pt x="1441" y="460"/>
                    </a:lnTo>
                    <a:lnTo>
                      <a:pt x="1442" y="460"/>
                    </a:lnTo>
                    <a:lnTo>
                      <a:pt x="1444" y="459"/>
                    </a:lnTo>
                    <a:lnTo>
                      <a:pt x="1445" y="459"/>
                    </a:lnTo>
                    <a:lnTo>
                      <a:pt x="1447" y="459"/>
                    </a:lnTo>
                    <a:lnTo>
                      <a:pt x="1448" y="459"/>
                    </a:lnTo>
                    <a:lnTo>
                      <a:pt x="1449" y="459"/>
                    </a:lnTo>
                    <a:lnTo>
                      <a:pt x="1451" y="459"/>
                    </a:lnTo>
                    <a:lnTo>
                      <a:pt x="1452" y="459"/>
                    </a:lnTo>
                    <a:lnTo>
                      <a:pt x="1454" y="458"/>
                    </a:lnTo>
                    <a:lnTo>
                      <a:pt x="1455" y="458"/>
                    </a:lnTo>
                    <a:lnTo>
                      <a:pt x="1456" y="458"/>
                    </a:lnTo>
                    <a:lnTo>
                      <a:pt x="1458" y="458"/>
                    </a:lnTo>
                    <a:lnTo>
                      <a:pt x="1459" y="458"/>
                    </a:lnTo>
                    <a:lnTo>
                      <a:pt x="1461" y="458"/>
                    </a:lnTo>
                    <a:lnTo>
                      <a:pt x="1462" y="457"/>
                    </a:lnTo>
                    <a:lnTo>
                      <a:pt x="1463" y="457"/>
                    </a:lnTo>
                    <a:lnTo>
                      <a:pt x="1465" y="457"/>
                    </a:lnTo>
                    <a:lnTo>
                      <a:pt x="1466" y="457"/>
                    </a:lnTo>
                    <a:lnTo>
                      <a:pt x="1468" y="457"/>
                    </a:lnTo>
                    <a:lnTo>
                      <a:pt x="1469" y="457"/>
                    </a:lnTo>
                    <a:lnTo>
                      <a:pt x="1470" y="457"/>
                    </a:lnTo>
                    <a:lnTo>
                      <a:pt x="1472" y="456"/>
                    </a:lnTo>
                    <a:lnTo>
                      <a:pt x="1473" y="456"/>
                    </a:lnTo>
                    <a:lnTo>
                      <a:pt x="1475" y="456"/>
                    </a:lnTo>
                    <a:lnTo>
                      <a:pt x="1476" y="456"/>
                    </a:lnTo>
                    <a:lnTo>
                      <a:pt x="1477" y="456"/>
                    </a:lnTo>
                    <a:lnTo>
                      <a:pt x="1479" y="456"/>
                    </a:lnTo>
                    <a:lnTo>
                      <a:pt x="1480" y="455"/>
                    </a:lnTo>
                    <a:lnTo>
                      <a:pt x="1482" y="455"/>
                    </a:lnTo>
                    <a:lnTo>
                      <a:pt x="1483" y="455"/>
                    </a:lnTo>
                    <a:lnTo>
                      <a:pt x="1484" y="455"/>
                    </a:lnTo>
                    <a:lnTo>
                      <a:pt x="1486" y="455"/>
                    </a:lnTo>
                    <a:lnTo>
                      <a:pt x="1487" y="455"/>
                    </a:lnTo>
                    <a:lnTo>
                      <a:pt x="1489" y="454"/>
                    </a:lnTo>
                    <a:lnTo>
                      <a:pt x="1490" y="454"/>
                    </a:lnTo>
                    <a:lnTo>
                      <a:pt x="1492" y="454"/>
                    </a:lnTo>
                    <a:lnTo>
                      <a:pt x="1493" y="454"/>
                    </a:lnTo>
                    <a:lnTo>
                      <a:pt x="1494" y="454"/>
                    </a:lnTo>
                    <a:lnTo>
                      <a:pt x="1496" y="454"/>
                    </a:lnTo>
                    <a:lnTo>
                      <a:pt x="1497" y="453"/>
                    </a:lnTo>
                    <a:lnTo>
                      <a:pt x="1499" y="453"/>
                    </a:lnTo>
                    <a:lnTo>
                      <a:pt x="1500" y="453"/>
                    </a:lnTo>
                    <a:lnTo>
                      <a:pt x="1501" y="453"/>
                    </a:lnTo>
                    <a:lnTo>
                      <a:pt x="1503" y="453"/>
                    </a:lnTo>
                    <a:lnTo>
                      <a:pt x="1504" y="453"/>
                    </a:lnTo>
                    <a:lnTo>
                      <a:pt x="1506" y="453"/>
                    </a:lnTo>
                    <a:lnTo>
                      <a:pt x="1507" y="452"/>
                    </a:lnTo>
                    <a:lnTo>
                      <a:pt x="1508" y="452"/>
                    </a:lnTo>
                    <a:lnTo>
                      <a:pt x="1510" y="452"/>
                    </a:lnTo>
                    <a:lnTo>
                      <a:pt x="1511" y="452"/>
                    </a:lnTo>
                    <a:lnTo>
                      <a:pt x="1513" y="452"/>
                    </a:lnTo>
                    <a:lnTo>
                      <a:pt x="1514" y="452"/>
                    </a:lnTo>
                    <a:lnTo>
                      <a:pt x="1515" y="452"/>
                    </a:lnTo>
                    <a:lnTo>
                      <a:pt x="1517" y="451"/>
                    </a:lnTo>
                    <a:lnTo>
                      <a:pt x="1518" y="451"/>
                    </a:lnTo>
                    <a:lnTo>
                      <a:pt x="1520" y="451"/>
                    </a:lnTo>
                    <a:lnTo>
                      <a:pt x="1521" y="451"/>
                    </a:lnTo>
                    <a:lnTo>
                      <a:pt x="1522" y="451"/>
                    </a:lnTo>
                    <a:lnTo>
                      <a:pt x="1524" y="451"/>
                    </a:lnTo>
                    <a:lnTo>
                      <a:pt x="1525" y="450"/>
                    </a:lnTo>
                    <a:lnTo>
                      <a:pt x="1527" y="450"/>
                    </a:lnTo>
                    <a:lnTo>
                      <a:pt x="1528" y="450"/>
                    </a:lnTo>
                    <a:lnTo>
                      <a:pt x="1529" y="450"/>
                    </a:lnTo>
                    <a:lnTo>
                      <a:pt x="1531" y="450"/>
                    </a:lnTo>
                    <a:lnTo>
                      <a:pt x="1532" y="450"/>
                    </a:lnTo>
                    <a:lnTo>
                      <a:pt x="1534" y="449"/>
                    </a:lnTo>
                    <a:lnTo>
                      <a:pt x="1535" y="449"/>
                    </a:lnTo>
                    <a:lnTo>
                      <a:pt x="1536" y="449"/>
                    </a:lnTo>
                    <a:lnTo>
                      <a:pt x="1538" y="449"/>
                    </a:lnTo>
                    <a:lnTo>
                      <a:pt x="1539" y="449"/>
                    </a:lnTo>
                    <a:lnTo>
                      <a:pt x="1541" y="449"/>
                    </a:lnTo>
                    <a:lnTo>
                      <a:pt x="1542" y="449"/>
                    </a:lnTo>
                    <a:lnTo>
                      <a:pt x="1543" y="448"/>
                    </a:lnTo>
                    <a:lnTo>
                      <a:pt x="1545" y="448"/>
                    </a:lnTo>
                    <a:lnTo>
                      <a:pt x="1546" y="448"/>
                    </a:lnTo>
                    <a:lnTo>
                      <a:pt x="1548" y="448"/>
                    </a:lnTo>
                    <a:lnTo>
                      <a:pt x="1549" y="448"/>
                    </a:lnTo>
                    <a:lnTo>
                      <a:pt x="1550" y="448"/>
                    </a:lnTo>
                    <a:lnTo>
                      <a:pt x="1552" y="447"/>
                    </a:lnTo>
                    <a:lnTo>
                      <a:pt x="1553" y="447"/>
                    </a:lnTo>
                    <a:lnTo>
                      <a:pt x="1555" y="447"/>
                    </a:lnTo>
                    <a:lnTo>
                      <a:pt x="1556" y="447"/>
                    </a:lnTo>
                    <a:lnTo>
                      <a:pt x="1558" y="447"/>
                    </a:lnTo>
                    <a:lnTo>
                      <a:pt x="1559" y="447"/>
                    </a:lnTo>
                    <a:lnTo>
                      <a:pt x="1560" y="447"/>
                    </a:lnTo>
                    <a:lnTo>
                      <a:pt x="1562" y="446"/>
                    </a:lnTo>
                    <a:lnTo>
                      <a:pt x="1563" y="446"/>
                    </a:lnTo>
                    <a:lnTo>
                      <a:pt x="1565" y="446"/>
                    </a:lnTo>
                    <a:lnTo>
                      <a:pt x="1566" y="446"/>
                    </a:lnTo>
                    <a:lnTo>
                      <a:pt x="1567" y="446"/>
                    </a:lnTo>
                    <a:lnTo>
                      <a:pt x="1569" y="446"/>
                    </a:lnTo>
                    <a:lnTo>
                      <a:pt x="1570" y="446"/>
                    </a:lnTo>
                    <a:lnTo>
                      <a:pt x="1572" y="445"/>
                    </a:lnTo>
                    <a:lnTo>
                      <a:pt x="1573" y="445"/>
                    </a:lnTo>
                    <a:lnTo>
                      <a:pt x="1574" y="445"/>
                    </a:lnTo>
                    <a:lnTo>
                      <a:pt x="1576" y="445"/>
                    </a:lnTo>
                    <a:lnTo>
                      <a:pt x="1577" y="445"/>
                    </a:lnTo>
                    <a:lnTo>
                      <a:pt x="1579" y="445"/>
                    </a:lnTo>
                    <a:lnTo>
                      <a:pt x="1580" y="444"/>
                    </a:lnTo>
                    <a:lnTo>
                      <a:pt x="1581" y="444"/>
                    </a:lnTo>
                    <a:lnTo>
                      <a:pt x="1583" y="444"/>
                    </a:lnTo>
                    <a:lnTo>
                      <a:pt x="1584" y="444"/>
                    </a:lnTo>
                    <a:lnTo>
                      <a:pt x="1586" y="444"/>
                    </a:lnTo>
                    <a:lnTo>
                      <a:pt x="1587" y="444"/>
                    </a:lnTo>
                    <a:lnTo>
                      <a:pt x="1588" y="444"/>
                    </a:lnTo>
                    <a:lnTo>
                      <a:pt x="1590" y="443"/>
                    </a:lnTo>
                    <a:lnTo>
                      <a:pt x="1591" y="443"/>
                    </a:lnTo>
                    <a:lnTo>
                      <a:pt x="1593" y="443"/>
                    </a:lnTo>
                    <a:lnTo>
                      <a:pt x="1594" y="443"/>
                    </a:lnTo>
                    <a:lnTo>
                      <a:pt x="1595" y="443"/>
                    </a:lnTo>
                    <a:lnTo>
                      <a:pt x="1597" y="443"/>
                    </a:lnTo>
                    <a:lnTo>
                      <a:pt x="1598" y="442"/>
                    </a:lnTo>
                    <a:lnTo>
                      <a:pt x="1600" y="442"/>
                    </a:lnTo>
                    <a:lnTo>
                      <a:pt x="1601" y="442"/>
                    </a:lnTo>
                    <a:lnTo>
                      <a:pt x="1602" y="442"/>
                    </a:lnTo>
                    <a:lnTo>
                      <a:pt x="1604" y="442"/>
                    </a:lnTo>
                    <a:lnTo>
                      <a:pt x="1605" y="442"/>
                    </a:lnTo>
                    <a:lnTo>
                      <a:pt x="1607" y="442"/>
                    </a:lnTo>
                    <a:lnTo>
                      <a:pt x="1608" y="441"/>
                    </a:lnTo>
                    <a:lnTo>
                      <a:pt x="1609" y="441"/>
                    </a:lnTo>
                    <a:lnTo>
                      <a:pt x="1611" y="441"/>
                    </a:lnTo>
                    <a:lnTo>
                      <a:pt x="1612" y="441"/>
                    </a:lnTo>
                    <a:lnTo>
                      <a:pt x="1614" y="441"/>
                    </a:lnTo>
                    <a:lnTo>
                      <a:pt x="1615" y="441"/>
                    </a:lnTo>
                    <a:lnTo>
                      <a:pt x="1617" y="440"/>
                    </a:lnTo>
                    <a:lnTo>
                      <a:pt x="1618" y="440"/>
                    </a:lnTo>
                    <a:lnTo>
                      <a:pt x="1619" y="440"/>
                    </a:lnTo>
                    <a:lnTo>
                      <a:pt x="1621" y="440"/>
                    </a:lnTo>
                    <a:lnTo>
                      <a:pt x="1622" y="440"/>
                    </a:lnTo>
                    <a:lnTo>
                      <a:pt x="1624" y="440"/>
                    </a:lnTo>
                    <a:lnTo>
                      <a:pt x="1625" y="440"/>
                    </a:lnTo>
                    <a:lnTo>
                      <a:pt x="1626" y="439"/>
                    </a:lnTo>
                    <a:lnTo>
                      <a:pt x="1628" y="439"/>
                    </a:lnTo>
                    <a:lnTo>
                      <a:pt x="1629" y="439"/>
                    </a:lnTo>
                    <a:lnTo>
                      <a:pt x="1631" y="439"/>
                    </a:lnTo>
                    <a:lnTo>
                      <a:pt x="1632" y="439"/>
                    </a:lnTo>
                    <a:lnTo>
                      <a:pt x="1633" y="439"/>
                    </a:lnTo>
                    <a:lnTo>
                      <a:pt x="1635" y="439"/>
                    </a:lnTo>
                    <a:lnTo>
                      <a:pt x="1636" y="438"/>
                    </a:lnTo>
                    <a:lnTo>
                      <a:pt x="1638" y="438"/>
                    </a:lnTo>
                    <a:lnTo>
                      <a:pt x="1639" y="438"/>
                    </a:lnTo>
                    <a:lnTo>
                      <a:pt x="1640" y="438"/>
                    </a:lnTo>
                    <a:lnTo>
                      <a:pt x="1642" y="438"/>
                    </a:lnTo>
                    <a:lnTo>
                      <a:pt x="1643" y="438"/>
                    </a:lnTo>
                    <a:lnTo>
                      <a:pt x="1645" y="438"/>
                    </a:lnTo>
                    <a:lnTo>
                      <a:pt x="1646" y="437"/>
                    </a:lnTo>
                    <a:lnTo>
                      <a:pt x="1647" y="437"/>
                    </a:lnTo>
                    <a:lnTo>
                      <a:pt x="1649" y="437"/>
                    </a:lnTo>
                    <a:lnTo>
                      <a:pt x="1650" y="437"/>
                    </a:lnTo>
                    <a:lnTo>
                      <a:pt x="1652" y="437"/>
                    </a:lnTo>
                    <a:lnTo>
                      <a:pt x="1653" y="437"/>
                    </a:lnTo>
                    <a:lnTo>
                      <a:pt x="1654" y="436"/>
                    </a:lnTo>
                    <a:lnTo>
                      <a:pt x="1656" y="436"/>
                    </a:lnTo>
                    <a:lnTo>
                      <a:pt x="1657" y="436"/>
                    </a:lnTo>
                    <a:lnTo>
                      <a:pt x="1659" y="436"/>
                    </a:lnTo>
                    <a:lnTo>
                      <a:pt x="1660" y="436"/>
                    </a:lnTo>
                    <a:lnTo>
                      <a:pt x="1661" y="436"/>
                    </a:lnTo>
                    <a:lnTo>
                      <a:pt x="1663" y="436"/>
                    </a:lnTo>
                    <a:lnTo>
                      <a:pt x="1664" y="436"/>
                    </a:lnTo>
                    <a:lnTo>
                      <a:pt x="1666" y="435"/>
                    </a:lnTo>
                    <a:lnTo>
                      <a:pt x="1667" y="435"/>
                    </a:lnTo>
                    <a:lnTo>
                      <a:pt x="1668" y="435"/>
                    </a:lnTo>
                    <a:lnTo>
                      <a:pt x="1670" y="435"/>
                    </a:lnTo>
                    <a:lnTo>
                      <a:pt x="1671" y="435"/>
                    </a:lnTo>
                    <a:lnTo>
                      <a:pt x="1673" y="435"/>
                    </a:lnTo>
                    <a:lnTo>
                      <a:pt x="1674" y="434"/>
                    </a:lnTo>
                    <a:lnTo>
                      <a:pt x="1675" y="434"/>
                    </a:lnTo>
                    <a:lnTo>
                      <a:pt x="1677" y="434"/>
                    </a:lnTo>
                    <a:lnTo>
                      <a:pt x="1678" y="434"/>
                    </a:lnTo>
                    <a:lnTo>
                      <a:pt x="1680" y="434"/>
                    </a:lnTo>
                    <a:lnTo>
                      <a:pt x="1681" y="434"/>
                    </a:lnTo>
                    <a:lnTo>
                      <a:pt x="1683" y="434"/>
                    </a:lnTo>
                    <a:lnTo>
                      <a:pt x="1684" y="433"/>
                    </a:lnTo>
                    <a:lnTo>
                      <a:pt x="1685" y="433"/>
                    </a:lnTo>
                    <a:lnTo>
                      <a:pt x="1687" y="433"/>
                    </a:lnTo>
                    <a:lnTo>
                      <a:pt x="1688" y="433"/>
                    </a:lnTo>
                    <a:lnTo>
                      <a:pt x="1690" y="433"/>
                    </a:lnTo>
                    <a:lnTo>
                      <a:pt x="1691" y="433"/>
                    </a:lnTo>
                    <a:lnTo>
                      <a:pt x="1692" y="432"/>
                    </a:lnTo>
                    <a:lnTo>
                      <a:pt x="1694" y="432"/>
                    </a:lnTo>
                    <a:lnTo>
                      <a:pt x="1695" y="432"/>
                    </a:lnTo>
                    <a:lnTo>
                      <a:pt x="1697" y="432"/>
                    </a:lnTo>
                    <a:lnTo>
                      <a:pt x="1698" y="432"/>
                    </a:lnTo>
                    <a:lnTo>
                      <a:pt x="1699" y="432"/>
                    </a:lnTo>
                    <a:lnTo>
                      <a:pt x="1701" y="432"/>
                    </a:lnTo>
                    <a:lnTo>
                      <a:pt x="1702" y="431"/>
                    </a:lnTo>
                    <a:lnTo>
                      <a:pt x="1704" y="431"/>
                    </a:lnTo>
                    <a:lnTo>
                      <a:pt x="1705" y="431"/>
                    </a:lnTo>
                    <a:lnTo>
                      <a:pt x="1706" y="431"/>
                    </a:lnTo>
                    <a:lnTo>
                      <a:pt x="1708" y="431"/>
                    </a:lnTo>
                    <a:lnTo>
                      <a:pt x="1709" y="431"/>
                    </a:lnTo>
                    <a:lnTo>
                      <a:pt x="1711" y="431"/>
                    </a:lnTo>
                    <a:lnTo>
                      <a:pt x="1712" y="430"/>
                    </a:lnTo>
                    <a:lnTo>
                      <a:pt x="1713" y="430"/>
                    </a:lnTo>
                    <a:lnTo>
                      <a:pt x="1715" y="430"/>
                    </a:lnTo>
                    <a:lnTo>
                      <a:pt x="1716" y="430"/>
                    </a:lnTo>
                    <a:lnTo>
                      <a:pt x="1718" y="430"/>
                    </a:lnTo>
                    <a:lnTo>
                      <a:pt x="1719" y="430"/>
                    </a:lnTo>
                    <a:lnTo>
                      <a:pt x="1720" y="430"/>
                    </a:lnTo>
                    <a:lnTo>
                      <a:pt x="1722" y="429"/>
                    </a:lnTo>
                    <a:lnTo>
                      <a:pt x="1723" y="429"/>
                    </a:lnTo>
                    <a:lnTo>
                      <a:pt x="1725" y="429"/>
                    </a:lnTo>
                    <a:lnTo>
                      <a:pt x="1726" y="429"/>
                    </a:lnTo>
                    <a:lnTo>
                      <a:pt x="1727" y="429"/>
                    </a:lnTo>
                    <a:lnTo>
                      <a:pt x="1729" y="429"/>
                    </a:lnTo>
                    <a:lnTo>
                      <a:pt x="1730" y="429"/>
                    </a:lnTo>
                    <a:lnTo>
                      <a:pt x="1732" y="428"/>
                    </a:lnTo>
                    <a:lnTo>
                      <a:pt x="1733" y="428"/>
                    </a:lnTo>
                    <a:lnTo>
                      <a:pt x="1734" y="428"/>
                    </a:lnTo>
                    <a:lnTo>
                      <a:pt x="1736" y="428"/>
                    </a:lnTo>
                    <a:lnTo>
                      <a:pt x="1737" y="428"/>
                    </a:lnTo>
                    <a:lnTo>
                      <a:pt x="1739" y="428"/>
                    </a:lnTo>
                    <a:lnTo>
                      <a:pt x="1740" y="428"/>
                    </a:lnTo>
                    <a:lnTo>
                      <a:pt x="1742" y="427"/>
                    </a:lnTo>
                    <a:lnTo>
                      <a:pt x="1743" y="427"/>
                    </a:lnTo>
                    <a:lnTo>
                      <a:pt x="1744" y="427"/>
                    </a:lnTo>
                    <a:lnTo>
                      <a:pt x="1746" y="427"/>
                    </a:lnTo>
                    <a:lnTo>
                      <a:pt x="1747" y="427"/>
                    </a:lnTo>
                    <a:lnTo>
                      <a:pt x="1749" y="427"/>
                    </a:lnTo>
                    <a:lnTo>
                      <a:pt x="1750" y="427"/>
                    </a:lnTo>
                    <a:lnTo>
                      <a:pt x="1751" y="426"/>
                    </a:lnTo>
                    <a:lnTo>
                      <a:pt x="1753" y="426"/>
                    </a:lnTo>
                    <a:lnTo>
                      <a:pt x="1754" y="426"/>
                    </a:lnTo>
                    <a:lnTo>
                      <a:pt x="1756" y="426"/>
                    </a:lnTo>
                    <a:lnTo>
                      <a:pt x="1757" y="426"/>
                    </a:lnTo>
                    <a:lnTo>
                      <a:pt x="1758" y="426"/>
                    </a:lnTo>
                    <a:lnTo>
                      <a:pt x="1760" y="426"/>
                    </a:lnTo>
                    <a:lnTo>
                      <a:pt x="1761" y="425"/>
                    </a:lnTo>
                    <a:lnTo>
                      <a:pt x="1763" y="425"/>
                    </a:lnTo>
                    <a:lnTo>
                      <a:pt x="1764" y="425"/>
                    </a:lnTo>
                    <a:lnTo>
                      <a:pt x="1765" y="425"/>
                    </a:lnTo>
                    <a:lnTo>
                      <a:pt x="1767" y="425"/>
                    </a:lnTo>
                    <a:lnTo>
                      <a:pt x="1768" y="425"/>
                    </a:lnTo>
                    <a:lnTo>
                      <a:pt x="1770" y="425"/>
                    </a:lnTo>
                    <a:lnTo>
                      <a:pt x="1771" y="424"/>
                    </a:lnTo>
                    <a:lnTo>
                      <a:pt x="1772" y="424"/>
                    </a:lnTo>
                    <a:lnTo>
                      <a:pt x="1774" y="424"/>
                    </a:lnTo>
                    <a:lnTo>
                      <a:pt x="1775" y="424"/>
                    </a:lnTo>
                    <a:lnTo>
                      <a:pt x="1777" y="424"/>
                    </a:lnTo>
                    <a:lnTo>
                      <a:pt x="1778" y="424"/>
                    </a:lnTo>
                    <a:lnTo>
                      <a:pt x="1779" y="423"/>
                    </a:lnTo>
                    <a:lnTo>
                      <a:pt x="1781" y="423"/>
                    </a:lnTo>
                    <a:lnTo>
                      <a:pt x="1782" y="423"/>
                    </a:lnTo>
                    <a:lnTo>
                      <a:pt x="1784" y="423"/>
                    </a:lnTo>
                    <a:lnTo>
                      <a:pt x="1785" y="423"/>
                    </a:lnTo>
                    <a:lnTo>
                      <a:pt x="1786" y="423"/>
                    </a:lnTo>
                    <a:lnTo>
                      <a:pt x="1788" y="423"/>
                    </a:lnTo>
                    <a:lnTo>
                      <a:pt x="1789" y="422"/>
                    </a:lnTo>
                    <a:lnTo>
                      <a:pt x="1791" y="422"/>
                    </a:lnTo>
                    <a:lnTo>
                      <a:pt x="1792" y="422"/>
                    </a:lnTo>
                    <a:lnTo>
                      <a:pt x="1793" y="422"/>
                    </a:lnTo>
                    <a:lnTo>
                      <a:pt x="1795" y="422"/>
                    </a:lnTo>
                    <a:lnTo>
                      <a:pt x="1796" y="422"/>
                    </a:lnTo>
                    <a:lnTo>
                      <a:pt x="1798" y="422"/>
                    </a:lnTo>
                    <a:lnTo>
                      <a:pt x="1799" y="421"/>
                    </a:lnTo>
                    <a:lnTo>
                      <a:pt x="1800" y="421"/>
                    </a:lnTo>
                    <a:lnTo>
                      <a:pt x="1802" y="421"/>
                    </a:lnTo>
                    <a:lnTo>
                      <a:pt x="1803" y="421"/>
                    </a:lnTo>
                    <a:lnTo>
                      <a:pt x="1805" y="421"/>
                    </a:lnTo>
                    <a:lnTo>
                      <a:pt x="1806" y="421"/>
                    </a:lnTo>
                    <a:lnTo>
                      <a:pt x="1808" y="421"/>
                    </a:lnTo>
                    <a:lnTo>
                      <a:pt x="1809" y="420"/>
                    </a:lnTo>
                    <a:lnTo>
                      <a:pt x="1810" y="420"/>
                    </a:lnTo>
                    <a:lnTo>
                      <a:pt x="1812" y="420"/>
                    </a:lnTo>
                    <a:lnTo>
                      <a:pt x="1813" y="420"/>
                    </a:lnTo>
                    <a:lnTo>
                      <a:pt x="1815" y="420"/>
                    </a:lnTo>
                    <a:lnTo>
                      <a:pt x="1816" y="420"/>
                    </a:lnTo>
                    <a:lnTo>
                      <a:pt x="1817" y="420"/>
                    </a:lnTo>
                    <a:lnTo>
                      <a:pt x="1819" y="419"/>
                    </a:lnTo>
                    <a:lnTo>
                      <a:pt x="1820" y="419"/>
                    </a:lnTo>
                    <a:lnTo>
                      <a:pt x="1822" y="419"/>
                    </a:lnTo>
                    <a:lnTo>
                      <a:pt x="1823" y="419"/>
                    </a:lnTo>
                    <a:lnTo>
                      <a:pt x="1824" y="419"/>
                    </a:lnTo>
                    <a:lnTo>
                      <a:pt x="1826" y="419"/>
                    </a:lnTo>
                    <a:lnTo>
                      <a:pt x="1827" y="419"/>
                    </a:lnTo>
                    <a:lnTo>
                      <a:pt x="1829" y="418"/>
                    </a:lnTo>
                    <a:lnTo>
                      <a:pt x="1830" y="418"/>
                    </a:lnTo>
                    <a:lnTo>
                      <a:pt x="1831" y="418"/>
                    </a:lnTo>
                    <a:lnTo>
                      <a:pt x="1833" y="418"/>
                    </a:lnTo>
                    <a:lnTo>
                      <a:pt x="1834" y="418"/>
                    </a:lnTo>
                    <a:lnTo>
                      <a:pt x="1836" y="418"/>
                    </a:lnTo>
                    <a:lnTo>
                      <a:pt x="1837" y="418"/>
                    </a:lnTo>
                    <a:lnTo>
                      <a:pt x="1838" y="417"/>
                    </a:lnTo>
                    <a:lnTo>
                      <a:pt x="1840" y="417"/>
                    </a:lnTo>
                    <a:lnTo>
                      <a:pt x="1841" y="417"/>
                    </a:lnTo>
                    <a:lnTo>
                      <a:pt x="1843" y="417"/>
                    </a:lnTo>
                    <a:lnTo>
                      <a:pt x="1844" y="417"/>
                    </a:lnTo>
                    <a:lnTo>
                      <a:pt x="1845" y="417"/>
                    </a:lnTo>
                    <a:lnTo>
                      <a:pt x="1847" y="417"/>
                    </a:lnTo>
                    <a:lnTo>
                      <a:pt x="1848" y="416"/>
                    </a:lnTo>
                    <a:lnTo>
                      <a:pt x="1850" y="416"/>
                    </a:lnTo>
                    <a:lnTo>
                      <a:pt x="1851" y="416"/>
                    </a:lnTo>
                    <a:lnTo>
                      <a:pt x="1852" y="416"/>
                    </a:lnTo>
                    <a:lnTo>
                      <a:pt x="1854" y="416"/>
                    </a:lnTo>
                    <a:lnTo>
                      <a:pt x="1855" y="416"/>
                    </a:lnTo>
                    <a:lnTo>
                      <a:pt x="1857" y="416"/>
                    </a:lnTo>
                    <a:lnTo>
                      <a:pt x="1858" y="415"/>
                    </a:lnTo>
                    <a:lnTo>
                      <a:pt x="1859" y="415"/>
                    </a:lnTo>
                    <a:lnTo>
                      <a:pt x="1861" y="415"/>
                    </a:lnTo>
                    <a:lnTo>
                      <a:pt x="1862" y="415"/>
                    </a:lnTo>
                    <a:lnTo>
                      <a:pt x="1864" y="415"/>
                    </a:lnTo>
                    <a:lnTo>
                      <a:pt x="1865" y="415"/>
                    </a:lnTo>
                    <a:lnTo>
                      <a:pt x="1866" y="415"/>
                    </a:lnTo>
                    <a:lnTo>
                      <a:pt x="1868" y="414"/>
                    </a:lnTo>
                    <a:lnTo>
                      <a:pt x="1869" y="414"/>
                    </a:lnTo>
                    <a:lnTo>
                      <a:pt x="1871" y="414"/>
                    </a:lnTo>
                    <a:lnTo>
                      <a:pt x="1872" y="414"/>
                    </a:lnTo>
                    <a:lnTo>
                      <a:pt x="1874" y="414"/>
                    </a:lnTo>
                    <a:lnTo>
                      <a:pt x="1875" y="414"/>
                    </a:lnTo>
                    <a:lnTo>
                      <a:pt x="1876" y="414"/>
                    </a:lnTo>
                    <a:lnTo>
                      <a:pt x="1878" y="413"/>
                    </a:lnTo>
                    <a:lnTo>
                      <a:pt x="1879" y="413"/>
                    </a:lnTo>
                    <a:lnTo>
                      <a:pt x="1881" y="413"/>
                    </a:lnTo>
                    <a:lnTo>
                      <a:pt x="1882" y="413"/>
                    </a:lnTo>
                    <a:lnTo>
                      <a:pt x="1883" y="413"/>
                    </a:lnTo>
                    <a:lnTo>
                      <a:pt x="1885" y="413"/>
                    </a:lnTo>
                    <a:lnTo>
                      <a:pt x="1886" y="413"/>
                    </a:lnTo>
                    <a:lnTo>
                      <a:pt x="1888" y="413"/>
                    </a:lnTo>
                    <a:lnTo>
                      <a:pt x="1889" y="412"/>
                    </a:lnTo>
                    <a:lnTo>
                      <a:pt x="1890" y="412"/>
                    </a:lnTo>
                    <a:lnTo>
                      <a:pt x="1892" y="412"/>
                    </a:lnTo>
                    <a:lnTo>
                      <a:pt x="1893" y="412"/>
                    </a:lnTo>
                    <a:lnTo>
                      <a:pt x="1895" y="412"/>
                    </a:lnTo>
                    <a:lnTo>
                      <a:pt x="1896" y="412"/>
                    </a:lnTo>
                    <a:lnTo>
                      <a:pt x="1897" y="412"/>
                    </a:lnTo>
                    <a:lnTo>
                      <a:pt x="1899" y="411"/>
                    </a:lnTo>
                    <a:lnTo>
                      <a:pt x="1900" y="411"/>
                    </a:lnTo>
                    <a:lnTo>
                      <a:pt x="1902" y="411"/>
                    </a:lnTo>
                    <a:lnTo>
                      <a:pt x="1903" y="411"/>
                    </a:lnTo>
                    <a:lnTo>
                      <a:pt x="1904" y="411"/>
                    </a:lnTo>
                    <a:lnTo>
                      <a:pt x="1906" y="411"/>
                    </a:lnTo>
                    <a:lnTo>
                      <a:pt x="1907" y="411"/>
                    </a:lnTo>
                    <a:lnTo>
                      <a:pt x="1909" y="410"/>
                    </a:lnTo>
                    <a:lnTo>
                      <a:pt x="1910" y="410"/>
                    </a:lnTo>
                    <a:lnTo>
                      <a:pt x="1911" y="410"/>
                    </a:lnTo>
                    <a:lnTo>
                      <a:pt x="1913" y="410"/>
                    </a:lnTo>
                    <a:lnTo>
                      <a:pt x="1914" y="410"/>
                    </a:lnTo>
                    <a:lnTo>
                      <a:pt x="1916" y="410"/>
                    </a:lnTo>
                    <a:lnTo>
                      <a:pt x="1917" y="410"/>
                    </a:lnTo>
                    <a:lnTo>
                      <a:pt x="1918" y="409"/>
                    </a:lnTo>
                    <a:lnTo>
                      <a:pt x="1920" y="409"/>
                    </a:lnTo>
                    <a:lnTo>
                      <a:pt x="1921" y="409"/>
                    </a:lnTo>
                    <a:lnTo>
                      <a:pt x="1923" y="409"/>
                    </a:lnTo>
                    <a:lnTo>
                      <a:pt x="1924" y="409"/>
                    </a:lnTo>
                    <a:lnTo>
                      <a:pt x="1925" y="409"/>
                    </a:lnTo>
                    <a:lnTo>
                      <a:pt x="1927" y="409"/>
                    </a:lnTo>
                    <a:lnTo>
                      <a:pt x="1928" y="408"/>
                    </a:lnTo>
                    <a:lnTo>
                      <a:pt x="1930" y="408"/>
                    </a:lnTo>
                    <a:lnTo>
                      <a:pt x="1931" y="408"/>
                    </a:lnTo>
                    <a:lnTo>
                      <a:pt x="1933" y="408"/>
                    </a:lnTo>
                    <a:lnTo>
                      <a:pt x="1934" y="408"/>
                    </a:lnTo>
                    <a:lnTo>
                      <a:pt x="1935" y="408"/>
                    </a:lnTo>
                    <a:lnTo>
                      <a:pt x="1937" y="408"/>
                    </a:lnTo>
                    <a:lnTo>
                      <a:pt x="1938" y="407"/>
                    </a:lnTo>
                    <a:lnTo>
                      <a:pt x="1940" y="407"/>
                    </a:lnTo>
                    <a:lnTo>
                      <a:pt x="1941" y="407"/>
                    </a:lnTo>
                    <a:lnTo>
                      <a:pt x="1942" y="407"/>
                    </a:lnTo>
                    <a:lnTo>
                      <a:pt x="1944" y="407"/>
                    </a:lnTo>
                    <a:lnTo>
                      <a:pt x="1945" y="407"/>
                    </a:lnTo>
                    <a:lnTo>
                      <a:pt x="1947" y="407"/>
                    </a:lnTo>
                    <a:lnTo>
                      <a:pt x="1948" y="406"/>
                    </a:lnTo>
                    <a:lnTo>
                      <a:pt x="1949" y="406"/>
                    </a:lnTo>
                    <a:lnTo>
                      <a:pt x="1951" y="406"/>
                    </a:lnTo>
                    <a:lnTo>
                      <a:pt x="1952" y="406"/>
                    </a:lnTo>
                    <a:lnTo>
                      <a:pt x="1954" y="406"/>
                    </a:lnTo>
                    <a:lnTo>
                      <a:pt x="1955" y="406"/>
                    </a:lnTo>
                    <a:lnTo>
                      <a:pt x="1956" y="406"/>
                    </a:lnTo>
                    <a:lnTo>
                      <a:pt x="1958" y="405"/>
                    </a:lnTo>
                    <a:lnTo>
                      <a:pt x="1959" y="405"/>
                    </a:lnTo>
                    <a:lnTo>
                      <a:pt x="1961" y="405"/>
                    </a:lnTo>
                    <a:lnTo>
                      <a:pt x="1962" y="405"/>
                    </a:lnTo>
                    <a:lnTo>
                      <a:pt x="1963" y="405"/>
                    </a:lnTo>
                    <a:lnTo>
                      <a:pt x="1965" y="405"/>
                    </a:lnTo>
                    <a:lnTo>
                      <a:pt x="1966" y="405"/>
                    </a:lnTo>
                    <a:lnTo>
                      <a:pt x="1968" y="405"/>
                    </a:lnTo>
                    <a:lnTo>
                      <a:pt x="1969" y="404"/>
                    </a:lnTo>
                    <a:lnTo>
                      <a:pt x="1970" y="404"/>
                    </a:lnTo>
                    <a:lnTo>
                      <a:pt x="1972" y="404"/>
                    </a:lnTo>
                    <a:lnTo>
                      <a:pt x="1973" y="404"/>
                    </a:lnTo>
                    <a:lnTo>
                      <a:pt x="1975" y="404"/>
                    </a:lnTo>
                    <a:lnTo>
                      <a:pt x="1976" y="404"/>
                    </a:lnTo>
                    <a:lnTo>
                      <a:pt x="1977" y="404"/>
                    </a:lnTo>
                    <a:lnTo>
                      <a:pt x="1979" y="403"/>
                    </a:lnTo>
                    <a:lnTo>
                      <a:pt x="1980" y="403"/>
                    </a:lnTo>
                    <a:lnTo>
                      <a:pt x="1982" y="403"/>
                    </a:lnTo>
                    <a:lnTo>
                      <a:pt x="1983" y="403"/>
                    </a:lnTo>
                    <a:lnTo>
                      <a:pt x="1984" y="403"/>
                    </a:lnTo>
                    <a:lnTo>
                      <a:pt x="1986" y="403"/>
                    </a:lnTo>
                    <a:lnTo>
                      <a:pt x="1987" y="403"/>
                    </a:lnTo>
                    <a:lnTo>
                      <a:pt x="1989" y="402"/>
                    </a:lnTo>
                    <a:lnTo>
                      <a:pt x="1990" y="402"/>
                    </a:lnTo>
                    <a:lnTo>
                      <a:pt x="1991" y="402"/>
                    </a:lnTo>
                    <a:lnTo>
                      <a:pt x="1993" y="402"/>
                    </a:lnTo>
                    <a:lnTo>
                      <a:pt x="1994" y="402"/>
                    </a:lnTo>
                    <a:lnTo>
                      <a:pt x="1996" y="402"/>
                    </a:lnTo>
                    <a:lnTo>
                      <a:pt x="1997" y="401"/>
                    </a:lnTo>
                    <a:lnTo>
                      <a:pt x="1999" y="401"/>
                    </a:lnTo>
                    <a:lnTo>
                      <a:pt x="2000" y="401"/>
                    </a:lnTo>
                    <a:lnTo>
                      <a:pt x="2001" y="400"/>
                    </a:lnTo>
                    <a:lnTo>
                      <a:pt x="2003" y="400"/>
                    </a:lnTo>
                    <a:lnTo>
                      <a:pt x="2004" y="400"/>
                    </a:lnTo>
                    <a:lnTo>
                      <a:pt x="2006" y="398"/>
                    </a:lnTo>
                    <a:lnTo>
                      <a:pt x="2007" y="396"/>
                    </a:lnTo>
                    <a:lnTo>
                      <a:pt x="2008" y="396"/>
                    </a:lnTo>
                    <a:lnTo>
                      <a:pt x="2010" y="396"/>
                    </a:lnTo>
                    <a:lnTo>
                      <a:pt x="2011" y="396"/>
                    </a:lnTo>
                    <a:lnTo>
                      <a:pt x="2013" y="396"/>
                    </a:lnTo>
                    <a:lnTo>
                      <a:pt x="2014" y="396"/>
                    </a:lnTo>
                    <a:lnTo>
                      <a:pt x="2015" y="398"/>
                    </a:lnTo>
                    <a:lnTo>
                      <a:pt x="2017" y="399"/>
                    </a:lnTo>
                    <a:lnTo>
                      <a:pt x="2018" y="399"/>
                    </a:lnTo>
                    <a:lnTo>
                      <a:pt x="2020" y="399"/>
                    </a:lnTo>
                    <a:lnTo>
                      <a:pt x="2021" y="400"/>
                    </a:lnTo>
                    <a:lnTo>
                      <a:pt x="2022" y="400"/>
                    </a:lnTo>
                    <a:lnTo>
                      <a:pt x="2024" y="400"/>
                    </a:lnTo>
                    <a:lnTo>
                      <a:pt x="2025" y="400"/>
                    </a:lnTo>
                    <a:lnTo>
                      <a:pt x="2027" y="400"/>
                    </a:lnTo>
                    <a:lnTo>
                      <a:pt x="2028" y="401"/>
                    </a:lnTo>
                    <a:lnTo>
                      <a:pt x="2029" y="402"/>
                    </a:lnTo>
                    <a:lnTo>
                      <a:pt x="2031" y="400"/>
                    </a:lnTo>
                    <a:lnTo>
                      <a:pt x="2032" y="399"/>
                    </a:lnTo>
                    <a:lnTo>
                      <a:pt x="2034" y="398"/>
                    </a:lnTo>
                    <a:lnTo>
                      <a:pt x="2035" y="398"/>
                    </a:lnTo>
                    <a:lnTo>
                      <a:pt x="2036" y="398"/>
                    </a:lnTo>
                    <a:lnTo>
                      <a:pt x="2038" y="397"/>
                    </a:lnTo>
                    <a:lnTo>
                      <a:pt x="2039" y="397"/>
                    </a:lnTo>
                    <a:lnTo>
                      <a:pt x="2041" y="397"/>
                    </a:lnTo>
                    <a:lnTo>
                      <a:pt x="2042" y="397"/>
                    </a:lnTo>
                    <a:lnTo>
                      <a:pt x="2043" y="398"/>
                    </a:lnTo>
                    <a:lnTo>
                      <a:pt x="2045" y="399"/>
                    </a:lnTo>
                    <a:lnTo>
                      <a:pt x="2046" y="399"/>
                    </a:lnTo>
                    <a:lnTo>
                      <a:pt x="2048" y="400"/>
                    </a:lnTo>
                    <a:lnTo>
                      <a:pt x="2049" y="400"/>
                    </a:lnTo>
                    <a:lnTo>
                      <a:pt x="2050" y="399"/>
                    </a:lnTo>
                    <a:lnTo>
                      <a:pt x="2052" y="399"/>
                    </a:lnTo>
                    <a:lnTo>
                      <a:pt x="2053" y="399"/>
                    </a:lnTo>
                    <a:lnTo>
                      <a:pt x="2055" y="398"/>
                    </a:lnTo>
                    <a:lnTo>
                      <a:pt x="2056" y="398"/>
                    </a:lnTo>
                    <a:lnTo>
                      <a:pt x="2057" y="398"/>
                    </a:lnTo>
                    <a:lnTo>
                      <a:pt x="2059" y="397"/>
                    </a:lnTo>
                    <a:lnTo>
                      <a:pt x="2060" y="398"/>
                    </a:lnTo>
                    <a:lnTo>
                      <a:pt x="2062" y="397"/>
                    </a:lnTo>
                    <a:lnTo>
                      <a:pt x="2063" y="397"/>
                    </a:lnTo>
                    <a:lnTo>
                      <a:pt x="2065" y="397"/>
                    </a:lnTo>
                    <a:lnTo>
                      <a:pt x="2066" y="397"/>
                    </a:lnTo>
                    <a:lnTo>
                      <a:pt x="2067" y="397"/>
                    </a:lnTo>
                    <a:lnTo>
                      <a:pt x="2069" y="396"/>
                    </a:lnTo>
                    <a:lnTo>
                      <a:pt x="2070" y="396"/>
                    </a:lnTo>
                    <a:lnTo>
                      <a:pt x="2072" y="396"/>
                    </a:lnTo>
                    <a:lnTo>
                      <a:pt x="2073" y="396"/>
                    </a:lnTo>
                    <a:lnTo>
                      <a:pt x="2074" y="396"/>
                    </a:lnTo>
                    <a:lnTo>
                      <a:pt x="2076" y="396"/>
                    </a:lnTo>
                    <a:lnTo>
                      <a:pt x="2077" y="395"/>
                    </a:lnTo>
                    <a:lnTo>
                      <a:pt x="2079" y="395"/>
                    </a:lnTo>
                    <a:lnTo>
                      <a:pt x="2080" y="395"/>
                    </a:lnTo>
                    <a:lnTo>
                      <a:pt x="2081" y="395"/>
                    </a:lnTo>
                    <a:lnTo>
                      <a:pt x="2083" y="395"/>
                    </a:lnTo>
                    <a:lnTo>
                      <a:pt x="2084" y="395"/>
                    </a:lnTo>
                    <a:lnTo>
                      <a:pt x="2086" y="394"/>
                    </a:lnTo>
                    <a:lnTo>
                      <a:pt x="2087" y="394"/>
                    </a:lnTo>
                    <a:lnTo>
                      <a:pt x="2088" y="394"/>
                    </a:lnTo>
                    <a:lnTo>
                      <a:pt x="2090" y="394"/>
                    </a:lnTo>
                    <a:lnTo>
                      <a:pt x="2091" y="394"/>
                    </a:lnTo>
                    <a:lnTo>
                      <a:pt x="2093" y="394"/>
                    </a:lnTo>
                    <a:lnTo>
                      <a:pt x="2094" y="394"/>
                    </a:lnTo>
                    <a:lnTo>
                      <a:pt x="2095" y="393"/>
                    </a:lnTo>
                    <a:lnTo>
                      <a:pt x="2097" y="393"/>
                    </a:lnTo>
                    <a:lnTo>
                      <a:pt x="2098" y="393"/>
                    </a:lnTo>
                    <a:lnTo>
                      <a:pt x="2100" y="393"/>
                    </a:lnTo>
                    <a:lnTo>
                      <a:pt x="2101" y="393"/>
                    </a:lnTo>
                    <a:lnTo>
                      <a:pt x="2102" y="393"/>
                    </a:lnTo>
                    <a:lnTo>
                      <a:pt x="2104" y="393"/>
                    </a:lnTo>
                    <a:lnTo>
                      <a:pt x="2105" y="392"/>
                    </a:lnTo>
                    <a:lnTo>
                      <a:pt x="2107" y="392"/>
                    </a:lnTo>
                    <a:lnTo>
                      <a:pt x="2108" y="392"/>
                    </a:lnTo>
                    <a:lnTo>
                      <a:pt x="2109" y="392"/>
                    </a:lnTo>
                    <a:lnTo>
                      <a:pt x="2111" y="392"/>
                    </a:lnTo>
                    <a:lnTo>
                      <a:pt x="2112" y="392"/>
                    </a:lnTo>
                    <a:lnTo>
                      <a:pt x="2114" y="392"/>
                    </a:lnTo>
                    <a:lnTo>
                      <a:pt x="2115" y="391"/>
                    </a:lnTo>
                    <a:lnTo>
                      <a:pt x="2116" y="391"/>
                    </a:lnTo>
                    <a:lnTo>
                      <a:pt x="2118" y="391"/>
                    </a:lnTo>
                    <a:lnTo>
                      <a:pt x="2119" y="391"/>
                    </a:lnTo>
                    <a:lnTo>
                      <a:pt x="2121" y="391"/>
                    </a:lnTo>
                    <a:lnTo>
                      <a:pt x="2122" y="390"/>
                    </a:lnTo>
                    <a:lnTo>
                      <a:pt x="2124" y="390"/>
                    </a:lnTo>
                    <a:lnTo>
                      <a:pt x="2125" y="390"/>
                    </a:lnTo>
                    <a:lnTo>
                      <a:pt x="2126" y="390"/>
                    </a:lnTo>
                    <a:lnTo>
                      <a:pt x="2128" y="390"/>
                    </a:lnTo>
                    <a:lnTo>
                      <a:pt x="2129" y="390"/>
                    </a:lnTo>
                    <a:lnTo>
                      <a:pt x="2131" y="390"/>
                    </a:lnTo>
                    <a:lnTo>
                      <a:pt x="2132" y="390"/>
                    </a:lnTo>
                    <a:lnTo>
                      <a:pt x="2133" y="389"/>
                    </a:lnTo>
                    <a:lnTo>
                      <a:pt x="2135" y="389"/>
                    </a:lnTo>
                    <a:lnTo>
                      <a:pt x="2136" y="389"/>
                    </a:lnTo>
                    <a:lnTo>
                      <a:pt x="2138" y="389"/>
                    </a:lnTo>
                    <a:lnTo>
                      <a:pt x="2139" y="389"/>
                    </a:lnTo>
                    <a:lnTo>
                      <a:pt x="2140" y="389"/>
                    </a:lnTo>
                    <a:lnTo>
                      <a:pt x="2142" y="388"/>
                    </a:lnTo>
                    <a:lnTo>
                      <a:pt x="2143" y="388"/>
                    </a:lnTo>
                    <a:lnTo>
                      <a:pt x="2145" y="388"/>
                    </a:lnTo>
                    <a:lnTo>
                      <a:pt x="2146" y="388"/>
                    </a:lnTo>
                    <a:lnTo>
                      <a:pt x="2147" y="388"/>
                    </a:lnTo>
                    <a:lnTo>
                      <a:pt x="2149" y="388"/>
                    </a:lnTo>
                    <a:lnTo>
                      <a:pt x="2150" y="388"/>
                    </a:lnTo>
                    <a:lnTo>
                      <a:pt x="2152" y="388"/>
                    </a:lnTo>
                    <a:lnTo>
                      <a:pt x="2153" y="388"/>
                    </a:lnTo>
                    <a:lnTo>
                      <a:pt x="2154" y="387"/>
                    </a:lnTo>
                    <a:lnTo>
                      <a:pt x="2156" y="387"/>
                    </a:lnTo>
                    <a:lnTo>
                      <a:pt x="2157" y="387"/>
                    </a:lnTo>
                    <a:lnTo>
                      <a:pt x="2159" y="387"/>
                    </a:lnTo>
                    <a:lnTo>
                      <a:pt x="2160" y="387"/>
                    </a:lnTo>
                    <a:lnTo>
                      <a:pt x="2161" y="387"/>
                    </a:lnTo>
                  </a:path>
                </a:pathLst>
              </a:custGeom>
              <a:noFill/>
              <a:ln cap="flat" cmpd="sng" w="25400">
                <a:solidFill>
                  <a:srgbClr val="0000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819" name="Google Shape;819;p18"/>
              <p:cNvSpPr/>
              <p:nvPr/>
            </p:nvSpPr>
            <p:spPr>
              <a:xfrm flipH="1" rot="10800000">
                <a:off x="10529888" y="4251325"/>
                <a:ext cx="350837" cy="15875"/>
              </a:xfrm>
              <a:custGeom>
                <a:rect b="b" l="l" r="r" t="t"/>
                <a:pathLst>
                  <a:path extrusionOk="0" h="10" w="238">
                    <a:moveTo>
                      <a:pt x="0" y="9"/>
                    </a:moveTo>
                    <a:lnTo>
                      <a:pt x="1" y="8"/>
                    </a:lnTo>
                    <a:lnTo>
                      <a:pt x="2" y="8"/>
                    </a:lnTo>
                    <a:lnTo>
                      <a:pt x="4" y="8"/>
                    </a:lnTo>
                    <a:lnTo>
                      <a:pt x="5" y="8"/>
                    </a:lnTo>
                    <a:lnTo>
                      <a:pt x="7" y="7"/>
                    </a:lnTo>
                    <a:lnTo>
                      <a:pt x="8" y="6"/>
                    </a:lnTo>
                    <a:lnTo>
                      <a:pt x="9" y="1"/>
                    </a:lnTo>
                    <a:lnTo>
                      <a:pt x="11" y="1"/>
                    </a:lnTo>
                    <a:lnTo>
                      <a:pt x="12" y="1"/>
                    </a:lnTo>
                    <a:lnTo>
                      <a:pt x="14" y="1"/>
                    </a:lnTo>
                    <a:lnTo>
                      <a:pt x="15" y="0"/>
                    </a:lnTo>
                    <a:lnTo>
                      <a:pt x="16" y="0"/>
                    </a:lnTo>
                    <a:lnTo>
                      <a:pt x="18" y="1"/>
                    </a:lnTo>
                    <a:lnTo>
                      <a:pt x="19" y="3"/>
                    </a:lnTo>
                    <a:lnTo>
                      <a:pt x="21" y="3"/>
                    </a:lnTo>
                    <a:lnTo>
                      <a:pt x="22" y="3"/>
                    </a:lnTo>
                    <a:lnTo>
                      <a:pt x="23" y="4"/>
                    </a:lnTo>
                    <a:lnTo>
                      <a:pt x="25" y="4"/>
                    </a:lnTo>
                    <a:lnTo>
                      <a:pt x="26" y="4"/>
                    </a:lnTo>
                    <a:lnTo>
                      <a:pt x="28" y="4"/>
                    </a:lnTo>
                    <a:lnTo>
                      <a:pt x="29" y="4"/>
                    </a:lnTo>
                    <a:lnTo>
                      <a:pt x="31" y="4"/>
                    </a:lnTo>
                    <a:lnTo>
                      <a:pt x="32" y="9"/>
                    </a:lnTo>
                    <a:lnTo>
                      <a:pt x="33" y="8"/>
                    </a:lnTo>
                    <a:lnTo>
                      <a:pt x="35" y="7"/>
                    </a:lnTo>
                    <a:lnTo>
                      <a:pt x="36" y="7"/>
                    </a:lnTo>
                    <a:lnTo>
                      <a:pt x="38" y="7"/>
                    </a:lnTo>
                    <a:lnTo>
                      <a:pt x="39" y="6"/>
                    </a:lnTo>
                    <a:lnTo>
                      <a:pt x="40" y="6"/>
                    </a:lnTo>
                    <a:lnTo>
                      <a:pt x="42" y="6"/>
                    </a:lnTo>
                    <a:lnTo>
                      <a:pt x="43" y="6"/>
                    </a:lnTo>
                    <a:lnTo>
                      <a:pt x="45" y="7"/>
                    </a:lnTo>
                    <a:lnTo>
                      <a:pt x="46" y="7"/>
                    </a:lnTo>
                    <a:lnTo>
                      <a:pt x="47" y="8"/>
                    </a:lnTo>
                    <a:lnTo>
                      <a:pt x="49" y="9"/>
                    </a:lnTo>
                    <a:lnTo>
                      <a:pt x="50" y="10"/>
                    </a:lnTo>
                    <a:lnTo>
                      <a:pt x="52" y="10"/>
                    </a:lnTo>
                    <a:lnTo>
                      <a:pt x="53" y="10"/>
                    </a:lnTo>
                    <a:lnTo>
                      <a:pt x="54" y="10"/>
                    </a:lnTo>
                    <a:lnTo>
                      <a:pt x="56" y="9"/>
                    </a:lnTo>
                    <a:lnTo>
                      <a:pt x="57" y="10"/>
                    </a:lnTo>
                    <a:lnTo>
                      <a:pt x="59" y="9"/>
                    </a:lnTo>
                    <a:lnTo>
                      <a:pt x="60" y="8"/>
                    </a:lnTo>
                    <a:lnTo>
                      <a:pt x="61" y="8"/>
                    </a:lnTo>
                    <a:lnTo>
                      <a:pt x="63" y="10"/>
                    </a:lnTo>
                    <a:lnTo>
                      <a:pt x="64" y="9"/>
                    </a:lnTo>
                    <a:lnTo>
                      <a:pt x="66" y="9"/>
                    </a:lnTo>
                    <a:lnTo>
                      <a:pt x="67" y="9"/>
                    </a:lnTo>
                    <a:lnTo>
                      <a:pt x="68" y="9"/>
                    </a:lnTo>
                    <a:lnTo>
                      <a:pt x="70" y="9"/>
                    </a:lnTo>
                    <a:lnTo>
                      <a:pt x="71" y="9"/>
                    </a:lnTo>
                    <a:lnTo>
                      <a:pt x="73" y="9"/>
                    </a:lnTo>
                    <a:lnTo>
                      <a:pt x="74" y="9"/>
                    </a:lnTo>
                    <a:lnTo>
                      <a:pt x="75" y="9"/>
                    </a:lnTo>
                    <a:lnTo>
                      <a:pt x="77" y="9"/>
                    </a:lnTo>
                    <a:lnTo>
                      <a:pt x="78" y="9"/>
                    </a:lnTo>
                    <a:lnTo>
                      <a:pt x="80" y="9"/>
                    </a:lnTo>
                    <a:lnTo>
                      <a:pt x="81" y="9"/>
                    </a:lnTo>
                    <a:lnTo>
                      <a:pt x="82" y="9"/>
                    </a:lnTo>
                    <a:lnTo>
                      <a:pt x="84" y="9"/>
                    </a:lnTo>
                    <a:lnTo>
                      <a:pt x="85" y="9"/>
                    </a:lnTo>
                    <a:lnTo>
                      <a:pt x="87" y="9"/>
                    </a:lnTo>
                    <a:lnTo>
                      <a:pt x="88" y="9"/>
                    </a:lnTo>
                    <a:lnTo>
                      <a:pt x="90" y="9"/>
                    </a:lnTo>
                    <a:lnTo>
                      <a:pt x="91" y="8"/>
                    </a:lnTo>
                    <a:lnTo>
                      <a:pt x="92" y="8"/>
                    </a:lnTo>
                    <a:lnTo>
                      <a:pt x="94" y="8"/>
                    </a:lnTo>
                    <a:lnTo>
                      <a:pt x="95" y="8"/>
                    </a:lnTo>
                    <a:lnTo>
                      <a:pt x="97" y="8"/>
                    </a:lnTo>
                    <a:lnTo>
                      <a:pt x="98" y="8"/>
                    </a:lnTo>
                    <a:lnTo>
                      <a:pt x="99" y="8"/>
                    </a:lnTo>
                    <a:lnTo>
                      <a:pt x="101" y="8"/>
                    </a:lnTo>
                    <a:lnTo>
                      <a:pt x="102" y="8"/>
                    </a:lnTo>
                    <a:lnTo>
                      <a:pt x="104" y="8"/>
                    </a:lnTo>
                    <a:lnTo>
                      <a:pt x="105" y="8"/>
                    </a:lnTo>
                    <a:lnTo>
                      <a:pt x="106" y="8"/>
                    </a:lnTo>
                    <a:lnTo>
                      <a:pt x="108" y="8"/>
                    </a:lnTo>
                    <a:lnTo>
                      <a:pt x="109" y="8"/>
                    </a:lnTo>
                    <a:lnTo>
                      <a:pt x="111" y="8"/>
                    </a:lnTo>
                    <a:lnTo>
                      <a:pt x="112" y="8"/>
                    </a:lnTo>
                    <a:lnTo>
                      <a:pt x="113" y="8"/>
                    </a:lnTo>
                    <a:lnTo>
                      <a:pt x="115" y="8"/>
                    </a:lnTo>
                    <a:lnTo>
                      <a:pt x="116" y="8"/>
                    </a:lnTo>
                    <a:lnTo>
                      <a:pt x="118" y="8"/>
                    </a:lnTo>
                    <a:lnTo>
                      <a:pt x="119" y="8"/>
                    </a:lnTo>
                    <a:lnTo>
                      <a:pt x="120" y="8"/>
                    </a:lnTo>
                    <a:lnTo>
                      <a:pt x="122" y="8"/>
                    </a:lnTo>
                    <a:lnTo>
                      <a:pt x="123" y="8"/>
                    </a:lnTo>
                    <a:lnTo>
                      <a:pt x="125" y="8"/>
                    </a:lnTo>
                    <a:lnTo>
                      <a:pt x="126" y="8"/>
                    </a:lnTo>
                    <a:lnTo>
                      <a:pt x="127" y="8"/>
                    </a:lnTo>
                    <a:lnTo>
                      <a:pt x="129" y="8"/>
                    </a:lnTo>
                    <a:lnTo>
                      <a:pt x="130" y="8"/>
                    </a:lnTo>
                    <a:lnTo>
                      <a:pt x="132" y="8"/>
                    </a:lnTo>
                    <a:lnTo>
                      <a:pt x="133" y="8"/>
                    </a:lnTo>
                    <a:lnTo>
                      <a:pt x="134" y="8"/>
                    </a:lnTo>
                    <a:lnTo>
                      <a:pt x="136" y="8"/>
                    </a:lnTo>
                    <a:lnTo>
                      <a:pt x="137" y="8"/>
                    </a:lnTo>
                    <a:lnTo>
                      <a:pt x="139" y="8"/>
                    </a:lnTo>
                    <a:lnTo>
                      <a:pt x="140" y="8"/>
                    </a:lnTo>
                    <a:lnTo>
                      <a:pt x="141" y="8"/>
                    </a:lnTo>
                    <a:lnTo>
                      <a:pt x="143" y="8"/>
                    </a:lnTo>
                    <a:lnTo>
                      <a:pt x="144" y="8"/>
                    </a:lnTo>
                    <a:lnTo>
                      <a:pt x="146" y="8"/>
                    </a:lnTo>
                    <a:lnTo>
                      <a:pt x="147" y="8"/>
                    </a:lnTo>
                    <a:lnTo>
                      <a:pt x="148" y="8"/>
                    </a:lnTo>
                    <a:lnTo>
                      <a:pt x="150" y="8"/>
                    </a:lnTo>
                    <a:lnTo>
                      <a:pt x="151" y="8"/>
                    </a:lnTo>
                    <a:lnTo>
                      <a:pt x="153" y="8"/>
                    </a:lnTo>
                    <a:lnTo>
                      <a:pt x="154" y="8"/>
                    </a:lnTo>
                    <a:lnTo>
                      <a:pt x="156" y="8"/>
                    </a:lnTo>
                    <a:lnTo>
                      <a:pt x="157" y="7"/>
                    </a:lnTo>
                    <a:lnTo>
                      <a:pt x="158" y="7"/>
                    </a:lnTo>
                    <a:lnTo>
                      <a:pt x="160" y="7"/>
                    </a:lnTo>
                    <a:lnTo>
                      <a:pt x="161" y="7"/>
                    </a:lnTo>
                    <a:lnTo>
                      <a:pt x="163" y="7"/>
                    </a:lnTo>
                    <a:lnTo>
                      <a:pt x="164" y="7"/>
                    </a:lnTo>
                    <a:lnTo>
                      <a:pt x="165" y="7"/>
                    </a:lnTo>
                    <a:lnTo>
                      <a:pt x="167" y="7"/>
                    </a:lnTo>
                    <a:lnTo>
                      <a:pt x="168" y="7"/>
                    </a:lnTo>
                    <a:lnTo>
                      <a:pt x="170" y="7"/>
                    </a:lnTo>
                    <a:lnTo>
                      <a:pt x="171" y="7"/>
                    </a:lnTo>
                    <a:lnTo>
                      <a:pt x="172" y="7"/>
                    </a:lnTo>
                    <a:lnTo>
                      <a:pt x="174" y="7"/>
                    </a:lnTo>
                    <a:lnTo>
                      <a:pt x="175" y="7"/>
                    </a:lnTo>
                    <a:lnTo>
                      <a:pt x="177" y="7"/>
                    </a:lnTo>
                    <a:lnTo>
                      <a:pt x="178" y="7"/>
                    </a:lnTo>
                    <a:lnTo>
                      <a:pt x="179" y="7"/>
                    </a:lnTo>
                    <a:lnTo>
                      <a:pt x="181" y="7"/>
                    </a:lnTo>
                    <a:lnTo>
                      <a:pt x="182" y="7"/>
                    </a:lnTo>
                    <a:lnTo>
                      <a:pt x="184" y="7"/>
                    </a:lnTo>
                    <a:lnTo>
                      <a:pt x="185" y="7"/>
                    </a:lnTo>
                    <a:lnTo>
                      <a:pt x="186" y="7"/>
                    </a:lnTo>
                    <a:lnTo>
                      <a:pt x="188" y="7"/>
                    </a:lnTo>
                    <a:lnTo>
                      <a:pt x="189" y="7"/>
                    </a:lnTo>
                    <a:lnTo>
                      <a:pt x="191" y="7"/>
                    </a:lnTo>
                    <a:lnTo>
                      <a:pt x="192" y="7"/>
                    </a:lnTo>
                    <a:lnTo>
                      <a:pt x="193" y="7"/>
                    </a:lnTo>
                    <a:lnTo>
                      <a:pt x="195" y="7"/>
                    </a:lnTo>
                    <a:lnTo>
                      <a:pt x="196" y="7"/>
                    </a:lnTo>
                    <a:lnTo>
                      <a:pt x="198" y="7"/>
                    </a:lnTo>
                    <a:lnTo>
                      <a:pt x="199" y="7"/>
                    </a:lnTo>
                    <a:lnTo>
                      <a:pt x="200" y="7"/>
                    </a:lnTo>
                    <a:lnTo>
                      <a:pt x="202" y="7"/>
                    </a:lnTo>
                    <a:lnTo>
                      <a:pt x="203" y="7"/>
                    </a:lnTo>
                    <a:lnTo>
                      <a:pt x="205" y="7"/>
                    </a:lnTo>
                    <a:lnTo>
                      <a:pt x="206" y="7"/>
                    </a:lnTo>
                    <a:lnTo>
                      <a:pt x="207" y="7"/>
                    </a:lnTo>
                    <a:lnTo>
                      <a:pt x="209" y="7"/>
                    </a:lnTo>
                    <a:lnTo>
                      <a:pt x="210" y="7"/>
                    </a:lnTo>
                    <a:lnTo>
                      <a:pt x="212" y="7"/>
                    </a:lnTo>
                    <a:lnTo>
                      <a:pt x="213" y="7"/>
                    </a:lnTo>
                    <a:lnTo>
                      <a:pt x="214" y="7"/>
                    </a:lnTo>
                    <a:lnTo>
                      <a:pt x="216" y="7"/>
                    </a:lnTo>
                    <a:lnTo>
                      <a:pt x="217" y="7"/>
                    </a:lnTo>
                    <a:lnTo>
                      <a:pt x="219" y="6"/>
                    </a:lnTo>
                    <a:lnTo>
                      <a:pt x="220" y="6"/>
                    </a:lnTo>
                    <a:lnTo>
                      <a:pt x="222" y="6"/>
                    </a:lnTo>
                    <a:lnTo>
                      <a:pt x="223" y="6"/>
                    </a:lnTo>
                    <a:lnTo>
                      <a:pt x="224" y="6"/>
                    </a:lnTo>
                    <a:lnTo>
                      <a:pt x="226" y="6"/>
                    </a:lnTo>
                    <a:lnTo>
                      <a:pt x="227" y="6"/>
                    </a:lnTo>
                    <a:lnTo>
                      <a:pt x="229" y="6"/>
                    </a:lnTo>
                    <a:lnTo>
                      <a:pt x="230" y="6"/>
                    </a:lnTo>
                    <a:lnTo>
                      <a:pt x="231" y="6"/>
                    </a:lnTo>
                    <a:lnTo>
                      <a:pt x="233" y="6"/>
                    </a:lnTo>
                    <a:lnTo>
                      <a:pt x="234" y="6"/>
                    </a:lnTo>
                    <a:lnTo>
                      <a:pt x="236" y="6"/>
                    </a:lnTo>
                    <a:lnTo>
                      <a:pt x="237" y="7"/>
                    </a:lnTo>
                    <a:lnTo>
                      <a:pt x="238" y="7"/>
                    </a:lnTo>
                  </a:path>
                </a:pathLst>
              </a:custGeom>
              <a:noFill/>
              <a:ln cap="flat" cmpd="sng" w="25400">
                <a:solidFill>
                  <a:srgbClr val="0000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grpSp>
      </p:grpSp>
      <p:sp>
        <p:nvSpPr>
          <p:cNvPr id="820" name="Google Shape;820;p18"/>
          <p:cNvSpPr txBox="1"/>
          <p:nvPr/>
        </p:nvSpPr>
        <p:spPr>
          <a:xfrm>
            <a:off x="70936" y="4768849"/>
            <a:ext cx="9036134" cy="181588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The raw sensorgrams (green/red) show significant binding response that is substantially higher on the RNA surface.</a:t>
            </a:r>
            <a:endParaRPr sz="16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CTH appears to show binding to the RNA surface, but there is still significant non-specific/background binding of CTH to the MCH surface.</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The ref sub curve has odd morphology due to the differing slopes.</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Both surfaces show good removal of bound protein after regeneration (baseline at 1000 s is close to 0 RU).</a:t>
            </a:r>
            <a:endParaRPr sz="1600">
              <a:solidFill>
                <a:schemeClr val="dk1"/>
              </a:solidFill>
              <a:latin typeface="Arial"/>
              <a:ea typeface="Arial"/>
              <a:cs typeface="Arial"/>
              <a:sym typeface="Arial"/>
            </a:endParaRPr>
          </a:p>
        </p:txBody>
      </p:sp>
      <p:graphicFrame>
        <p:nvGraphicFramePr>
          <p:cNvPr id="821" name="Google Shape;821;p18"/>
          <p:cNvGraphicFramePr/>
          <p:nvPr/>
        </p:nvGraphicFramePr>
        <p:xfrm>
          <a:off x="8937666" y="5127606"/>
          <a:ext cx="3000000" cy="3000000"/>
        </p:xfrm>
        <a:graphic>
          <a:graphicData uri="http://schemas.openxmlformats.org/drawingml/2006/table">
            <a:tbl>
              <a:tblPr>
                <a:noFill/>
                <a:tableStyleId>{50521EC1-74A7-4990-AE84-D3445A6DB4BE}</a:tableStyleId>
              </a:tblPr>
              <a:tblGrid>
                <a:gridCol w="725550"/>
                <a:gridCol w="676350"/>
                <a:gridCol w="528700"/>
                <a:gridCol w="627125"/>
                <a:gridCol w="547750"/>
              </a:tblGrid>
              <a:tr h="182875">
                <a:tc>
                  <a:txBody>
                    <a:bodyPr/>
                    <a:lstStyle/>
                    <a:p>
                      <a:pPr indent="0" lvl="0" marL="0" marR="0" rtl="0" algn="ctr">
                        <a:spcBef>
                          <a:spcPts val="0"/>
                        </a:spcBef>
                        <a:spcAft>
                          <a:spcPts val="0"/>
                        </a:spcAft>
                        <a:buNone/>
                      </a:pPr>
                      <a:r>
                        <a:t/>
                      </a:r>
                      <a:endParaRPr b="1"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t/>
                      </a:r>
                      <a:endParaRPr b="1"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gridSpan="3">
                  <a:txBody>
                    <a:bodyPr/>
                    <a:lstStyle/>
                    <a:p>
                      <a:pPr indent="0" lvl="0" marL="0" marR="0" rtl="0" algn="ctr">
                        <a:spcBef>
                          <a:spcPts val="0"/>
                        </a:spcBef>
                        <a:spcAft>
                          <a:spcPts val="0"/>
                        </a:spcAft>
                        <a:buNone/>
                      </a:pPr>
                      <a:r>
                        <a:rPr b="1" i="0" lang="en-US" sz="1400" u="none" cap="none" strike="noStrike">
                          <a:solidFill>
                            <a:schemeClr val="dk1"/>
                          </a:solidFill>
                          <a:latin typeface="Arial"/>
                          <a:ea typeface="Arial"/>
                          <a:cs typeface="Arial"/>
                          <a:sym typeface="Arial"/>
                        </a:rPr>
                        <a:t>Binding Resp (RU)</a:t>
                      </a:r>
                      <a:endParaRPr b="1" i="0" sz="1400" u="none" cap="none" strike="noStrike">
                        <a:solidFill>
                          <a:schemeClr val="dk1"/>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hMerge="1"/>
                <a:tc hMerge="1"/>
              </a:tr>
              <a:tr h="182875">
                <a:tc>
                  <a:txBody>
                    <a:bodyPr/>
                    <a:lstStyle/>
                    <a:p>
                      <a:pPr indent="0" lvl="0" marL="0" marR="0" rtl="0" algn="ctr">
                        <a:spcBef>
                          <a:spcPts val="0"/>
                        </a:spcBef>
                        <a:spcAft>
                          <a:spcPts val="0"/>
                        </a:spcAft>
                        <a:buNone/>
                      </a:pPr>
                      <a:r>
                        <a:rPr b="1" lang="en-US" sz="1400" u="none" cap="none" strike="noStrike">
                          <a:latin typeface="Arial"/>
                          <a:ea typeface="Arial"/>
                          <a:cs typeface="Arial"/>
                          <a:sym typeface="Arial"/>
                        </a:rPr>
                        <a:t>Analyte</a:t>
                      </a:r>
                      <a:endParaRPr b="1"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u="none" cap="none" strike="noStrike">
                          <a:latin typeface="Arial"/>
                          <a:ea typeface="Arial"/>
                          <a:cs typeface="Arial"/>
                          <a:sym typeface="Arial"/>
                        </a:rPr>
                        <a:t>Conc</a:t>
                      </a:r>
                      <a:endParaRPr b="1"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u="none" cap="none" strike="noStrike">
                          <a:solidFill>
                            <a:srgbClr val="FF0000"/>
                          </a:solidFill>
                          <a:latin typeface="Arial"/>
                          <a:ea typeface="Arial"/>
                          <a:cs typeface="Arial"/>
                          <a:sym typeface="Arial"/>
                        </a:rPr>
                        <a:t>Fc1</a:t>
                      </a:r>
                      <a:endParaRPr b="1" i="0" sz="1400" u="none" cap="none" strike="noStrike">
                        <a:solidFill>
                          <a:srgbClr val="FF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u="none" cap="none" strike="noStrike">
                          <a:solidFill>
                            <a:srgbClr val="228B22"/>
                          </a:solidFill>
                          <a:latin typeface="Arial"/>
                          <a:ea typeface="Arial"/>
                          <a:cs typeface="Arial"/>
                          <a:sym typeface="Arial"/>
                        </a:rPr>
                        <a:t>Fc3</a:t>
                      </a:r>
                      <a:endParaRPr b="1" i="0" sz="1400" u="none" cap="none" strike="noStrike">
                        <a:solidFill>
                          <a:srgbClr val="228B22"/>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u="none" cap="none" strike="noStrike">
                          <a:solidFill>
                            <a:srgbClr val="0000FF"/>
                          </a:solidFill>
                          <a:latin typeface="Arial"/>
                          <a:ea typeface="Arial"/>
                          <a:cs typeface="Arial"/>
                          <a:sym typeface="Arial"/>
                        </a:rPr>
                        <a:t>Fc3-1</a:t>
                      </a:r>
                      <a:endParaRPr b="1" i="0" sz="1400" u="none" cap="none" strike="noStrike">
                        <a:solidFill>
                          <a:srgbClr val="0000FF"/>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r>
              <a:tr h="182875">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CTH</a:t>
                      </a:r>
                      <a:endParaRPr b="0"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100 nM</a:t>
                      </a:r>
                      <a:endParaRPr b="0"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599.4</a:t>
                      </a:r>
                      <a:endParaRPr b="0"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1150.0</a:t>
                      </a:r>
                      <a:endParaRPr b="0"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550.6</a:t>
                      </a:r>
                      <a:endParaRPr b="0" i="0" sz="1400" u="none" cap="none" strike="noStrike">
                        <a:solidFill>
                          <a:srgbClr val="000000"/>
                        </a:solidFill>
                        <a:latin typeface="Arial"/>
                        <a:ea typeface="Arial"/>
                        <a:cs typeface="Arial"/>
                        <a:sym typeface="Arial"/>
                      </a:endParaRPr>
                    </a:p>
                  </a:txBody>
                  <a:tcPr marT="18300" marB="18300" marR="18300" marL="18300" anchor="ctr">
                    <a:lnT cap="flat" cmpd="sng" w="12700">
                      <a:solidFill>
                        <a:schemeClr val="dk1"/>
                      </a:solidFill>
                      <a:prstDash val="solid"/>
                      <a:round/>
                      <a:headEnd len="sm" w="sm" type="none"/>
                      <a:tailEnd len="sm" w="sm" type="none"/>
                    </a:lnT>
                  </a:tcPr>
                </a:tc>
              </a:tr>
              <a:tr h="182875">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CTH</a:t>
                      </a:r>
                      <a:endParaRPr b="0"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200 nM</a:t>
                      </a:r>
                      <a:endParaRPr b="0"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806.3</a:t>
                      </a:r>
                      <a:endParaRPr b="0"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1479.0</a:t>
                      </a:r>
                      <a:endParaRPr b="0"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673.9</a:t>
                      </a:r>
                      <a:endParaRPr b="0" i="0" sz="1400" u="none" cap="none" strike="noStrike">
                        <a:solidFill>
                          <a:srgbClr val="000000"/>
                        </a:solidFill>
                        <a:latin typeface="Arial"/>
                        <a:ea typeface="Arial"/>
                        <a:cs typeface="Arial"/>
                        <a:sym typeface="Arial"/>
                      </a:endParaRPr>
                    </a:p>
                  </a:txBody>
                  <a:tcPr marT="18300" marB="18300" marR="18300" marL="18300" anchor="ctr">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19"/>
          <p:cNvSpPr txBox="1"/>
          <p:nvPr/>
        </p:nvSpPr>
        <p:spPr>
          <a:xfrm>
            <a:off x="1704352" y="80914"/>
            <a:ext cx="8783297"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dk2"/>
                </a:solidFill>
                <a:latin typeface="Arial"/>
                <a:ea typeface="Arial"/>
                <a:cs typeface="Arial"/>
                <a:sym typeface="Arial"/>
              </a:rPr>
              <a:t>Conclusions</a:t>
            </a:r>
            <a:endParaRPr b="1" sz="3200">
              <a:solidFill>
                <a:schemeClr val="dk2"/>
              </a:solidFill>
              <a:latin typeface="Arial"/>
              <a:ea typeface="Arial"/>
              <a:cs typeface="Arial"/>
              <a:sym typeface="Arial"/>
            </a:endParaRPr>
          </a:p>
        </p:txBody>
      </p:sp>
      <p:sp>
        <p:nvSpPr>
          <p:cNvPr id="827" name="Google Shape;827;p19"/>
          <p:cNvSpPr txBox="1"/>
          <p:nvPr/>
        </p:nvSpPr>
        <p:spPr>
          <a:xfrm>
            <a:off x="192157" y="805069"/>
            <a:ext cx="11807687" cy="587853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Binding response appears strongest with H4, followed by CTH, then H3.2</a:t>
            </a:r>
            <a:endParaRPr/>
          </a:p>
          <a:p>
            <a:pPr indent="-285750" lvl="0" marL="285750" marR="0" rtl="0" algn="l">
              <a:spcBef>
                <a:spcPts val="600"/>
              </a:spcBef>
              <a:spcAft>
                <a:spcPts val="0"/>
              </a:spcAft>
              <a:buClr>
                <a:schemeClr val="dk1"/>
              </a:buClr>
              <a:buSzPts val="1600"/>
              <a:buFont typeface="Arial"/>
              <a:buChar char="•"/>
            </a:pPr>
            <a:r>
              <a:rPr lang="en-US" sz="1600">
                <a:solidFill>
                  <a:schemeClr val="dk1"/>
                </a:solidFill>
                <a:latin typeface="Arial"/>
                <a:ea typeface="Arial"/>
                <a:cs typeface="Arial"/>
                <a:sym typeface="Arial"/>
              </a:rPr>
              <a:t>For H3.2, H4, and CTH the raw curves look alright, but the reference subtracted curves have odd morphology. This is due to the differing slopes of the control and active flow cells. It is possible that these differing slopes indicate that different binding interactions are occurring on each flow cell. Conceivably, the control flow cell is showing non-specific binding between the histone and the “blank” MCH surface whereas the active flow cell is showing specific binding between the histone and the RNA.</a:t>
            </a:r>
            <a:endParaRPr/>
          </a:p>
          <a:p>
            <a:pPr indent="-285750" lvl="0" marL="285750" marR="0" rtl="0" algn="l">
              <a:spcBef>
                <a:spcPts val="600"/>
              </a:spcBef>
              <a:spcAft>
                <a:spcPts val="0"/>
              </a:spcAft>
              <a:buClr>
                <a:schemeClr val="dk1"/>
              </a:buClr>
              <a:buSzPts val="1600"/>
              <a:buFont typeface="Arial"/>
              <a:buChar char="•"/>
            </a:pPr>
            <a:r>
              <a:rPr lang="en-US" sz="1600">
                <a:solidFill>
                  <a:schemeClr val="dk1"/>
                </a:solidFill>
                <a:latin typeface="Arial"/>
                <a:ea typeface="Arial"/>
                <a:cs typeface="Arial"/>
                <a:sym typeface="Arial"/>
              </a:rPr>
              <a:t>Seeing non-specific binding to a blank flow cell is not unusual, although typically the accumulation of protein on the blank surface forms a layer after the first one or two cycles and any interference from the non-specific binding is mitigated in subsequent cycles.</a:t>
            </a:r>
            <a:endParaRPr/>
          </a:p>
          <a:p>
            <a:pPr indent="-285750" lvl="0" marL="285750" marR="0" rtl="0" algn="l">
              <a:spcBef>
                <a:spcPts val="600"/>
              </a:spcBef>
              <a:spcAft>
                <a:spcPts val="0"/>
              </a:spcAft>
              <a:buClr>
                <a:schemeClr val="dk1"/>
              </a:buClr>
              <a:buSzPts val="1600"/>
              <a:buFont typeface="Arial"/>
              <a:buChar char="•"/>
            </a:pPr>
            <a:r>
              <a:rPr lang="en-US" sz="1600">
                <a:solidFill>
                  <a:schemeClr val="dk1"/>
                </a:solidFill>
                <a:latin typeface="Arial"/>
                <a:ea typeface="Arial"/>
                <a:cs typeface="Arial"/>
                <a:sym typeface="Arial"/>
              </a:rPr>
              <a:t>However in this case, I believe the issue may be due to a few factors:</a:t>
            </a:r>
            <a:endParaRPr sz="1600">
              <a:solidFill>
                <a:schemeClr val="dk1"/>
              </a:solidFill>
              <a:latin typeface="Arial"/>
              <a:ea typeface="Arial"/>
              <a:cs typeface="Arial"/>
              <a:sym typeface="Arial"/>
            </a:endParaRPr>
          </a:p>
          <a:p>
            <a:pPr indent="-342900" lvl="1" marL="800100" marR="0" rtl="0" algn="l">
              <a:spcBef>
                <a:spcPts val="600"/>
              </a:spcBef>
              <a:spcAft>
                <a:spcPts val="0"/>
              </a:spcAft>
              <a:buClr>
                <a:schemeClr val="dk1"/>
              </a:buClr>
              <a:buSzPts val="1600"/>
              <a:buFont typeface="Calibri"/>
              <a:buAutoNum type="arabicPeriod"/>
            </a:pPr>
            <a:r>
              <a:rPr b="0" i="0" lang="en-US" sz="1600" u="none" cap="none" strike="noStrike">
                <a:solidFill>
                  <a:schemeClr val="dk1"/>
                </a:solidFill>
                <a:latin typeface="Arial"/>
                <a:ea typeface="Arial"/>
                <a:cs typeface="Arial"/>
                <a:sym typeface="Arial"/>
              </a:rPr>
              <a:t>The control surface has more exposed gold as the MCH alone doesn’t mask as much of the surface as the RNA plus the MCH, which allows the histones to bind non-specifically to exposed gold.</a:t>
            </a:r>
            <a:endParaRPr/>
          </a:p>
          <a:p>
            <a:pPr indent="0" lvl="0" marL="0" marR="0" rtl="0" algn="l">
              <a:spcBef>
                <a:spcPts val="600"/>
              </a:spcBef>
              <a:spcAft>
                <a:spcPts val="0"/>
              </a:spcAft>
              <a:buNone/>
            </a:pPr>
            <a:r>
              <a:rPr lang="en-US" sz="1600">
                <a:solidFill>
                  <a:schemeClr val="dk1"/>
                </a:solidFill>
                <a:latin typeface="Arial"/>
                <a:ea typeface="Arial"/>
                <a:cs typeface="Arial"/>
                <a:sym typeface="Arial"/>
              </a:rPr>
              <a:t>OR</a:t>
            </a:r>
            <a:endParaRPr/>
          </a:p>
          <a:p>
            <a:pPr indent="-342900" lvl="1" marL="800100" marR="0" rtl="0" algn="l">
              <a:spcBef>
                <a:spcPts val="600"/>
              </a:spcBef>
              <a:spcAft>
                <a:spcPts val="0"/>
              </a:spcAft>
              <a:buClr>
                <a:schemeClr val="dk1"/>
              </a:buClr>
              <a:buSzPts val="1600"/>
              <a:buFont typeface="Calibri"/>
              <a:buAutoNum type="arabicPeriod"/>
            </a:pPr>
            <a:r>
              <a:rPr b="0" i="0" lang="en-US" sz="1600" u="none" cap="none" strike="noStrike">
                <a:solidFill>
                  <a:schemeClr val="dk1"/>
                </a:solidFill>
                <a:latin typeface="Arial"/>
                <a:ea typeface="Arial"/>
                <a:cs typeface="Arial"/>
                <a:sym typeface="Arial"/>
              </a:rPr>
              <a:t>The MCH forms an amorphous, “sticky” layer on the blank gold surface to which the histone binds non-specifically and thus the MCH surface is not a good negative control for this experiment.</a:t>
            </a:r>
            <a:endParaRPr/>
          </a:p>
          <a:p>
            <a:pPr indent="0" lvl="0" marL="0" marR="0" rtl="0" algn="l">
              <a:spcBef>
                <a:spcPts val="600"/>
              </a:spcBef>
              <a:spcAft>
                <a:spcPts val="0"/>
              </a:spcAft>
              <a:buNone/>
            </a:pPr>
            <a:r>
              <a:rPr lang="en-US" sz="1600">
                <a:solidFill>
                  <a:schemeClr val="dk1"/>
                </a:solidFill>
                <a:latin typeface="Arial"/>
                <a:ea typeface="Arial"/>
                <a:cs typeface="Arial"/>
                <a:sym typeface="Arial"/>
              </a:rPr>
              <a:t>AND</a:t>
            </a:r>
            <a:endParaRPr/>
          </a:p>
          <a:p>
            <a:pPr indent="-342900" lvl="1" marL="800100" marR="0" rtl="0" algn="l">
              <a:spcBef>
                <a:spcPts val="600"/>
              </a:spcBef>
              <a:spcAft>
                <a:spcPts val="0"/>
              </a:spcAft>
              <a:buClr>
                <a:schemeClr val="dk1"/>
              </a:buClr>
              <a:buSzPts val="1600"/>
              <a:buFont typeface="Calibri"/>
              <a:buAutoNum type="arabicPeriod"/>
            </a:pPr>
            <a:r>
              <a:rPr b="0" i="0" lang="en-US" sz="1600" u="none" cap="none" strike="noStrike">
                <a:solidFill>
                  <a:schemeClr val="dk1"/>
                </a:solidFill>
                <a:latin typeface="Arial"/>
                <a:ea typeface="Arial"/>
                <a:cs typeface="Arial"/>
                <a:sym typeface="Arial"/>
              </a:rPr>
              <a:t>The regeneration conditions necessary to remove the histones from the RNA are strong enough that they actually remove any of the non-specifically adsorbed protein on the control flow cell, thus preventing the typical accumulation of protein on the blank surface resulting in large non-specific binding responses that don’t attenuate in subsequent cycles.</a:t>
            </a:r>
            <a:endParaRPr/>
          </a:p>
          <a:p>
            <a:pPr indent="-342900" lvl="2" marL="1257300" marR="0" rtl="0" algn="l">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This is supported by the fact that weaker regeneration conditions could partially regenerate the RNA surface with little to no impact on the control surface.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20"/>
          <p:cNvSpPr/>
          <p:nvPr/>
        </p:nvSpPr>
        <p:spPr>
          <a:xfrm>
            <a:off x="410817" y="1011272"/>
            <a:ext cx="11370365" cy="2462213"/>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The solution I propose is to order a thiolated, scrambled RNA or non-histone binding RNA aptamer of similar proportions to the experimental KU7 RNA aptamer. With that, we can generate a true control surface that will allow us to differentiate the specific RNA-histone interaction from the non-specific background binding.</a:t>
            </a:r>
            <a:endParaRPr/>
          </a:p>
          <a:p>
            <a:pPr indent="-342900" lvl="0" marL="342900" marR="0" rtl="0" algn="l">
              <a:spcBef>
                <a:spcPts val="600"/>
              </a:spcBef>
              <a:spcAft>
                <a:spcPts val="0"/>
              </a:spcAft>
              <a:buClr>
                <a:schemeClr val="dk1"/>
              </a:buClr>
              <a:buSzPts val="1600"/>
              <a:buFont typeface="Arial"/>
              <a:buChar char="•"/>
            </a:pPr>
            <a:r>
              <a:rPr lang="en-US" sz="1600">
                <a:solidFill>
                  <a:schemeClr val="dk1"/>
                </a:solidFill>
                <a:latin typeface="Arial"/>
                <a:ea typeface="Arial"/>
                <a:cs typeface="Arial"/>
                <a:sym typeface="Arial"/>
              </a:rPr>
              <a:t>If we are able to show that the binding responses observed on the RNA surface are solely due to the specific RNA-histone interaction, then we can forgo the use of a negative control surface and rely on a negative control analyte (BSA) as the reference.</a:t>
            </a:r>
            <a:endParaRPr sz="1600">
              <a:solidFill>
                <a:schemeClr val="dk1"/>
              </a:solidFill>
              <a:latin typeface="Arial"/>
              <a:ea typeface="Arial"/>
              <a:cs typeface="Arial"/>
              <a:sym typeface="Arial"/>
            </a:endParaRPr>
          </a:p>
          <a:p>
            <a:pPr indent="-342900" lvl="0" marL="342900" marR="0" rtl="0" algn="l">
              <a:spcBef>
                <a:spcPts val="600"/>
              </a:spcBef>
              <a:spcAft>
                <a:spcPts val="0"/>
              </a:spcAft>
              <a:buClr>
                <a:schemeClr val="dk1"/>
              </a:buClr>
              <a:buSzPts val="1600"/>
              <a:buFont typeface="Arial"/>
              <a:buChar char="•"/>
            </a:pPr>
            <a:r>
              <a:rPr lang="en-US" sz="1600">
                <a:solidFill>
                  <a:schemeClr val="dk1"/>
                </a:solidFill>
                <a:latin typeface="Arial"/>
                <a:ea typeface="Arial"/>
                <a:cs typeface="Arial"/>
                <a:sym typeface="Arial"/>
              </a:rPr>
              <a:t>Without the above information we wouldn’t be able to make a definitive conclusion that the binding responses we are seeing is a specific interaction between the histone and the KU7 RNA aptamer or non-specific binding of the histone to a generic RNA. </a:t>
            </a:r>
            <a:endParaRPr/>
          </a:p>
        </p:txBody>
      </p:sp>
      <p:sp>
        <p:nvSpPr>
          <p:cNvPr id="833" name="Google Shape;833;p20"/>
          <p:cNvSpPr txBox="1"/>
          <p:nvPr/>
        </p:nvSpPr>
        <p:spPr>
          <a:xfrm>
            <a:off x="1704352" y="80914"/>
            <a:ext cx="8783297"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dk2"/>
                </a:solidFill>
                <a:latin typeface="Arial"/>
                <a:ea typeface="Arial"/>
                <a:cs typeface="Arial"/>
                <a:sym typeface="Arial"/>
              </a:rPr>
              <a:t>Conclusions (contd)</a:t>
            </a:r>
            <a:endParaRPr b="1" sz="3200">
              <a:solidFill>
                <a:schemeClr val="dk2"/>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Wid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