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duhsnas-pri.dhe.duke.edu\dusom_dhvi\all_staff\Investigators\Alam\Laboratory\A-Brian%20W\Experimental%20Data-Projects\Core%20User%20Projects\Spyros%20Pavlidis\221019_SP_190315_922kdc_SPR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\\duhsnas-pri.dhe.duke.edu\dusom_dhvi\all_staff\Investigators\Alam\Laboratory\A-Ken\BIA%20Core%20Facility\Core%20User%20Projects\Spyros%20Pavlidis\231017_SP_190316_922kdc_SP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In-Situ</a:t>
            </a:r>
            <a:r>
              <a:rPr lang="en-US" baseline="0"/>
              <a:t> Surface - </a:t>
            </a:r>
            <a:r>
              <a:rPr lang="en-US"/>
              <a:t>Screen w/ Regen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Bind_01!$A$3</c:f>
              <c:strCache>
                <c:ptCount val="1"/>
                <c:pt idx="0">
                  <c:v>Blank Au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(Bind_01!$B$3:$C$5,Bind_01!$B$7:$C$9,Bind_01!$B$11:$C$13)</c:f>
              <c:multiLvlStrCache>
                <c:ptCount val="9"/>
                <c:lvl>
                  <c:pt idx="0">
                    <c:v>0.5</c:v>
                  </c:pt>
                  <c:pt idx="1">
                    <c:v>0.5</c:v>
                  </c:pt>
                  <c:pt idx="2">
                    <c:v>0.5</c:v>
                  </c:pt>
                  <c:pt idx="3">
                    <c:v>5</c:v>
                  </c:pt>
                  <c:pt idx="4">
                    <c:v>5</c:v>
                  </c:pt>
                  <c:pt idx="5">
                    <c:v>5</c:v>
                  </c:pt>
                  <c:pt idx="6">
                    <c:v>50</c:v>
                  </c:pt>
                  <c:pt idx="7">
                    <c:v>50</c:v>
                  </c:pt>
                  <c:pt idx="8">
                    <c:v>50</c:v>
                  </c:pt>
                </c:lvl>
                <c:lvl>
                  <c:pt idx="0">
                    <c:v>BSA</c:v>
                  </c:pt>
                  <c:pt idx="1">
                    <c:v>H4</c:v>
                  </c:pt>
                  <c:pt idx="2">
                    <c:v>CTH</c:v>
                  </c:pt>
                  <c:pt idx="3">
                    <c:v>BSA</c:v>
                  </c:pt>
                  <c:pt idx="4">
                    <c:v>H4</c:v>
                  </c:pt>
                  <c:pt idx="5">
                    <c:v>CTH</c:v>
                  </c:pt>
                  <c:pt idx="6">
                    <c:v>BSA</c:v>
                  </c:pt>
                  <c:pt idx="7">
                    <c:v>H4</c:v>
                  </c:pt>
                  <c:pt idx="8">
                    <c:v>CTH</c:v>
                  </c:pt>
                </c:lvl>
              </c:multiLvlStrCache>
            </c:multiLvlStrRef>
          </c:cat>
          <c:val>
            <c:numRef>
              <c:f>(Bind_01!$G$3:$G$5,Bind_01!$G$7:$G$9,Bind_01!$G$11:$G$13)</c:f>
              <c:numCache>
                <c:formatCode>0.0</c:formatCode>
                <c:ptCount val="9"/>
                <c:pt idx="0">
                  <c:v>-6.1000000000000014</c:v>
                </c:pt>
                <c:pt idx="1">
                  <c:v>229.8</c:v>
                </c:pt>
                <c:pt idx="2">
                  <c:v>148.19999999999999</c:v>
                </c:pt>
                <c:pt idx="3">
                  <c:v>85.7</c:v>
                </c:pt>
                <c:pt idx="4">
                  <c:v>1480.8</c:v>
                </c:pt>
                <c:pt idx="5">
                  <c:v>548.70000000000005</c:v>
                </c:pt>
                <c:pt idx="6">
                  <c:v>135.70000000000002</c:v>
                </c:pt>
                <c:pt idx="7">
                  <c:v>1512.9</c:v>
                </c:pt>
                <c:pt idx="8">
                  <c:v>704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21-4751-A82E-8B9801721079}"/>
            </c:ext>
          </c:extLst>
        </c:ser>
        <c:ser>
          <c:idx val="1"/>
          <c:order val="1"/>
          <c:tx>
            <c:strRef>
              <c:f>Bind_01!$A$26</c:f>
              <c:strCache>
                <c:ptCount val="1"/>
                <c:pt idx="0">
                  <c:v>PEG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(Bind_01!$B$3:$C$5,Bind_01!$B$7:$C$9,Bind_01!$B$11:$C$13)</c:f>
              <c:multiLvlStrCache>
                <c:ptCount val="9"/>
                <c:lvl>
                  <c:pt idx="0">
                    <c:v>0.5</c:v>
                  </c:pt>
                  <c:pt idx="1">
                    <c:v>0.5</c:v>
                  </c:pt>
                  <c:pt idx="2">
                    <c:v>0.5</c:v>
                  </c:pt>
                  <c:pt idx="3">
                    <c:v>5</c:v>
                  </c:pt>
                  <c:pt idx="4">
                    <c:v>5</c:v>
                  </c:pt>
                  <c:pt idx="5">
                    <c:v>5</c:v>
                  </c:pt>
                  <c:pt idx="6">
                    <c:v>50</c:v>
                  </c:pt>
                  <c:pt idx="7">
                    <c:v>50</c:v>
                  </c:pt>
                  <c:pt idx="8">
                    <c:v>50</c:v>
                  </c:pt>
                </c:lvl>
                <c:lvl>
                  <c:pt idx="0">
                    <c:v>BSA</c:v>
                  </c:pt>
                  <c:pt idx="1">
                    <c:v>H4</c:v>
                  </c:pt>
                  <c:pt idx="2">
                    <c:v>CTH</c:v>
                  </c:pt>
                  <c:pt idx="3">
                    <c:v>BSA</c:v>
                  </c:pt>
                  <c:pt idx="4">
                    <c:v>H4</c:v>
                  </c:pt>
                  <c:pt idx="5">
                    <c:v>CTH</c:v>
                  </c:pt>
                  <c:pt idx="6">
                    <c:v>BSA</c:v>
                  </c:pt>
                  <c:pt idx="7">
                    <c:v>H4</c:v>
                  </c:pt>
                  <c:pt idx="8">
                    <c:v>CTH</c:v>
                  </c:pt>
                </c:lvl>
              </c:multiLvlStrCache>
            </c:multiLvlStrRef>
          </c:cat>
          <c:val>
            <c:numRef>
              <c:f>(Bind_01!$G$27:$G$29,Bind_01!$G$31:$G$33,Bind_01!$G$35:$G$37)</c:f>
              <c:numCache>
                <c:formatCode>0.0</c:formatCode>
                <c:ptCount val="9"/>
                <c:pt idx="0">
                  <c:v>-0.69999999999999929</c:v>
                </c:pt>
                <c:pt idx="1">
                  <c:v>115.69999999999999</c:v>
                </c:pt>
                <c:pt idx="2">
                  <c:v>60.900000000000006</c:v>
                </c:pt>
                <c:pt idx="3">
                  <c:v>45.5</c:v>
                </c:pt>
                <c:pt idx="4">
                  <c:v>1168.0999999999999</c:v>
                </c:pt>
                <c:pt idx="5">
                  <c:v>415.1</c:v>
                </c:pt>
                <c:pt idx="6">
                  <c:v>75.600000000000009</c:v>
                </c:pt>
                <c:pt idx="7">
                  <c:v>1417.1000000000001</c:v>
                </c:pt>
                <c:pt idx="8">
                  <c:v>521.6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21-4751-A82E-8B9801721079}"/>
            </c:ext>
          </c:extLst>
        </c:ser>
        <c:ser>
          <c:idx val="2"/>
          <c:order val="2"/>
          <c:tx>
            <c:strRef>
              <c:f>Bind_01!$A$50</c:f>
              <c:strCache>
                <c:ptCount val="1"/>
                <c:pt idx="0">
                  <c:v>KU7+PEG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(Bind_01!$B$3:$C$5,Bind_01!$B$7:$C$9,Bind_01!$B$11:$C$13)</c:f>
              <c:multiLvlStrCache>
                <c:ptCount val="9"/>
                <c:lvl>
                  <c:pt idx="0">
                    <c:v>0.5</c:v>
                  </c:pt>
                  <c:pt idx="1">
                    <c:v>0.5</c:v>
                  </c:pt>
                  <c:pt idx="2">
                    <c:v>0.5</c:v>
                  </c:pt>
                  <c:pt idx="3">
                    <c:v>5</c:v>
                  </c:pt>
                  <c:pt idx="4">
                    <c:v>5</c:v>
                  </c:pt>
                  <c:pt idx="5">
                    <c:v>5</c:v>
                  </c:pt>
                  <c:pt idx="6">
                    <c:v>50</c:v>
                  </c:pt>
                  <c:pt idx="7">
                    <c:v>50</c:v>
                  </c:pt>
                  <c:pt idx="8">
                    <c:v>50</c:v>
                  </c:pt>
                </c:lvl>
                <c:lvl>
                  <c:pt idx="0">
                    <c:v>BSA</c:v>
                  </c:pt>
                  <c:pt idx="1">
                    <c:v>H4</c:v>
                  </c:pt>
                  <c:pt idx="2">
                    <c:v>CTH</c:v>
                  </c:pt>
                  <c:pt idx="3">
                    <c:v>BSA</c:v>
                  </c:pt>
                  <c:pt idx="4">
                    <c:v>H4</c:v>
                  </c:pt>
                  <c:pt idx="5">
                    <c:v>CTH</c:v>
                  </c:pt>
                  <c:pt idx="6">
                    <c:v>BSA</c:v>
                  </c:pt>
                  <c:pt idx="7">
                    <c:v>H4</c:v>
                  </c:pt>
                  <c:pt idx="8">
                    <c:v>CTH</c:v>
                  </c:pt>
                </c:lvl>
              </c:multiLvlStrCache>
            </c:multiLvlStrRef>
          </c:cat>
          <c:val>
            <c:numRef>
              <c:f>(Bind_01!$G$51:$G$53,Bind_01!$G$55:$G$57,Bind_01!$G$59:$G$61)</c:f>
              <c:numCache>
                <c:formatCode>0.0</c:formatCode>
                <c:ptCount val="9"/>
                <c:pt idx="0">
                  <c:v>-12</c:v>
                </c:pt>
                <c:pt idx="1">
                  <c:v>352.5</c:v>
                </c:pt>
                <c:pt idx="2">
                  <c:v>422.3</c:v>
                </c:pt>
                <c:pt idx="3">
                  <c:v>6.6</c:v>
                </c:pt>
                <c:pt idx="4">
                  <c:v>2013</c:v>
                </c:pt>
                <c:pt idx="5">
                  <c:v>1105.2</c:v>
                </c:pt>
                <c:pt idx="6">
                  <c:v>17.100000000000001</c:v>
                </c:pt>
                <c:pt idx="7">
                  <c:v>2675.5</c:v>
                </c:pt>
                <c:pt idx="8">
                  <c:v>1514.3999999999999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21-4751-A82E-8B9801721079}"/>
            </c:ext>
          </c:extLst>
        </c:ser>
        <c:ser>
          <c:idx val="3"/>
          <c:order val="3"/>
          <c:tx>
            <c:strRef>
              <c:f>Bind_01!$A$74</c:f>
              <c:strCache>
                <c:ptCount val="1"/>
                <c:pt idx="0">
                  <c:v>KU7+PEG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(Bind_01!$B$3:$C$5,Bind_01!$B$7:$C$9,Bind_01!$B$11:$C$13)</c:f>
              <c:multiLvlStrCache>
                <c:ptCount val="9"/>
                <c:lvl>
                  <c:pt idx="0">
                    <c:v>0.5</c:v>
                  </c:pt>
                  <c:pt idx="1">
                    <c:v>0.5</c:v>
                  </c:pt>
                  <c:pt idx="2">
                    <c:v>0.5</c:v>
                  </c:pt>
                  <c:pt idx="3">
                    <c:v>5</c:v>
                  </c:pt>
                  <c:pt idx="4">
                    <c:v>5</c:v>
                  </c:pt>
                  <c:pt idx="5">
                    <c:v>5</c:v>
                  </c:pt>
                  <c:pt idx="6">
                    <c:v>50</c:v>
                  </c:pt>
                  <c:pt idx="7">
                    <c:v>50</c:v>
                  </c:pt>
                  <c:pt idx="8">
                    <c:v>50</c:v>
                  </c:pt>
                </c:lvl>
                <c:lvl>
                  <c:pt idx="0">
                    <c:v>BSA</c:v>
                  </c:pt>
                  <c:pt idx="1">
                    <c:v>H4</c:v>
                  </c:pt>
                  <c:pt idx="2">
                    <c:v>CTH</c:v>
                  </c:pt>
                  <c:pt idx="3">
                    <c:v>BSA</c:v>
                  </c:pt>
                  <c:pt idx="4">
                    <c:v>H4</c:v>
                  </c:pt>
                  <c:pt idx="5">
                    <c:v>CTH</c:v>
                  </c:pt>
                  <c:pt idx="6">
                    <c:v>BSA</c:v>
                  </c:pt>
                  <c:pt idx="7">
                    <c:v>H4</c:v>
                  </c:pt>
                  <c:pt idx="8">
                    <c:v>CTH</c:v>
                  </c:pt>
                </c:lvl>
              </c:multiLvlStrCache>
            </c:multiLvlStrRef>
          </c:cat>
          <c:val>
            <c:numRef>
              <c:f>(Bind_01!$G$75:$G$77,Bind_01!$G$79:$G$81,Bind_01!$G$83:$G$85)</c:f>
              <c:numCache>
                <c:formatCode>0.0</c:formatCode>
                <c:ptCount val="9"/>
                <c:pt idx="0">
                  <c:v>-6.2000000000000011</c:v>
                </c:pt>
                <c:pt idx="1">
                  <c:v>186.8</c:v>
                </c:pt>
                <c:pt idx="2">
                  <c:v>257.59999999999997</c:v>
                </c:pt>
                <c:pt idx="3">
                  <c:v>9.1</c:v>
                </c:pt>
                <c:pt idx="4">
                  <c:v>1746.6</c:v>
                </c:pt>
                <c:pt idx="5">
                  <c:v>978.4</c:v>
                </c:pt>
                <c:pt idx="6">
                  <c:v>24.700000000000003</c:v>
                </c:pt>
                <c:pt idx="7">
                  <c:v>2624.7</c:v>
                </c:pt>
                <c:pt idx="8">
                  <c:v>1531.8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D21-4751-A82E-8B98017210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7890767"/>
        <c:axId val="167884527"/>
      </c:barChart>
      <c:catAx>
        <c:axId val="1678907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b="1"/>
                  <a:t>Analyte (µg/mL)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7884527"/>
        <c:crosses val="autoZero"/>
        <c:auto val="1"/>
        <c:lblAlgn val="ctr"/>
        <c:lblOffset val="100"/>
        <c:noMultiLvlLbl val="0"/>
      </c:catAx>
      <c:valAx>
        <c:axId val="167884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b="1"/>
                  <a:t>Response (RU)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789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dirty="0"/>
              <a:t>In-Situ</a:t>
            </a:r>
            <a:r>
              <a:rPr lang="en-US" baseline="0" dirty="0"/>
              <a:t> Surface - </a:t>
            </a:r>
            <a:r>
              <a:rPr lang="en-US" dirty="0"/>
              <a:t>Screen w/ Regen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Bind_01!$A$3</c:f>
              <c:strCache>
                <c:ptCount val="1"/>
                <c:pt idx="0">
                  <c:v>Blank Au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(Bind_01!$B$3:$C$5,Bind_01!$B$7:$C$9,Bind_01!$B$11:$C$13)</c:f>
              <c:multiLvlStrCache>
                <c:ptCount val="9"/>
                <c:lvl>
                  <c:pt idx="0">
                    <c:v>0.5</c:v>
                  </c:pt>
                  <c:pt idx="1">
                    <c:v>0.5</c:v>
                  </c:pt>
                  <c:pt idx="2">
                    <c:v>0.5</c:v>
                  </c:pt>
                  <c:pt idx="3">
                    <c:v>5</c:v>
                  </c:pt>
                  <c:pt idx="4">
                    <c:v>5</c:v>
                  </c:pt>
                  <c:pt idx="5">
                    <c:v>5</c:v>
                  </c:pt>
                  <c:pt idx="6">
                    <c:v>50</c:v>
                  </c:pt>
                  <c:pt idx="7">
                    <c:v>50</c:v>
                  </c:pt>
                  <c:pt idx="8">
                    <c:v>50</c:v>
                  </c:pt>
                </c:lvl>
                <c:lvl>
                  <c:pt idx="0">
                    <c:v>BSA</c:v>
                  </c:pt>
                  <c:pt idx="1">
                    <c:v>H4</c:v>
                  </c:pt>
                  <c:pt idx="2">
                    <c:v>CTH</c:v>
                  </c:pt>
                  <c:pt idx="3">
                    <c:v>BSA</c:v>
                  </c:pt>
                  <c:pt idx="4">
                    <c:v>H4</c:v>
                  </c:pt>
                  <c:pt idx="5">
                    <c:v>CTH</c:v>
                  </c:pt>
                  <c:pt idx="6">
                    <c:v>BSA</c:v>
                  </c:pt>
                  <c:pt idx="7">
                    <c:v>H4</c:v>
                  </c:pt>
                  <c:pt idx="8">
                    <c:v>CTH</c:v>
                  </c:pt>
                </c:lvl>
              </c:multiLvlStrCache>
            </c:multiLvlStrRef>
          </c:cat>
          <c:val>
            <c:numRef>
              <c:f>(Bind_01!$G$3:$G$5,Bind_01!$G$7:$G$9,Bind_01!$G$11:$G$13)</c:f>
              <c:numCache>
                <c:formatCode>0.0</c:formatCode>
                <c:ptCount val="9"/>
                <c:pt idx="0">
                  <c:v>8.2999999999999989</c:v>
                </c:pt>
                <c:pt idx="1">
                  <c:v>180.5</c:v>
                </c:pt>
                <c:pt idx="2">
                  <c:v>188.1</c:v>
                </c:pt>
                <c:pt idx="3">
                  <c:v>3.1999999999999993</c:v>
                </c:pt>
                <c:pt idx="4">
                  <c:v>800</c:v>
                </c:pt>
                <c:pt idx="5">
                  <c:v>344.5</c:v>
                </c:pt>
                <c:pt idx="6">
                  <c:v>36.300000000000004</c:v>
                </c:pt>
                <c:pt idx="7">
                  <c:v>1616</c:v>
                </c:pt>
                <c:pt idx="8">
                  <c:v>351.20000000000005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C5-470C-8F2D-5268E505EB90}"/>
            </c:ext>
          </c:extLst>
        </c:ser>
        <c:ser>
          <c:idx val="1"/>
          <c:order val="1"/>
          <c:tx>
            <c:strRef>
              <c:f>Bind_01!$A$26</c:f>
              <c:strCache>
                <c:ptCount val="1"/>
                <c:pt idx="0">
                  <c:v>Blank Au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(Bind_01!$B$3:$C$5,Bind_01!$B$7:$C$9,Bind_01!$B$11:$C$13)</c:f>
              <c:multiLvlStrCache>
                <c:ptCount val="9"/>
                <c:lvl>
                  <c:pt idx="0">
                    <c:v>0.5</c:v>
                  </c:pt>
                  <c:pt idx="1">
                    <c:v>0.5</c:v>
                  </c:pt>
                  <c:pt idx="2">
                    <c:v>0.5</c:v>
                  </c:pt>
                  <c:pt idx="3">
                    <c:v>5</c:v>
                  </c:pt>
                  <c:pt idx="4">
                    <c:v>5</c:v>
                  </c:pt>
                  <c:pt idx="5">
                    <c:v>5</c:v>
                  </c:pt>
                  <c:pt idx="6">
                    <c:v>50</c:v>
                  </c:pt>
                  <c:pt idx="7">
                    <c:v>50</c:v>
                  </c:pt>
                  <c:pt idx="8">
                    <c:v>50</c:v>
                  </c:pt>
                </c:lvl>
                <c:lvl>
                  <c:pt idx="0">
                    <c:v>BSA</c:v>
                  </c:pt>
                  <c:pt idx="1">
                    <c:v>H4</c:v>
                  </c:pt>
                  <c:pt idx="2">
                    <c:v>CTH</c:v>
                  </c:pt>
                  <c:pt idx="3">
                    <c:v>BSA</c:v>
                  </c:pt>
                  <c:pt idx="4">
                    <c:v>H4</c:v>
                  </c:pt>
                  <c:pt idx="5">
                    <c:v>CTH</c:v>
                  </c:pt>
                  <c:pt idx="6">
                    <c:v>BSA</c:v>
                  </c:pt>
                  <c:pt idx="7">
                    <c:v>H4</c:v>
                  </c:pt>
                  <c:pt idx="8">
                    <c:v>CTH</c:v>
                  </c:pt>
                </c:lvl>
              </c:multiLvlStrCache>
            </c:multiLvlStrRef>
          </c:cat>
          <c:val>
            <c:numRef>
              <c:f>(Bind_01!$G$27:$G$29,Bind_01!$G$31:$G$33,Bind_01!$G$35:$G$37)</c:f>
              <c:numCache>
                <c:formatCode>0.0</c:formatCode>
                <c:ptCount val="9"/>
                <c:pt idx="0">
                  <c:v>6.3</c:v>
                </c:pt>
                <c:pt idx="1">
                  <c:v>88.5</c:v>
                </c:pt>
                <c:pt idx="2">
                  <c:v>80.100000000000009</c:v>
                </c:pt>
                <c:pt idx="3">
                  <c:v>3.3000000000000003</c:v>
                </c:pt>
                <c:pt idx="4">
                  <c:v>566.5</c:v>
                </c:pt>
                <c:pt idx="5">
                  <c:v>184.2</c:v>
                </c:pt>
                <c:pt idx="6">
                  <c:v>26.3</c:v>
                </c:pt>
                <c:pt idx="7">
                  <c:v>1201.5</c:v>
                </c:pt>
                <c:pt idx="8">
                  <c:v>284.39999999999998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C5-470C-8F2D-5268E505EB90}"/>
            </c:ext>
          </c:extLst>
        </c:ser>
        <c:ser>
          <c:idx val="2"/>
          <c:order val="2"/>
          <c:tx>
            <c:strRef>
              <c:f>Bind_01!$A$50</c:f>
              <c:strCache>
                <c:ptCount val="1"/>
                <c:pt idx="0">
                  <c:v>KU7+PEG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(Bind_01!$B$3:$C$5,Bind_01!$B$7:$C$9,Bind_01!$B$11:$C$13)</c:f>
              <c:multiLvlStrCache>
                <c:ptCount val="9"/>
                <c:lvl>
                  <c:pt idx="0">
                    <c:v>0.5</c:v>
                  </c:pt>
                  <c:pt idx="1">
                    <c:v>0.5</c:v>
                  </c:pt>
                  <c:pt idx="2">
                    <c:v>0.5</c:v>
                  </c:pt>
                  <c:pt idx="3">
                    <c:v>5</c:v>
                  </c:pt>
                  <c:pt idx="4">
                    <c:v>5</c:v>
                  </c:pt>
                  <c:pt idx="5">
                    <c:v>5</c:v>
                  </c:pt>
                  <c:pt idx="6">
                    <c:v>50</c:v>
                  </c:pt>
                  <c:pt idx="7">
                    <c:v>50</c:v>
                  </c:pt>
                  <c:pt idx="8">
                    <c:v>50</c:v>
                  </c:pt>
                </c:lvl>
                <c:lvl>
                  <c:pt idx="0">
                    <c:v>BSA</c:v>
                  </c:pt>
                  <c:pt idx="1">
                    <c:v>H4</c:v>
                  </c:pt>
                  <c:pt idx="2">
                    <c:v>CTH</c:v>
                  </c:pt>
                  <c:pt idx="3">
                    <c:v>BSA</c:v>
                  </c:pt>
                  <c:pt idx="4">
                    <c:v>H4</c:v>
                  </c:pt>
                  <c:pt idx="5">
                    <c:v>CTH</c:v>
                  </c:pt>
                  <c:pt idx="6">
                    <c:v>BSA</c:v>
                  </c:pt>
                  <c:pt idx="7">
                    <c:v>H4</c:v>
                  </c:pt>
                  <c:pt idx="8">
                    <c:v>CTH</c:v>
                  </c:pt>
                </c:lvl>
              </c:multiLvlStrCache>
            </c:multiLvlStrRef>
          </c:cat>
          <c:val>
            <c:numRef>
              <c:f>(Bind_01!$G$51:$G$53,Bind_01!$G$55:$G$57,Bind_01!$G$59:$G$61)</c:f>
              <c:numCache>
                <c:formatCode>0.0</c:formatCode>
                <c:ptCount val="9"/>
                <c:pt idx="0">
                  <c:v>4.7</c:v>
                </c:pt>
                <c:pt idx="1">
                  <c:v>206.89999999999998</c:v>
                </c:pt>
                <c:pt idx="2">
                  <c:v>182.29999999999998</c:v>
                </c:pt>
                <c:pt idx="3">
                  <c:v>1.8000000000000003</c:v>
                </c:pt>
                <c:pt idx="4">
                  <c:v>678</c:v>
                </c:pt>
                <c:pt idx="5">
                  <c:v>340.8</c:v>
                </c:pt>
                <c:pt idx="6">
                  <c:v>7.7000000000000011</c:v>
                </c:pt>
                <c:pt idx="7">
                  <c:v>1059.3999999999999</c:v>
                </c:pt>
                <c:pt idx="8">
                  <c:v>490.2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C5-470C-8F2D-5268E505EB90}"/>
            </c:ext>
          </c:extLst>
        </c:ser>
        <c:ser>
          <c:idx val="3"/>
          <c:order val="3"/>
          <c:tx>
            <c:strRef>
              <c:f>Bind_01!$A$74</c:f>
              <c:strCache>
                <c:ptCount val="1"/>
                <c:pt idx="0">
                  <c:v>KU7+PEG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(Bind_01!$B$3:$C$5,Bind_01!$B$7:$C$9,Bind_01!$B$11:$C$13)</c:f>
              <c:multiLvlStrCache>
                <c:ptCount val="9"/>
                <c:lvl>
                  <c:pt idx="0">
                    <c:v>0.5</c:v>
                  </c:pt>
                  <c:pt idx="1">
                    <c:v>0.5</c:v>
                  </c:pt>
                  <c:pt idx="2">
                    <c:v>0.5</c:v>
                  </c:pt>
                  <c:pt idx="3">
                    <c:v>5</c:v>
                  </c:pt>
                  <c:pt idx="4">
                    <c:v>5</c:v>
                  </c:pt>
                  <c:pt idx="5">
                    <c:v>5</c:v>
                  </c:pt>
                  <c:pt idx="6">
                    <c:v>50</c:v>
                  </c:pt>
                  <c:pt idx="7">
                    <c:v>50</c:v>
                  </c:pt>
                  <c:pt idx="8">
                    <c:v>50</c:v>
                  </c:pt>
                </c:lvl>
                <c:lvl>
                  <c:pt idx="0">
                    <c:v>BSA</c:v>
                  </c:pt>
                  <c:pt idx="1">
                    <c:v>H4</c:v>
                  </c:pt>
                  <c:pt idx="2">
                    <c:v>CTH</c:v>
                  </c:pt>
                  <c:pt idx="3">
                    <c:v>BSA</c:v>
                  </c:pt>
                  <c:pt idx="4">
                    <c:v>H4</c:v>
                  </c:pt>
                  <c:pt idx="5">
                    <c:v>CTH</c:v>
                  </c:pt>
                  <c:pt idx="6">
                    <c:v>BSA</c:v>
                  </c:pt>
                  <c:pt idx="7">
                    <c:v>H4</c:v>
                  </c:pt>
                  <c:pt idx="8">
                    <c:v>CTH</c:v>
                  </c:pt>
                </c:lvl>
              </c:multiLvlStrCache>
            </c:multiLvlStrRef>
          </c:cat>
          <c:val>
            <c:numRef>
              <c:f>(Bind_01!$G$75:$G$77,Bind_01!$G$79:$G$81,Bind_01!$G$83:$G$85)</c:f>
              <c:numCache>
                <c:formatCode>0.0</c:formatCode>
                <c:ptCount val="9"/>
                <c:pt idx="0">
                  <c:v>5.8000000000000007</c:v>
                </c:pt>
                <c:pt idx="1">
                  <c:v>63.199999999999996</c:v>
                </c:pt>
                <c:pt idx="2">
                  <c:v>38.6</c:v>
                </c:pt>
                <c:pt idx="3">
                  <c:v>1.9000000000000001</c:v>
                </c:pt>
                <c:pt idx="4">
                  <c:v>367.3</c:v>
                </c:pt>
                <c:pt idx="5">
                  <c:v>83.5</c:v>
                </c:pt>
                <c:pt idx="6">
                  <c:v>10</c:v>
                </c:pt>
                <c:pt idx="7">
                  <c:v>616.5</c:v>
                </c:pt>
                <c:pt idx="8">
                  <c:v>153.80000000000001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C5-470C-8F2D-5268E505EB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7890767"/>
        <c:axId val="167884527"/>
      </c:barChart>
      <c:catAx>
        <c:axId val="1678907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b="1"/>
                  <a:t>Analyte (µg/mL)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7884527"/>
        <c:crosses val="autoZero"/>
        <c:auto val="1"/>
        <c:lblAlgn val="ctr"/>
        <c:lblOffset val="100"/>
        <c:noMultiLvlLbl val="0"/>
      </c:catAx>
      <c:valAx>
        <c:axId val="167884527"/>
        <c:scaling>
          <c:orientation val="minMax"/>
          <c:max val="3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b="1"/>
                  <a:t>Response (RU)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789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10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9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3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0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8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7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5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8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5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2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9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571FD-0C55-4336-BFC0-F679314A7448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A8471-24FD-47B6-892D-5DC980A3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8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11C8371-FB5B-4BD0-919E-9FCA5B27A3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056935"/>
              </p:ext>
            </p:extLst>
          </p:nvPr>
        </p:nvGraphicFramePr>
        <p:xfrm>
          <a:off x="109537" y="389455"/>
          <a:ext cx="6659278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324225" y="2012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2022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01098" y="294060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2023</a:t>
            </a: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11C8371-FB5B-4BD0-919E-9FCA5B27A3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3624209"/>
              </p:ext>
            </p:extLst>
          </p:nvPr>
        </p:nvGraphicFramePr>
        <p:xfrm>
          <a:off x="6274731" y="3200400"/>
          <a:ext cx="57054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2105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Duke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Cronin</dc:creator>
  <cp:lastModifiedBy>Ken Cronin</cp:lastModifiedBy>
  <cp:revision>2</cp:revision>
  <dcterms:created xsi:type="dcterms:W3CDTF">2023-10-19T16:18:18Z</dcterms:created>
  <dcterms:modified xsi:type="dcterms:W3CDTF">2023-10-19T16:22:51Z</dcterms:modified>
</cp:coreProperties>
</file>